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257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6.png"/><Relationship Id="rId7" Type="http://schemas.openxmlformats.org/officeDocument/2006/relationships/hyperlink" Target="http://www.monografias.com/trabajos103/signos-puntuacion/signos-puntuacion.s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www.imageneseducativas.com/los-signos-de-puntuacion/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s://luisamariaarias.wordpress.com/category/7-interrogacion-y-exclamacion/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9" Type="http://schemas.openxmlformats.org/officeDocument/2006/relationships/image" Target="../media/image55.png"/><Relationship Id="rId21" Type="http://schemas.openxmlformats.org/officeDocument/2006/relationships/image" Target="../media/image37.png"/><Relationship Id="rId34" Type="http://schemas.openxmlformats.org/officeDocument/2006/relationships/image" Target="../media/image50.png"/><Relationship Id="rId42" Type="http://schemas.openxmlformats.org/officeDocument/2006/relationships/image" Target="../media/image58.png"/><Relationship Id="rId47" Type="http://schemas.openxmlformats.org/officeDocument/2006/relationships/image" Target="../media/image63.png"/><Relationship Id="rId50" Type="http://schemas.openxmlformats.org/officeDocument/2006/relationships/hyperlink" Target="http://lema.rae.es/dpd/srv/search?id=qXGSxldBKD6hqrTMMo" TargetMode="External"/><Relationship Id="rId55" Type="http://schemas.openxmlformats.org/officeDocument/2006/relationships/hyperlink" Target="http://lema.rae.es/dpd/srv/search?id=2a3yRXFBiD6rvDOMtq" TargetMode="External"/><Relationship Id="rId63" Type="http://schemas.openxmlformats.org/officeDocument/2006/relationships/hyperlink" Target="http://lema.rae.es/dpd/srv/search?id=RBqDJGYsPD6BEpD3YE" TargetMode="External"/><Relationship Id="rId68" Type="http://schemas.openxmlformats.org/officeDocument/2006/relationships/hyperlink" Target="http://lema.rae.es/dpd/srv/search?id=WTKkbBs3JD6oJLCoQN" TargetMode="External"/><Relationship Id="rId7" Type="http://schemas.openxmlformats.org/officeDocument/2006/relationships/image" Target="../media/image23.png"/><Relationship Id="rId71" Type="http://schemas.openxmlformats.org/officeDocument/2006/relationships/hyperlink" Target="http://dle.rae.es/?w=diccionario" TargetMode="External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9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image" Target="../media/image40.png"/><Relationship Id="rId32" Type="http://schemas.openxmlformats.org/officeDocument/2006/relationships/image" Target="../media/image48.png"/><Relationship Id="rId37" Type="http://schemas.openxmlformats.org/officeDocument/2006/relationships/image" Target="../media/image53.png"/><Relationship Id="rId40" Type="http://schemas.openxmlformats.org/officeDocument/2006/relationships/image" Target="../media/image56.png"/><Relationship Id="rId45" Type="http://schemas.openxmlformats.org/officeDocument/2006/relationships/image" Target="../media/image61.png"/><Relationship Id="rId53" Type="http://schemas.openxmlformats.org/officeDocument/2006/relationships/hyperlink" Target="http://lema.rae.es/dpd/srv/search?id=PxrAnmVfND6FK0uGdT" TargetMode="External"/><Relationship Id="rId58" Type="http://schemas.openxmlformats.org/officeDocument/2006/relationships/hyperlink" Target="http://lema.rae.es/dpd/srv/search?id=SSTAZ5sDyD6h59vijX" TargetMode="External"/><Relationship Id="rId66" Type="http://schemas.openxmlformats.org/officeDocument/2006/relationships/hyperlink" Target="http://lema.rae.es/dpd/srv/search?id=cvqPbpreSD6esL3ahc" TargetMode="External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36" Type="http://schemas.openxmlformats.org/officeDocument/2006/relationships/image" Target="../media/image52.png"/><Relationship Id="rId49" Type="http://schemas.openxmlformats.org/officeDocument/2006/relationships/image" Target="../media/image65.png"/><Relationship Id="rId57" Type="http://schemas.openxmlformats.org/officeDocument/2006/relationships/hyperlink" Target="http://lema.rae.es/dpd/srv/search?id=MRAqO4YYwD6MxEN8g8" TargetMode="External"/><Relationship Id="rId61" Type="http://schemas.openxmlformats.org/officeDocument/2006/relationships/hyperlink" Target="http://www.rae.es/consultas/ortografia-de-los-signos-de-interrogacion-y-exclamacion" TargetMode="External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31" Type="http://schemas.openxmlformats.org/officeDocument/2006/relationships/image" Target="../media/image47.png"/><Relationship Id="rId44" Type="http://schemas.openxmlformats.org/officeDocument/2006/relationships/image" Target="../media/image60.png"/><Relationship Id="rId52" Type="http://schemas.openxmlformats.org/officeDocument/2006/relationships/hyperlink" Target="http://lema.rae.es/dpd/srv/search?id=XAD3nkRJmD6NjdyDQ0" TargetMode="External"/><Relationship Id="rId60" Type="http://schemas.openxmlformats.org/officeDocument/2006/relationships/hyperlink" Target="http://lema.rae.es/dpd/srv/search?id=bH8aKhoE1D6eF5Wp4C" TargetMode="External"/><Relationship Id="rId65" Type="http://schemas.openxmlformats.org/officeDocument/2006/relationships/hyperlink" Target="http://lema.rae.es/dpd/srv/search?id=ZgS9DXJ6bD6ya6OXra" TargetMode="External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Relationship Id="rId30" Type="http://schemas.openxmlformats.org/officeDocument/2006/relationships/image" Target="../media/image46.png"/><Relationship Id="rId35" Type="http://schemas.openxmlformats.org/officeDocument/2006/relationships/image" Target="../media/image51.png"/><Relationship Id="rId43" Type="http://schemas.openxmlformats.org/officeDocument/2006/relationships/image" Target="../media/image59.png"/><Relationship Id="rId48" Type="http://schemas.openxmlformats.org/officeDocument/2006/relationships/image" Target="../media/image64.png"/><Relationship Id="rId56" Type="http://schemas.openxmlformats.org/officeDocument/2006/relationships/hyperlink" Target="http://lema.rae.es/dpd/srv/search?id=XFiqsCjr2D68AoepU2" TargetMode="External"/><Relationship Id="rId64" Type="http://schemas.openxmlformats.org/officeDocument/2006/relationships/hyperlink" Target="http://lema.rae.es/dpd/srv/search?id=bYvzHZDvGD6fr29gvU" TargetMode="External"/><Relationship Id="rId69" Type="http://schemas.openxmlformats.org/officeDocument/2006/relationships/hyperlink" Target="http://lema.rae.es/dpd/srv/search?id=Adwesaq4ND64VT09xQ" TargetMode="External"/><Relationship Id="rId8" Type="http://schemas.openxmlformats.org/officeDocument/2006/relationships/image" Target="../media/image24.png"/><Relationship Id="rId51" Type="http://schemas.openxmlformats.org/officeDocument/2006/relationships/hyperlink" Target="http://lema.rae.es/dpd/srv/search?id=V1EqcYbX4D61AWBBrd" TargetMode="External"/><Relationship Id="rId72" Type="http://schemas.openxmlformats.org/officeDocument/2006/relationships/hyperlink" Target="http://www.rae.es/recursos/diccionarios/dpd" TargetMode="External"/><Relationship Id="rId3" Type="http://schemas.openxmlformats.org/officeDocument/2006/relationships/image" Target="../media/image19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33" Type="http://schemas.openxmlformats.org/officeDocument/2006/relationships/image" Target="../media/image49.png"/><Relationship Id="rId38" Type="http://schemas.openxmlformats.org/officeDocument/2006/relationships/image" Target="../media/image54.png"/><Relationship Id="rId46" Type="http://schemas.openxmlformats.org/officeDocument/2006/relationships/image" Target="../media/image62.png"/><Relationship Id="rId59" Type="http://schemas.openxmlformats.org/officeDocument/2006/relationships/hyperlink" Target="http://lema.rae.es/dpd/srv/search?id=kyRrDVgsOD6Xup8Dpt" TargetMode="External"/><Relationship Id="rId67" Type="http://schemas.openxmlformats.org/officeDocument/2006/relationships/hyperlink" Target="http://lema.rae.es/dpd/srv/search?id=JVNlAMVa8D6nx1VPnE" TargetMode="External"/><Relationship Id="rId20" Type="http://schemas.openxmlformats.org/officeDocument/2006/relationships/image" Target="../media/image36.png"/><Relationship Id="rId41" Type="http://schemas.openxmlformats.org/officeDocument/2006/relationships/image" Target="../media/image57.png"/><Relationship Id="rId54" Type="http://schemas.openxmlformats.org/officeDocument/2006/relationships/hyperlink" Target="http://lema.rae.es/dpd/srv/search?id=c5GublcDAD6kWvCUUy" TargetMode="External"/><Relationship Id="rId62" Type="http://schemas.openxmlformats.org/officeDocument/2006/relationships/hyperlink" Target="http://lema.rae.es/dpd/srv/search?id=wV8heEHVFD64FHx2Ng" TargetMode="External"/><Relationship Id="rId70" Type="http://schemas.openxmlformats.org/officeDocument/2006/relationships/hyperlink" Target="http://www.rae.es/diccionario-panhispanico-de-dudas/apendices/simbolos-o-signos-no-alfabetizabl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51459"/>
            <a:ext cx="19037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CONOCE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LENGUA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ESPAÑOLA.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230" y="276859"/>
            <a:ext cx="21139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CEIP</a:t>
            </a:r>
            <a:r>
              <a:rPr sz="900" b="1" i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Manuel</a:t>
            </a:r>
            <a:r>
              <a:rPr sz="900" b="1" i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Siurot</a:t>
            </a:r>
            <a:r>
              <a:rPr sz="900" b="1" i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(La</a:t>
            </a:r>
            <a:r>
              <a:rPr sz="900" b="1" i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Palma</a:t>
            </a:r>
            <a:r>
              <a:rPr sz="900" b="1" i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del</a:t>
            </a:r>
            <a:r>
              <a:rPr sz="900" b="1" i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01F5F"/>
                </a:solidFill>
                <a:latin typeface="Calibri"/>
                <a:cs typeface="Calibri"/>
              </a:rPr>
              <a:t>Condado).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7519" y="737139"/>
            <a:ext cx="1979295" cy="744855"/>
          </a:xfrm>
          <a:custGeom>
            <a:avLst/>
            <a:gdLst/>
            <a:ahLst/>
            <a:cxnLst/>
            <a:rect l="l" t="t" r="r" b="b"/>
            <a:pathLst>
              <a:path w="1979295" h="744855">
                <a:moveTo>
                  <a:pt x="307390" y="304006"/>
                </a:moveTo>
                <a:lnTo>
                  <a:pt x="274953" y="306387"/>
                </a:lnTo>
                <a:lnTo>
                  <a:pt x="242531" y="308768"/>
                </a:lnTo>
                <a:lnTo>
                  <a:pt x="210110" y="311150"/>
                </a:lnTo>
                <a:lnTo>
                  <a:pt x="177673" y="313531"/>
                </a:lnTo>
                <a:lnTo>
                  <a:pt x="177673" y="302480"/>
                </a:lnTo>
                <a:lnTo>
                  <a:pt x="177673" y="291417"/>
                </a:lnTo>
                <a:lnTo>
                  <a:pt x="177673" y="280330"/>
                </a:lnTo>
                <a:lnTo>
                  <a:pt x="177673" y="269208"/>
                </a:lnTo>
                <a:lnTo>
                  <a:pt x="177352" y="255166"/>
                </a:lnTo>
                <a:lnTo>
                  <a:pt x="163753" y="222218"/>
                </a:lnTo>
                <a:lnTo>
                  <a:pt x="156133" y="222726"/>
                </a:lnTo>
                <a:lnTo>
                  <a:pt x="131064" y="260217"/>
                </a:lnTo>
                <a:lnTo>
                  <a:pt x="130632" y="271113"/>
                </a:lnTo>
                <a:lnTo>
                  <a:pt x="131068" y="285186"/>
                </a:lnTo>
                <a:lnTo>
                  <a:pt x="142630" y="323199"/>
                </a:lnTo>
                <a:lnTo>
                  <a:pt x="177063" y="349345"/>
                </a:lnTo>
                <a:lnTo>
                  <a:pt x="219299" y="375914"/>
                </a:lnTo>
                <a:lnTo>
                  <a:pt x="253106" y="399970"/>
                </a:lnTo>
                <a:lnTo>
                  <a:pt x="294792" y="441547"/>
                </a:lnTo>
                <a:lnTo>
                  <a:pt x="312864" y="491839"/>
                </a:lnTo>
                <a:lnTo>
                  <a:pt x="318973" y="567277"/>
                </a:lnTo>
                <a:lnTo>
                  <a:pt x="318136" y="597068"/>
                </a:lnTo>
                <a:lnTo>
                  <a:pt x="311472" y="644554"/>
                </a:lnTo>
                <a:lnTo>
                  <a:pt x="285903" y="691451"/>
                </a:lnTo>
                <a:lnTo>
                  <a:pt x="253657" y="716629"/>
                </a:lnTo>
                <a:lnTo>
                  <a:pt x="212167" y="735282"/>
                </a:lnTo>
                <a:lnTo>
                  <a:pt x="164058" y="743934"/>
                </a:lnTo>
                <a:lnTo>
                  <a:pt x="136993" y="744458"/>
                </a:lnTo>
                <a:lnTo>
                  <a:pt x="112045" y="741934"/>
                </a:lnTo>
                <a:lnTo>
                  <a:pt x="68567" y="727170"/>
                </a:lnTo>
                <a:lnTo>
                  <a:pt x="35744" y="702659"/>
                </a:lnTo>
                <a:lnTo>
                  <a:pt x="11210" y="651049"/>
                </a:lnTo>
                <a:lnTo>
                  <a:pt x="5045" y="599614"/>
                </a:lnTo>
                <a:lnTo>
                  <a:pt x="4267" y="568039"/>
                </a:lnTo>
                <a:lnTo>
                  <a:pt x="4267" y="558248"/>
                </a:lnTo>
                <a:lnTo>
                  <a:pt x="4267" y="548481"/>
                </a:lnTo>
                <a:lnTo>
                  <a:pt x="4267" y="538714"/>
                </a:lnTo>
                <a:lnTo>
                  <a:pt x="4267" y="528923"/>
                </a:lnTo>
                <a:lnTo>
                  <a:pt x="36660" y="526542"/>
                </a:lnTo>
                <a:lnTo>
                  <a:pt x="69075" y="524160"/>
                </a:lnTo>
                <a:lnTo>
                  <a:pt x="101490" y="521779"/>
                </a:lnTo>
                <a:lnTo>
                  <a:pt x="133883" y="519398"/>
                </a:lnTo>
                <a:lnTo>
                  <a:pt x="133883" y="537591"/>
                </a:lnTo>
                <a:lnTo>
                  <a:pt x="133883" y="555783"/>
                </a:lnTo>
                <a:lnTo>
                  <a:pt x="133883" y="573976"/>
                </a:lnTo>
                <a:lnTo>
                  <a:pt x="133883" y="592169"/>
                </a:lnTo>
                <a:lnTo>
                  <a:pt x="134272" y="607482"/>
                </a:lnTo>
                <a:lnTo>
                  <a:pt x="149529" y="643858"/>
                </a:lnTo>
                <a:lnTo>
                  <a:pt x="158775" y="643096"/>
                </a:lnTo>
                <a:lnTo>
                  <a:pt x="168122" y="642461"/>
                </a:lnTo>
                <a:lnTo>
                  <a:pt x="185877" y="603984"/>
                </a:lnTo>
                <a:lnTo>
                  <a:pt x="186309" y="592677"/>
                </a:lnTo>
                <a:lnTo>
                  <a:pt x="185478" y="568755"/>
                </a:lnTo>
                <a:lnTo>
                  <a:pt x="173405" y="524732"/>
                </a:lnTo>
                <a:lnTo>
                  <a:pt x="131620" y="491317"/>
                </a:lnTo>
                <a:lnTo>
                  <a:pt x="84294" y="458924"/>
                </a:lnTo>
                <a:lnTo>
                  <a:pt x="64795" y="445087"/>
                </a:lnTo>
                <a:lnTo>
                  <a:pt x="31044" y="415470"/>
                </a:lnTo>
                <a:lnTo>
                  <a:pt x="11175" y="378555"/>
                </a:lnTo>
                <a:lnTo>
                  <a:pt x="703" y="323744"/>
                </a:lnTo>
                <a:lnTo>
                  <a:pt x="0" y="300958"/>
                </a:lnTo>
                <a:lnTo>
                  <a:pt x="1019" y="268886"/>
                </a:lnTo>
                <a:lnTo>
                  <a:pt x="9001" y="218126"/>
                </a:lnTo>
                <a:lnTo>
                  <a:pt x="36252" y="169783"/>
                </a:lnTo>
                <a:lnTo>
                  <a:pt x="66636" y="145891"/>
                </a:lnTo>
                <a:lnTo>
                  <a:pt x="105390" y="129651"/>
                </a:lnTo>
                <a:lnTo>
                  <a:pt x="151460" y="121888"/>
                </a:lnTo>
                <a:lnTo>
                  <a:pt x="177655" y="121177"/>
                </a:lnTo>
                <a:lnTo>
                  <a:pt x="201923" y="123063"/>
                </a:lnTo>
                <a:lnTo>
                  <a:pt x="244309" y="134715"/>
                </a:lnTo>
                <a:lnTo>
                  <a:pt x="287317" y="166647"/>
                </a:lnTo>
                <a:lnTo>
                  <a:pt x="304292" y="219710"/>
                </a:lnTo>
                <a:lnTo>
                  <a:pt x="307390" y="280384"/>
                </a:lnTo>
                <a:lnTo>
                  <a:pt x="307390" y="288258"/>
                </a:lnTo>
                <a:lnTo>
                  <a:pt x="307390" y="296259"/>
                </a:lnTo>
                <a:lnTo>
                  <a:pt x="307390" y="304006"/>
                </a:lnTo>
                <a:close/>
              </a:path>
              <a:path w="1979295" h="744855">
                <a:moveTo>
                  <a:pt x="502323" y="108934"/>
                </a:moveTo>
                <a:lnTo>
                  <a:pt x="502323" y="108934"/>
                </a:lnTo>
                <a:lnTo>
                  <a:pt x="502323" y="706723"/>
                </a:lnTo>
                <a:lnTo>
                  <a:pt x="467432" y="709221"/>
                </a:lnTo>
                <a:lnTo>
                  <a:pt x="432541" y="711755"/>
                </a:lnTo>
                <a:lnTo>
                  <a:pt x="397647" y="714313"/>
                </a:lnTo>
                <a:lnTo>
                  <a:pt x="362750" y="716883"/>
                </a:lnTo>
                <a:lnTo>
                  <a:pt x="362750" y="667067"/>
                </a:lnTo>
                <a:lnTo>
                  <a:pt x="362750" y="119094"/>
                </a:lnTo>
                <a:lnTo>
                  <a:pt x="397647" y="116524"/>
                </a:lnTo>
                <a:lnTo>
                  <a:pt x="432541" y="113966"/>
                </a:lnTo>
                <a:lnTo>
                  <a:pt x="467432" y="111432"/>
                </a:lnTo>
                <a:lnTo>
                  <a:pt x="502323" y="108934"/>
                </a:lnTo>
                <a:close/>
              </a:path>
              <a:path w="1979295" h="744855">
                <a:moveTo>
                  <a:pt x="878713" y="301466"/>
                </a:moveTo>
                <a:lnTo>
                  <a:pt x="843781" y="304018"/>
                </a:lnTo>
                <a:lnTo>
                  <a:pt x="808885" y="306546"/>
                </a:lnTo>
                <a:lnTo>
                  <a:pt x="774003" y="309074"/>
                </a:lnTo>
                <a:lnTo>
                  <a:pt x="739114" y="311626"/>
                </a:lnTo>
                <a:lnTo>
                  <a:pt x="739114" y="298096"/>
                </a:lnTo>
                <a:lnTo>
                  <a:pt x="739114" y="284543"/>
                </a:lnTo>
                <a:lnTo>
                  <a:pt x="739114" y="270942"/>
                </a:lnTo>
                <a:lnTo>
                  <a:pt x="739114" y="257270"/>
                </a:lnTo>
                <a:lnTo>
                  <a:pt x="738852" y="234001"/>
                </a:lnTo>
                <a:lnTo>
                  <a:pt x="735152" y="193389"/>
                </a:lnTo>
                <a:lnTo>
                  <a:pt x="726211" y="181197"/>
                </a:lnTo>
                <a:lnTo>
                  <a:pt x="716267" y="181832"/>
                </a:lnTo>
                <a:lnTo>
                  <a:pt x="695248" y="214185"/>
                </a:lnTo>
                <a:lnTo>
                  <a:pt x="694016" y="251428"/>
                </a:lnTo>
                <a:lnTo>
                  <a:pt x="694016" y="299243"/>
                </a:lnTo>
                <a:lnTo>
                  <a:pt x="694016" y="347059"/>
                </a:lnTo>
                <a:lnTo>
                  <a:pt x="694016" y="394874"/>
                </a:lnTo>
                <a:lnTo>
                  <a:pt x="694016" y="442690"/>
                </a:lnTo>
                <a:lnTo>
                  <a:pt x="694016" y="490505"/>
                </a:lnTo>
                <a:lnTo>
                  <a:pt x="694016" y="538321"/>
                </a:lnTo>
                <a:lnTo>
                  <a:pt x="694332" y="556768"/>
                </a:lnTo>
                <a:lnTo>
                  <a:pt x="701535" y="599027"/>
                </a:lnTo>
                <a:lnTo>
                  <a:pt x="707936" y="602964"/>
                </a:lnTo>
                <a:lnTo>
                  <a:pt x="717181" y="602329"/>
                </a:lnTo>
                <a:lnTo>
                  <a:pt x="742073" y="564816"/>
                </a:lnTo>
                <a:lnTo>
                  <a:pt x="743381" y="529939"/>
                </a:lnTo>
                <a:lnTo>
                  <a:pt x="743381" y="512204"/>
                </a:lnTo>
                <a:lnTo>
                  <a:pt x="743381" y="494458"/>
                </a:lnTo>
                <a:lnTo>
                  <a:pt x="743381" y="476736"/>
                </a:lnTo>
                <a:lnTo>
                  <a:pt x="743381" y="459073"/>
                </a:lnTo>
                <a:lnTo>
                  <a:pt x="736355" y="459551"/>
                </a:lnTo>
                <a:lnTo>
                  <a:pt x="729311" y="460041"/>
                </a:lnTo>
                <a:lnTo>
                  <a:pt x="722270" y="460555"/>
                </a:lnTo>
                <a:lnTo>
                  <a:pt x="715251" y="461105"/>
                </a:lnTo>
                <a:lnTo>
                  <a:pt x="715251" y="438415"/>
                </a:lnTo>
                <a:lnTo>
                  <a:pt x="715251" y="415702"/>
                </a:lnTo>
                <a:lnTo>
                  <a:pt x="715251" y="392989"/>
                </a:lnTo>
                <a:lnTo>
                  <a:pt x="715251" y="370300"/>
                </a:lnTo>
                <a:lnTo>
                  <a:pt x="756099" y="367325"/>
                </a:lnTo>
                <a:lnTo>
                  <a:pt x="796967" y="364315"/>
                </a:lnTo>
                <a:lnTo>
                  <a:pt x="837843" y="361281"/>
                </a:lnTo>
                <a:lnTo>
                  <a:pt x="878713" y="358235"/>
                </a:lnTo>
                <a:lnTo>
                  <a:pt x="878713" y="411755"/>
                </a:lnTo>
                <a:lnTo>
                  <a:pt x="878713" y="679164"/>
                </a:lnTo>
                <a:lnTo>
                  <a:pt x="856712" y="680783"/>
                </a:lnTo>
                <a:lnTo>
                  <a:pt x="834723" y="682402"/>
                </a:lnTo>
                <a:lnTo>
                  <a:pt x="812758" y="684022"/>
                </a:lnTo>
                <a:lnTo>
                  <a:pt x="790829" y="685641"/>
                </a:lnTo>
                <a:lnTo>
                  <a:pt x="787641" y="675110"/>
                </a:lnTo>
                <a:lnTo>
                  <a:pt x="784377" y="664638"/>
                </a:lnTo>
                <a:lnTo>
                  <a:pt x="781113" y="654190"/>
                </a:lnTo>
                <a:lnTo>
                  <a:pt x="777925" y="643731"/>
                </a:lnTo>
                <a:lnTo>
                  <a:pt x="752336" y="679110"/>
                </a:lnTo>
                <a:lnTo>
                  <a:pt x="718305" y="699944"/>
                </a:lnTo>
                <a:lnTo>
                  <a:pt x="673293" y="705604"/>
                </a:lnTo>
                <a:lnTo>
                  <a:pt x="656553" y="703326"/>
                </a:lnTo>
                <a:lnTo>
                  <a:pt x="610582" y="682099"/>
                </a:lnTo>
                <a:lnTo>
                  <a:pt x="578307" y="647541"/>
                </a:lnTo>
                <a:lnTo>
                  <a:pt x="561115" y="605071"/>
                </a:lnTo>
                <a:lnTo>
                  <a:pt x="555434" y="551830"/>
                </a:lnTo>
                <a:lnTo>
                  <a:pt x="554443" y="497935"/>
                </a:lnTo>
                <a:lnTo>
                  <a:pt x="554443" y="453546"/>
                </a:lnTo>
                <a:lnTo>
                  <a:pt x="554443" y="409146"/>
                </a:lnTo>
                <a:lnTo>
                  <a:pt x="554443" y="364722"/>
                </a:lnTo>
                <a:lnTo>
                  <a:pt x="554443" y="320262"/>
                </a:lnTo>
                <a:lnTo>
                  <a:pt x="554958" y="280322"/>
                </a:lnTo>
                <a:lnTo>
                  <a:pt x="559073" y="217874"/>
                </a:lnTo>
                <a:lnTo>
                  <a:pt x="568798" y="175910"/>
                </a:lnTo>
                <a:lnTo>
                  <a:pt x="592793" y="138715"/>
                </a:lnTo>
                <a:lnTo>
                  <a:pt x="631413" y="104836"/>
                </a:lnTo>
                <a:lnTo>
                  <a:pt x="682211" y="85131"/>
                </a:lnTo>
                <a:lnTo>
                  <a:pt x="741285" y="80565"/>
                </a:lnTo>
                <a:lnTo>
                  <a:pt x="768122" y="83756"/>
                </a:lnTo>
                <a:lnTo>
                  <a:pt x="813688" y="101568"/>
                </a:lnTo>
                <a:lnTo>
                  <a:pt x="846994" y="130032"/>
                </a:lnTo>
                <a:lnTo>
                  <a:pt x="866394" y="164306"/>
                </a:lnTo>
                <a:lnTo>
                  <a:pt x="875601" y="211026"/>
                </a:lnTo>
                <a:lnTo>
                  <a:pt x="878713" y="275558"/>
                </a:lnTo>
                <a:lnTo>
                  <a:pt x="878713" y="282035"/>
                </a:lnTo>
                <a:lnTo>
                  <a:pt x="878713" y="288512"/>
                </a:lnTo>
                <a:lnTo>
                  <a:pt x="878713" y="294989"/>
                </a:lnTo>
                <a:lnTo>
                  <a:pt x="878713" y="301466"/>
                </a:lnTo>
                <a:close/>
              </a:path>
              <a:path w="1979295" h="744855">
                <a:moveTo>
                  <a:pt x="1244473" y="54705"/>
                </a:moveTo>
                <a:lnTo>
                  <a:pt x="1244473" y="54705"/>
                </a:lnTo>
                <a:lnTo>
                  <a:pt x="1244473" y="652494"/>
                </a:lnTo>
                <a:lnTo>
                  <a:pt x="1213895" y="654686"/>
                </a:lnTo>
                <a:lnTo>
                  <a:pt x="1183306" y="656891"/>
                </a:lnTo>
                <a:lnTo>
                  <a:pt x="1152693" y="659120"/>
                </a:lnTo>
                <a:lnTo>
                  <a:pt x="1122045" y="661384"/>
                </a:lnTo>
                <a:lnTo>
                  <a:pt x="1107699" y="608070"/>
                </a:lnTo>
                <a:lnTo>
                  <a:pt x="1093109" y="554793"/>
                </a:lnTo>
                <a:lnTo>
                  <a:pt x="1078428" y="501528"/>
                </a:lnTo>
                <a:lnTo>
                  <a:pt x="1063807" y="448251"/>
                </a:lnTo>
                <a:lnTo>
                  <a:pt x="1049401" y="394938"/>
                </a:lnTo>
                <a:lnTo>
                  <a:pt x="1049401" y="449318"/>
                </a:lnTo>
                <a:lnTo>
                  <a:pt x="1049401" y="503662"/>
                </a:lnTo>
                <a:lnTo>
                  <a:pt x="1049401" y="557994"/>
                </a:lnTo>
                <a:lnTo>
                  <a:pt x="1049401" y="612337"/>
                </a:lnTo>
                <a:lnTo>
                  <a:pt x="1049401" y="666718"/>
                </a:lnTo>
                <a:lnTo>
                  <a:pt x="1020252" y="668833"/>
                </a:lnTo>
                <a:lnTo>
                  <a:pt x="991092" y="670972"/>
                </a:lnTo>
                <a:lnTo>
                  <a:pt x="961907" y="673111"/>
                </a:lnTo>
                <a:lnTo>
                  <a:pt x="932688" y="675227"/>
                </a:lnTo>
                <a:lnTo>
                  <a:pt x="932688" y="625411"/>
                </a:lnTo>
                <a:lnTo>
                  <a:pt x="932688" y="575595"/>
                </a:lnTo>
                <a:lnTo>
                  <a:pt x="932688" y="77438"/>
                </a:lnTo>
                <a:lnTo>
                  <a:pt x="961907" y="75322"/>
                </a:lnTo>
                <a:lnTo>
                  <a:pt x="991092" y="73183"/>
                </a:lnTo>
                <a:lnTo>
                  <a:pt x="1020252" y="71044"/>
                </a:lnTo>
                <a:lnTo>
                  <a:pt x="1049401" y="68929"/>
                </a:lnTo>
                <a:lnTo>
                  <a:pt x="1064950" y="121633"/>
                </a:lnTo>
                <a:lnTo>
                  <a:pt x="1080714" y="174300"/>
                </a:lnTo>
                <a:lnTo>
                  <a:pt x="1096538" y="226955"/>
                </a:lnTo>
                <a:lnTo>
                  <a:pt x="1112271" y="279623"/>
                </a:lnTo>
                <a:lnTo>
                  <a:pt x="1127760" y="332327"/>
                </a:lnTo>
                <a:lnTo>
                  <a:pt x="1127760" y="278468"/>
                </a:lnTo>
                <a:lnTo>
                  <a:pt x="1127760" y="224633"/>
                </a:lnTo>
                <a:lnTo>
                  <a:pt x="1127760" y="170816"/>
                </a:lnTo>
                <a:lnTo>
                  <a:pt x="1127760" y="117012"/>
                </a:lnTo>
                <a:lnTo>
                  <a:pt x="1127760" y="63214"/>
                </a:lnTo>
                <a:lnTo>
                  <a:pt x="1156926" y="61098"/>
                </a:lnTo>
                <a:lnTo>
                  <a:pt x="1186116" y="58959"/>
                </a:lnTo>
                <a:lnTo>
                  <a:pt x="1215306" y="56820"/>
                </a:lnTo>
                <a:lnTo>
                  <a:pt x="1244473" y="54705"/>
                </a:lnTo>
                <a:close/>
              </a:path>
              <a:path w="1979295" h="744855">
                <a:moveTo>
                  <a:pt x="1619504" y="377285"/>
                </a:moveTo>
                <a:lnTo>
                  <a:pt x="1619250" y="419123"/>
                </a:lnTo>
                <a:lnTo>
                  <a:pt x="1617360" y="482941"/>
                </a:lnTo>
                <a:lnTo>
                  <a:pt x="1612858" y="523595"/>
                </a:lnTo>
                <a:lnTo>
                  <a:pt x="1591945" y="575405"/>
                </a:lnTo>
                <a:lnTo>
                  <a:pt x="1553904" y="616517"/>
                </a:lnTo>
                <a:lnTo>
                  <a:pt x="1519860" y="635623"/>
                </a:lnTo>
                <a:lnTo>
                  <a:pt x="1479958" y="646791"/>
                </a:lnTo>
                <a:lnTo>
                  <a:pt x="1436947" y="649999"/>
                </a:lnTo>
                <a:lnTo>
                  <a:pt x="1417113" y="648541"/>
                </a:lnTo>
                <a:lnTo>
                  <a:pt x="1364430" y="631559"/>
                </a:lnTo>
                <a:lnTo>
                  <a:pt x="1325372" y="596233"/>
                </a:lnTo>
                <a:lnTo>
                  <a:pt x="1303565" y="547709"/>
                </a:lnTo>
                <a:lnTo>
                  <a:pt x="1298793" y="507992"/>
                </a:lnTo>
                <a:lnTo>
                  <a:pt x="1296800" y="443587"/>
                </a:lnTo>
                <a:lnTo>
                  <a:pt x="1296543" y="400907"/>
                </a:lnTo>
                <a:lnTo>
                  <a:pt x="1296543" y="375358"/>
                </a:lnTo>
                <a:lnTo>
                  <a:pt x="1296543" y="349773"/>
                </a:lnTo>
                <a:lnTo>
                  <a:pt x="1296543" y="324165"/>
                </a:lnTo>
                <a:lnTo>
                  <a:pt x="1296543" y="298545"/>
                </a:lnTo>
                <a:lnTo>
                  <a:pt x="1296800" y="256772"/>
                </a:lnTo>
                <a:lnTo>
                  <a:pt x="1298793" y="192799"/>
                </a:lnTo>
                <a:lnTo>
                  <a:pt x="1303299" y="152146"/>
                </a:lnTo>
                <a:lnTo>
                  <a:pt x="1324356" y="100425"/>
                </a:lnTo>
                <a:lnTo>
                  <a:pt x="1362200" y="59437"/>
                </a:lnTo>
                <a:lnTo>
                  <a:pt x="1396238" y="40316"/>
                </a:lnTo>
                <a:lnTo>
                  <a:pt x="1436036" y="29112"/>
                </a:lnTo>
                <a:lnTo>
                  <a:pt x="1479105" y="25880"/>
                </a:lnTo>
                <a:lnTo>
                  <a:pt x="1499108" y="27273"/>
                </a:lnTo>
                <a:lnTo>
                  <a:pt x="1551938" y="44235"/>
                </a:lnTo>
                <a:lnTo>
                  <a:pt x="1590675" y="79597"/>
                </a:lnTo>
                <a:lnTo>
                  <a:pt x="1612481" y="128192"/>
                </a:lnTo>
                <a:lnTo>
                  <a:pt x="1617253" y="167947"/>
                </a:lnTo>
                <a:lnTo>
                  <a:pt x="1619246" y="232316"/>
                </a:lnTo>
                <a:lnTo>
                  <a:pt x="1619504" y="275050"/>
                </a:lnTo>
                <a:lnTo>
                  <a:pt x="1619504" y="300579"/>
                </a:lnTo>
                <a:lnTo>
                  <a:pt x="1619504" y="326120"/>
                </a:lnTo>
                <a:lnTo>
                  <a:pt x="1619504" y="351684"/>
                </a:lnTo>
                <a:lnTo>
                  <a:pt x="1619504" y="377285"/>
                </a:lnTo>
                <a:close/>
              </a:path>
              <a:path w="1979295" h="744855">
                <a:moveTo>
                  <a:pt x="1479804" y="191103"/>
                </a:moveTo>
                <a:lnTo>
                  <a:pt x="1477607" y="145472"/>
                </a:lnTo>
                <a:lnTo>
                  <a:pt x="1467231" y="126968"/>
                </a:lnTo>
                <a:lnTo>
                  <a:pt x="1458722" y="127603"/>
                </a:lnTo>
                <a:lnTo>
                  <a:pt x="1451356" y="128111"/>
                </a:lnTo>
                <a:lnTo>
                  <a:pt x="1436620" y="173450"/>
                </a:lnTo>
                <a:lnTo>
                  <a:pt x="1436243" y="194278"/>
                </a:lnTo>
                <a:lnTo>
                  <a:pt x="1436243" y="250070"/>
                </a:lnTo>
                <a:lnTo>
                  <a:pt x="1436243" y="305887"/>
                </a:lnTo>
                <a:lnTo>
                  <a:pt x="1436243" y="361723"/>
                </a:lnTo>
                <a:lnTo>
                  <a:pt x="1436243" y="417570"/>
                </a:lnTo>
                <a:lnTo>
                  <a:pt x="1436243" y="473424"/>
                </a:lnTo>
                <a:lnTo>
                  <a:pt x="1436483" y="496909"/>
                </a:lnTo>
                <a:lnTo>
                  <a:pt x="1440180" y="537432"/>
                </a:lnTo>
                <a:lnTo>
                  <a:pt x="1448308" y="548989"/>
                </a:lnTo>
                <a:lnTo>
                  <a:pt x="1457706" y="548227"/>
                </a:lnTo>
                <a:lnTo>
                  <a:pt x="1467231" y="547592"/>
                </a:lnTo>
                <a:lnTo>
                  <a:pt x="1478835" y="508952"/>
                </a:lnTo>
                <a:lnTo>
                  <a:pt x="1479804" y="465804"/>
                </a:lnTo>
                <a:lnTo>
                  <a:pt x="1479804" y="410864"/>
                </a:lnTo>
                <a:lnTo>
                  <a:pt x="1479804" y="355923"/>
                </a:lnTo>
                <a:lnTo>
                  <a:pt x="1479804" y="300983"/>
                </a:lnTo>
                <a:lnTo>
                  <a:pt x="1479804" y="246043"/>
                </a:lnTo>
                <a:lnTo>
                  <a:pt x="1479804" y="191103"/>
                </a:lnTo>
                <a:close/>
              </a:path>
              <a:path w="1979295" h="744855">
                <a:moveTo>
                  <a:pt x="1967357" y="182721"/>
                </a:moveTo>
                <a:lnTo>
                  <a:pt x="1934952" y="185102"/>
                </a:lnTo>
                <a:lnTo>
                  <a:pt x="1902523" y="187483"/>
                </a:lnTo>
                <a:lnTo>
                  <a:pt x="1870094" y="189865"/>
                </a:lnTo>
                <a:lnTo>
                  <a:pt x="1837690" y="192246"/>
                </a:lnTo>
                <a:lnTo>
                  <a:pt x="1837690" y="181195"/>
                </a:lnTo>
                <a:lnTo>
                  <a:pt x="1837690" y="170132"/>
                </a:lnTo>
                <a:lnTo>
                  <a:pt x="1837690" y="159045"/>
                </a:lnTo>
                <a:lnTo>
                  <a:pt x="1837690" y="147923"/>
                </a:lnTo>
                <a:lnTo>
                  <a:pt x="1837380" y="133881"/>
                </a:lnTo>
                <a:lnTo>
                  <a:pt x="1823847" y="100933"/>
                </a:lnTo>
                <a:lnTo>
                  <a:pt x="1816227" y="101441"/>
                </a:lnTo>
                <a:lnTo>
                  <a:pt x="1791017" y="138932"/>
                </a:lnTo>
                <a:lnTo>
                  <a:pt x="1790573" y="149828"/>
                </a:lnTo>
                <a:lnTo>
                  <a:pt x="1791021" y="163901"/>
                </a:lnTo>
                <a:lnTo>
                  <a:pt x="1802657" y="201914"/>
                </a:lnTo>
                <a:lnTo>
                  <a:pt x="1837055" y="228060"/>
                </a:lnTo>
                <a:lnTo>
                  <a:pt x="1879345" y="254629"/>
                </a:lnTo>
                <a:lnTo>
                  <a:pt x="1913159" y="278685"/>
                </a:lnTo>
                <a:lnTo>
                  <a:pt x="1954784" y="320262"/>
                </a:lnTo>
                <a:lnTo>
                  <a:pt x="1972802" y="370554"/>
                </a:lnTo>
                <a:lnTo>
                  <a:pt x="1978914" y="445992"/>
                </a:lnTo>
                <a:lnTo>
                  <a:pt x="1978082" y="475783"/>
                </a:lnTo>
                <a:lnTo>
                  <a:pt x="1971466" y="523269"/>
                </a:lnTo>
                <a:lnTo>
                  <a:pt x="1945909" y="570166"/>
                </a:lnTo>
                <a:lnTo>
                  <a:pt x="1913636" y="595344"/>
                </a:lnTo>
                <a:lnTo>
                  <a:pt x="1872154" y="613997"/>
                </a:lnTo>
                <a:lnTo>
                  <a:pt x="1824101" y="622649"/>
                </a:lnTo>
                <a:lnTo>
                  <a:pt x="1797034" y="623173"/>
                </a:lnTo>
                <a:lnTo>
                  <a:pt x="1772062" y="620649"/>
                </a:lnTo>
                <a:lnTo>
                  <a:pt x="1728597" y="605885"/>
                </a:lnTo>
                <a:lnTo>
                  <a:pt x="1695704" y="581374"/>
                </a:lnTo>
                <a:lnTo>
                  <a:pt x="1671173" y="529764"/>
                </a:lnTo>
                <a:lnTo>
                  <a:pt x="1664989" y="478329"/>
                </a:lnTo>
                <a:lnTo>
                  <a:pt x="1664208" y="446754"/>
                </a:lnTo>
                <a:lnTo>
                  <a:pt x="1664208" y="436963"/>
                </a:lnTo>
                <a:lnTo>
                  <a:pt x="1664208" y="427196"/>
                </a:lnTo>
                <a:lnTo>
                  <a:pt x="1664208" y="417429"/>
                </a:lnTo>
                <a:lnTo>
                  <a:pt x="1664208" y="407638"/>
                </a:lnTo>
                <a:lnTo>
                  <a:pt x="1696668" y="405257"/>
                </a:lnTo>
                <a:lnTo>
                  <a:pt x="1729105" y="402875"/>
                </a:lnTo>
                <a:lnTo>
                  <a:pt x="1761541" y="400494"/>
                </a:lnTo>
                <a:lnTo>
                  <a:pt x="1794002" y="398113"/>
                </a:lnTo>
                <a:lnTo>
                  <a:pt x="1794002" y="416306"/>
                </a:lnTo>
                <a:lnTo>
                  <a:pt x="1794002" y="434498"/>
                </a:lnTo>
                <a:lnTo>
                  <a:pt x="1794002" y="452691"/>
                </a:lnTo>
                <a:lnTo>
                  <a:pt x="1794002" y="470884"/>
                </a:lnTo>
                <a:lnTo>
                  <a:pt x="1794375" y="486197"/>
                </a:lnTo>
                <a:lnTo>
                  <a:pt x="1809496" y="522573"/>
                </a:lnTo>
                <a:lnTo>
                  <a:pt x="1818894" y="521811"/>
                </a:lnTo>
                <a:lnTo>
                  <a:pt x="1828038" y="521176"/>
                </a:lnTo>
                <a:lnTo>
                  <a:pt x="1845883" y="482699"/>
                </a:lnTo>
                <a:lnTo>
                  <a:pt x="1846326" y="471392"/>
                </a:lnTo>
                <a:lnTo>
                  <a:pt x="1845498" y="447470"/>
                </a:lnTo>
                <a:lnTo>
                  <a:pt x="1833372" y="403447"/>
                </a:lnTo>
                <a:lnTo>
                  <a:pt x="1791616" y="370032"/>
                </a:lnTo>
                <a:lnTo>
                  <a:pt x="1744317" y="337639"/>
                </a:lnTo>
                <a:lnTo>
                  <a:pt x="1724850" y="323802"/>
                </a:lnTo>
                <a:lnTo>
                  <a:pt x="1691052" y="294185"/>
                </a:lnTo>
                <a:lnTo>
                  <a:pt x="1671193" y="257270"/>
                </a:lnTo>
                <a:lnTo>
                  <a:pt x="1660709" y="202459"/>
                </a:lnTo>
                <a:lnTo>
                  <a:pt x="1660017" y="179673"/>
                </a:lnTo>
                <a:lnTo>
                  <a:pt x="1661033" y="147601"/>
                </a:lnTo>
                <a:lnTo>
                  <a:pt x="1669018" y="96841"/>
                </a:lnTo>
                <a:lnTo>
                  <a:pt x="1696227" y="48498"/>
                </a:lnTo>
                <a:lnTo>
                  <a:pt x="1726565" y="24606"/>
                </a:lnTo>
                <a:lnTo>
                  <a:pt x="1765379" y="8382"/>
                </a:lnTo>
                <a:lnTo>
                  <a:pt x="1811528" y="730"/>
                </a:lnTo>
                <a:lnTo>
                  <a:pt x="1837731" y="0"/>
                </a:lnTo>
                <a:lnTo>
                  <a:pt x="1861994" y="1841"/>
                </a:lnTo>
                <a:lnTo>
                  <a:pt x="1904365" y="13430"/>
                </a:lnTo>
                <a:lnTo>
                  <a:pt x="1947263" y="45362"/>
                </a:lnTo>
                <a:lnTo>
                  <a:pt x="1964245" y="98425"/>
                </a:lnTo>
                <a:lnTo>
                  <a:pt x="1967357" y="159099"/>
                </a:lnTo>
                <a:lnTo>
                  <a:pt x="1967357" y="166973"/>
                </a:lnTo>
                <a:lnTo>
                  <a:pt x="1967357" y="174974"/>
                </a:lnTo>
                <a:lnTo>
                  <a:pt x="1967357" y="182721"/>
                </a:lnTo>
                <a:close/>
              </a:path>
            </a:pathLst>
          </a:custGeom>
          <a:ln w="38100">
            <a:solidFill>
              <a:srgbClr val="96460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6051" y="609218"/>
            <a:ext cx="4197477" cy="89039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533650" y="3542664"/>
            <a:ext cx="2613025" cy="1235710"/>
            <a:chOff x="2533650" y="3542664"/>
            <a:chExt cx="2613025" cy="1235710"/>
          </a:xfrm>
        </p:grpSpPr>
        <p:sp>
          <p:nvSpPr>
            <p:cNvPr id="7" name="object 7"/>
            <p:cNvSpPr/>
            <p:nvPr/>
          </p:nvSpPr>
          <p:spPr>
            <a:xfrm>
              <a:off x="2546350" y="3568064"/>
              <a:ext cx="2600325" cy="1210310"/>
            </a:xfrm>
            <a:custGeom>
              <a:avLst/>
              <a:gdLst/>
              <a:ahLst/>
              <a:cxnLst/>
              <a:rect l="l" t="t" r="r" b="b"/>
              <a:pathLst>
                <a:path w="2600325" h="1210310">
                  <a:moveTo>
                    <a:pt x="2398649" y="0"/>
                  </a:moveTo>
                  <a:lnTo>
                    <a:pt x="201675" y="0"/>
                  </a:lnTo>
                  <a:lnTo>
                    <a:pt x="155434" y="5326"/>
                  </a:lnTo>
                  <a:lnTo>
                    <a:pt x="112985" y="20499"/>
                  </a:lnTo>
                  <a:lnTo>
                    <a:pt x="75539" y="44307"/>
                  </a:lnTo>
                  <a:lnTo>
                    <a:pt x="44307" y="75539"/>
                  </a:lnTo>
                  <a:lnTo>
                    <a:pt x="20499" y="112985"/>
                  </a:lnTo>
                  <a:lnTo>
                    <a:pt x="5326" y="155434"/>
                  </a:lnTo>
                  <a:lnTo>
                    <a:pt x="0" y="201675"/>
                  </a:lnTo>
                  <a:lnTo>
                    <a:pt x="0" y="1008634"/>
                  </a:lnTo>
                  <a:lnTo>
                    <a:pt x="5326" y="1054875"/>
                  </a:lnTo>
                  <a:lnTo>
                    <a:pt x="20499" y="1097324"/>
                  </a:lnTo>
                  <a:lnTo>
                    <a:pt x="44307" y="1134770"/>
                  </a:lnTo>
                  <a:lnTo>
                    <a:pt x="75539" y="1166002"/>
                  </a:lnTo>
                  <a:lnTo>
                    <a:pt x="112985" y="1189810"/>
                  </a:lnTo>
                  <a:lnTo>
                    <a:pt x="155434" y="1204983"/>
                  </a:lnTo>
                  <a:lnTo>
                    <a:pt x="201675" y="1210310"/>
                  </a:lnTo>
                  <a:lnTo>
                    <a:pt x="2398649" y="1210310"/>
                  </a:lnTo>
                  <a:lnTo>
                    <a:pt x="2444890" y="1204983"/>
                  </a:lnTo>
                  <a:lnTo>
                    <a:pt x="2487339" y="1189810"/>
                  </a:lnTo>
                  <a:lnTo>
                    <a:pt x="2524785" y="1166002"/>
                  </a:lnTo>
                  <a:lnTo>
                    <a:pt x="2556017" y="1134770"/>
                  </a:lnTo>
                  <a:lnTo>
                    <a:pt x="2579825" y="1097324"/>
                  </a:lnTo>
                  <a:lnTo>
                    <a:pt x="2594998" y="1054875"/>
                  </a:lnTo>
                  <a:lnTo>
                    <a:pt x="2600325" y="1008634"/>
                  </a:lnTo>
                  <a:lnTo>
                    <a:pt x="2600325" y="201675"/>
                  </a:lnTo>
                  <a:lnTo>
                    <a:pt x="2594998" y="155434"/>
                  </a:lnTo>
                  <a:lnTo>
                    <a:pt x="2579825" y="112985"/>
                  </a:lnTo>
                  <a:lnTo>
                    <a:pt x="2556017" y="75539"/>
                  </a:lnTo>
                  <a:lnTo>
                    <a:pt x="2524785" y="44307"/>
                  </a:lnTo>
                  <a:lnTo>
                    <a:pt x="2487339" y="20499"/>
                  </a:lnTo>
                  <a:lnTo>
                    <a:pt x="2444890" y="5326"/>
                  </a:lnTo>
                  <a:lnTo>
                    <a:pt x="2398649" y="0"/>
                  </a:lnTo>
                  <a:close/>
                </a:path>
              </a:pathLst>
            </a:custGeom>
            <a:solidFill>
              <a:srgbClr val="612322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33650" y="3542664"/>
              <a:ext cx="2600325" cy="1210310"/>
            </a:xfrm>
            <a:custGeom>
              <a:avLst/>
              <a:gdLst/>
              <a:ahLst/>
              <a:cxnLst/>
              <a:rect l="l" t="t" r="r" b="b"/>
              <a:pathLst>
                <a:path w="2600325" h="1210310">
                  <a:moveTo>
                    <a:pt x="2398649" y="0"/>
                  </a:moveTo>
                  <a:lnTo>
                    <a:pt x="201675" y="0"/>
                  </a:lnTo>
                  <a:lnTo>
                    <a:pt x="155434" y="5326"/>
                  </a:lnTo>
                  <a:lnTo>
                    <a:pt x="112985" y="20499"/>
                  </a:lnTo>
                  <a:lnTo>
                    <a:pt x="75539" y="44307"/>
                  </a:lnTo>
                  <a:lnTo>
                    <a:pt x="44307" y="75539"/>
                  </a:lnTo>
                  <a:lnTo>
                    <a:pt x="20499" y="112985"/>
                  </a:lnTo>
                  <a:lnTo>
                    <a:pt x="5326" y="155434"/>
                  </a:lnTo>
                  <a:lnTo>
                    <a:pt x="0" y="201675"/>
                  </a:lnTo>
                  <a:lnTo>
                    <a:pt x="0" y="1008634"/>
                  </a:lnTo>
                  <a:lnTo>
                    <a:pt x="5326" y="1054875"/>
                  </a:lnTo>
                  <a:lnTo>
                    <a:pt x="20499" y="1097324"/>
                  </a:lnTo>
                  <a:lnTo>
                    <a:pt x="44307" y="1134770"/>
                  </a:lnTo>
                  <a:lnTo>
                    <a:pt x="75539" y="1166002"/>
                  </a:lnTo>
                  <a:lnTo>
                    <a:pt x="112985" y="1189810"/>
                  </a:lnTo>
                  <a:lnTo>
                    <a:pt x="155434" y="1204983"/>
                  </a:lnTo>
                  <a:lnTo>
                    <a:pt x="201675" y="1210310"/>
                  </a:lnTo>
                  <a:lnTo>
                    <a:pt x="2398649" y="1210310"/>
                  </a:lnTo>
                  <a:lnTo>
                    <a:pt x="2444890" y="1204983"/>
                  </a:lnTo>
                  <a:lnTo>
                    <a:pt x="2487339" y="1189810"/>
                  </a:lnTo>
                  <a:lnTo>
                    <a:pt x="2524785" y="1166002"/>
                  </a:lnTo>
                  <a:lnTo>
                    <a:pt x="2556017" y="1134770"/>
                  </a:lnTo>
                  <a:lnTo>
                    <a:pt x="2579825" y="1097324"/>
                  </a:lnTo>
                  <a:lnTo>
                    <a:pt x="2594998" y="1054875"/>
                  </a:lnTo>
                  <a:lnTo>
                    <a:pt x="2600325" y="1008634"/>
                  </a:lnTo>
                  <a:lnTo>
                    <a:pt x="2600325" y="201675"/>
                  </a:lnTo>
                  <a:lnTo>
                    <a:pt x="2594998" y="155434"/>
                  </a:lnTo>
                  <a:lnTo>
                    <a:pt x="2579825" y="112985"/>
                  </a:lnTo>
                  <a:lnTo>
                    <a:pt x="2556017" y="75539"/>
                  </a:lnTo>
                  <a:lnTo>
                    <a:pt x="2524785" y="44307"/>
                  </a:lnTo>
                  <a:lnTo>
                    <a:pt x="2487339" y="20499"/>
                  </a:lnTo>
                  <a:lnTo>
                    <a:pt x="2444890" y="5326"/>
                  </a:lnTo>
                  <a:lnTo>
                    <a:pt x="2398649" y="0"/>
                  </a:lnTo>
                  <a:close/>
                </a:path>
              </a:pathLst>
            </a:custGeom>
            <a:solidFill>
              <a:srgbClr val="FF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75508" y="3585463"/>
            <a:ext cx="2315845" cy="108712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1200" dirty="0">
                <a:latin typeface="Arial Black"/>
                <a:cs typeface="Arial Black"/>
              </a:rPr>
              <a:t>SIGNOS</a:t>
            </a:r>
            <a:r>
              <a:rPr sz="1200" spc="370" dirty="0">
                <a:latin typeface="Arial Black"/>
                <a:cs typeface="Arial Black"/>
              </a:rPr>
              <a:t> </a:t>
            </a:r>
            <a:r>
              <a:rPr sz="1200" dirty="0">
                <a:latin typeface="Arial Black"/>
                <a:cs typeface="Arial Black"/>
              </a:rPr>
              <a:t>DE</a:t>
            </a:r>
            <a:r>
              <a:rPr sz="1200" spc="370" dirty="0">
                <a:latin typeface="Arial Black"/>
                <a:cs typeface="Arial Black"/>
              </a:rPr>
              <a:t> </a:t>
            </a:r>
            <a:r>
              <a:rPr sz="1200" spc="-10" dirty="0">
                <a:latin typeface="Arial Black"/>
                <a:cs typeface="Arial Black"/>
              </a:rPr>
              <a:t>PUNTUACIÓN</a:t>
            </a:r>
            <a:r>
              <a:rPr sz="1100" spc="-10" dirty="0">
                <a:latin typeface="Arial Black"/>
                <a:cs typeface="Arial Black"/>
              </a:rPr>
              <a:t>.</a:t>
            </a:r>
            <a:endParaRPr sz="1100">
              <a:latin typeface="Arial Black"/>
              <a:cs typeface="Arial Black"/>
            </a:endParaRPr>
          </a:p>
          <a:p>
            <a:pPr marL="137160" marR="130175" algn="ctr">
              <a:lnSpc>
                <a:spcPct val="101600"/>
              </a:lnSpc>
              <a:spcBef>
                <a:spcPts val="360"/>
              </a:spcBef>
            </a:pPr>
            <a:r>
              <a:rPr sz="1000" b="1" dirty="0">
                <a:latin typeface="Calibri"/>
                <a:cs typeface="Calibri"/>
              </a:rPr>
              <a:t>Su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función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principal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la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establecer </a:t>
            </a:r>
            <a:r>
              <a:rPr sz="1000" b="1" dirty="0">
                <a:latin typeface="Calibri"/>
                <a:cs typeface="Calibri"/>
              </a:rPr>
              <a:t>pausas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en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la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lectura,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indicar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diferentes entonaciones,</a:t>
            </a:r>
            <a:r>
              <a:rPr sz="1000" b="1" spc="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evitar</a:t>
            </a:r>
            <a:r>
              <a:rPr sz="1000" b="1" spc="2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ambigüedades, </a:t>
            </a:r>
            <a:r>
              <a:rPr sz="1000" b="1" dirty="0">
                <a:latin typeface="Calibri"/>
                <a:cs typeface="Calibri"/>
              </a:rPr>
              <a:t>facilitar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la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comprensión,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introducir</a:t>
            </a:r>
            <a:endParaRPr sz="10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20"/>
              </a:spcBef>
            </a:pPr>
            <a:r>
              <a:rPr sz="1000" b="1" dirty="0">
                <a:latin typeface="Calibri"/>
                <a:cs typeface="Calibri"/>
              </a:rPr>
              <a:t>aclaraciones, marcar</a:t>
            </a:r>
            <a:r>
              <a:rPr sz="1000" b="1" spc="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situaciones…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450" y="6243319"/>
            <a:ext cx="6486525" cy="1628775"/>
          </a:xfrm>
          <a:prstGeom prst="rect">
            <a:avLst/>
          </a:prstGeom>
          <a:solidFill>
            <a:srgbClr val="FFFF00"/>
          </a:solidFill>
          <a:ln w="57150">
            <a:solidFill>
              <a:srgbClr val="0000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  <a:tabLst>
                <a:tab pos="1289050" algn="l"/>
              </a:tabLst>
            </a:pPr>
            <a:r>
              <a:rPr sz="1900" spc="-10" dirty="0">
                <a:latin typeface="Arial Black"/>
                <a:cs typeface="Arial Black"/>
              </a:rPr>
              <a:t>SIGNOS</a:t>
            </a:r>
            <a:r>
              <a:rPr sz="1900" dirty="0">
                <a:latin typeface="Arial Black"/>
                <a:cs typeface="Arial Black"/>
              </a:rPr>
              <a:t>	ORTOGRÁFICOS.</a:t>
            </a:r>
            <a:r>
              <a:rPr sz="1900" spc="-65" dirty="0">
                <a:latin typeface="Arial Black"/>
                <a:cs typeface="Arial Black"/>
              </a:rPr>
              <a:t> </a:t>
            </a:r>
            <a:r>
              <a:rPr sz="800" dirty="0">
                <a:latin typeface="Arial Black"/>
                <a:cs typeface="Arial Black"/>
              </a:rPr>
              <a:t>Hay</a:t>
            </a:r>
            <a:r>
              <a:rPr sz="800" spc="-40" dirty="0">
                <a:latin typeface="Arial Black"/>
                <a:cs typeface="Arial Black"/>
              </a:rPr>
              <a:t> </a:t>
            </a:r>
            <a:r>
              <a:rPr sz="800" dirty="0">
                <a:latin typeface="Arial Black"/>
                <a:cs typeface="Arial Black"/>
              </a:rPr>
              <a:t>dos</a:t>
            </a:r>
            <a:r>
              <a:rPr sz="800" spc="-40" dirty="0">
                <a:latin typeface="Arial Black"/>
                <a:cs typeface="Arial Black"/>
              </a:rPr>
              <a:t> </a:t>
            </a:r>
            <a:r>
              <a:rPr sz="800" dirty="0">
                <a:latin typeface="Arial Black"/>
                <a:cs typeface="Arial Black"/>
              </a:rPr>
              <a:t>tipos:</a:t>
            </a:r>
            <a:r>
              <a:rPr sz="800" spc="-35" dirty="0">
                <a:latin typeface="Arial Black"/>
                <a:cs typeface="Arial Black"/>
              </a:rPr>
              <a:t> </a:t>
            </a:r>
            <a:r>
              <a:rPr sz="900" dirty="0">
                <a:latin typeface="Arial Black"/>
                <a:cs typeface="Arial Black"/>
              </a:rPr>
              <a:t>de</a:t>
            </a:r>
            <a:r>
              <a:rPr sz="900" spc="-30" dirty="0">
                <a:latin typeface="Arial Black"/>
                <a:cs typeface="Arial Black"/>
              </a:rPr>
              <a:t> </a:t>
            </a:r>
            <a:r>
              <a:rPr sz="900" dirty="0">
                <a:latin typeface="Arial Black"/>
                <a:cs typeface="Arial Black"/>
              </a:rPr>
              <a:t>puntuación</a:t>
            </a:r>
            <a:r>
              <a:rPr sz="900" spc="-25" dirty="0">
                <a:latin typeface="Arial Black"/>
                <a:cs typeface="Arial Black"/>
              </a:rPr>
              <a:t> </a:t>
            </a:r>
            <a:r>
              <a:rPr sz="900" dirty="0">
                <a:latin typeface="Arial Black"/>
                <a:cs typeface="Arial Black"/>
              </a:rPr>
              <a:t>y</a:t>
            </a:r>
            <a:r>
              <a:rPr sz="900" spc="-35" dirty="0">
                <a:latin typeface="Arial Black"/>
                <a:cs typeface="Arial Black"/>
              </a:rPr>
              <a:t> </a:t>
            </a:r>
            <a:r>
              <a:rPr sz="900" spc="-10" dirty="0">
                <a:latin typeface="Arial Black"/>
                <a:cs typeface="Arial Black"/>
              </a:rPr>
              <a:t>auxiliares.</a:t>
            </a:r>
            <a:endParaRPr sz="9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1000" b="1" dirty="0">
                <a:latin typeface="Calibri"/>
                <a:cs typeface="Calibri"/>
              </a:rPr>
              <a:t>Son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todas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las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marcas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gráficas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(salvo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números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y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letras)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que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aparecen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en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los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textos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escritos.</a:t>
            </a:r>
            <a:endParaRPr sz="1000">
              <a:latin typeface="Calibri"/>
              <a:cs typeface="Calibri"/>
            </a:endParaRPr>
          </a:p>
          <a:p>
            <a:pPr marL="194310" marR="190500" algn="ctr">
              <a:lnSpc>
                <a:spcPct val="116700"/>
              </a:lnSpc>
              <a:spcBef>
                <a:spcPts val="20"/>
              </a:spcBef>
            </a:pPr>
            <a:r>
              <a:rPr sz="1000" b="1" dirty="0">
                <a:latin typeface="Calibri"/>
                <a:cs typeface="Calibri"/>
              </a:rPr>
              <a:t>Su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función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es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ayudar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poder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expresar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mejor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la</a:t>
            </a:r>
            <a:r>
              <a:rPr sz="1000" b="1" spc="-10" dirty="0">
                <a:latin typeface="Calibri"/>
                <a:cs typeface="Calibri"/>
              </a:rPr>
              <a:t> intención, </a:t>
            </a:r>
            <a:r>
              <a:rPr sz="1000" b="1" dirty="0">
                <a:latin typeface="Calibri"/>
                <a:cs typeface="Calibri"/>
              </a:rPr>
              <a:t>los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sentimientos, </a:t>
            </a:r>
            <a:r>
              <a:rPr sz="1000" b="1" dirty="0">
                <a:latin typeface="Calibri"/>
                <a:cs typeface="Calibri"/>
              </a:rPr>
              <a:t>las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ideas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y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emociones</a:t>
            </a:r>
            <a:r>
              <a:rPr sz="1000" b="1" spc="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la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persona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spc="-25" dirty="0">
                <a:latin typeface="Calibri"/>
                <a:cs typeface="Calibri"/>
              </a:rPr>
              <a:t>que</a:t>
            </a:r>
            <a:r>
              <a:rPr sz="1000" b="1" dirty="0">
                <a:latin typeface="Calibri"/>
                <a:cs typeface="Calibri"/>
              </a:rPr>
              <a:t> escribe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y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que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sean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entendidos </a:t>
            </a:r>
            <a:r>
              <a:rPr sz="1000" b="1" dirty="0">
                <a:latin typeface="Calibri"/>
                <a:cs typeface="Calibri"/>
              </a:rPr>
              <a:t>lo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mejor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posible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por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la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persona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que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lo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lee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o</a:t>
            </a:r>
            <a:r>
              <a:rPr sz="1000" b="1" spc="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escucha.</a:t>
            </a:r>
            <a:endParaRPr sz="1000">
              <a:latin typeface="Calibri"/>
              <a:cs typeface="Calibri"/>
            </a:endParaRPr>
          </a:p>
          <a:p>
            <a:pPr marL="3175" algn="ctr">
              <a:lnSpc>
                <a:spcPct val="100000"/>
              </a:lnSpc>
              <a:spcBef>
                <a:spcPts val="200"/>
              </a:spcBef>
            </a:pPr>
            <a:r>
              <a:rPr sz="1000" b="1" dirty="0">
                <a:latin typeface="Calibri"/>
                <a:cs typeface="Calibri"/>
              </a:rPr>
              <a:t>También</a:t>
            </a:r>
            <a:r>
              <a:rPr sz="1000" b="1" spc="-3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intentan</a:t>
            </a:r>
            <a:r>
              <a:rPr sz="1000" b="1" spc="-3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evitar</a:t>
            </a:r>
            <a:r>
              <a:rPr sz="1000" b="1" spc="-3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confusiones,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situaciones</a:t>
            </a:r>
            <a:r>
              <a:rPr sz="1000" b="1" spc="-3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ambiguas,</a:t>
            </a:r>
            <a:r>
              <a:rPr sz="1000" b="1" spc="-3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malentendidos…</a:t>
            </a:r>
            <a:endParaRPr sz="1000">
              <a:latin typeface="Calibri"/>
              <a:cs typeface="Calibri"/>
            </a:endParaRPr>
          </a:p>
          <a:p>
            <a:pPr marL="209550" marR="207645" algn="ctr">
              <a:lnSpc>
                <a:spcPct val="116700"/>
              </a:lnSpc>
            </a:pPr>
            <a:r>
              <a:rPr sz="1000" b="1" dirty="0">
                <a:latin typeface="Calibri"/>
                <a:cs typeface="Calibri"/>
              </a:rPr>
              <a:t>Está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acordado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el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significado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cada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uno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ellos,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por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lo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que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importante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conocerlos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y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saber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usarlos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para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mejorar </a:t>
            </a:r>
            <a:r>
              <a:rPr sz="1000" b="1" dirty="0">
                <a:latin typeface="Calibri"/>
                <a:cs typeface="Calibri"/>
              </a:rPr>
              <a:t>nuestra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comunicación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escrita.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105" y="1638299"/>
            <a:ext cx="6675120" cy="43148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74077" y="2995295"/>
            <a:ext cx="979805" cy="73469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COMA</a:t>
            </a:r>
            <a:r>
              <a:rPr sz="1100" b="1" spc="48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200" spc="-50" dirty="0">
                <a:solidFill>
                  <a:srgbClr val="FF0000"/>
                </a:solidFill>
                <a:latin typeface="Arial Black"/>
                <a:cs typeface="Arial Black"/>
              </a:rPr>
              <a:t>,</a:t>
            </a:r>
            <a:endParaRPr sz="1200">
              <a:latin typeface="Arial Black"/>
              <a:cs typeface="Arial Black"/>
            </a:endParaRPr>
          </a:p>
          <a:p>
            <a:pPr marL="12700" marR="5080" algn="ctr">
              <a:lnSpc>
                <a:spcPct val="115900"/>
              </a:lnSpc>
              <a:spcBef>
                <a:spcPts val="65"/>
              </a:spcBef>
            </a:pPr>
            <a:r>
              <a:rPr sz="900" b="1" dirty="0">
                <a:latin typeface="Comic Sans MS"/>
                <a:cs typeface="Comic Sans MS"/>
              </a:rPr>
              <a:t>Pausa</a:t>
            </a:r>
            <a:r>
              <a:rPr sz="900" b="1" spc="-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breve</a:t>
            </a:r>
            <a:r>
              <a:rPr sz="900" b="1" spc="-5" dirty="0">
                <a:latin typeface="Comic Sans MS"/>
                <a:cs typeface="Comic Sans MS"/>
              </a:rPr>
              <a:t> </a:t>
            </a:r>
            <a:r>
              <a:rPr sz="900" b="1" spc="-20" dirty="0">
                <a:latin typeface="Comic Sans MS"/>
                <a:cs typeface="Comic Sans MS"/>
              </a:rPr>
              <a:t>para </a:t>
            </a:r>
            <a:r>
              <a:rPr sz="900" b="1" spc="-10" dirty="0">
                <a:latin typeface="Comic Sans MS"/>
                <a:cs typeface="Comic Sans MS"/>
              </a:rPr>
              <a:t>aclaraciones, enumeraciones…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87116" y="1800055"/>
            <a:ext cx="1384935" cy="119316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90"/>
              </a:spcBef>
              <a:tabLst>
                <a:tab pos="673100" algn="l"/>
              </a:tabLst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PUNTO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	</a:t>
            </a:r>
            <a:r>
              <a:rPr sz="1200" spc="-50" dirty="0">
                <a:solidFill>
                  <a:srgbClr val="FF0000"/>
                </a:solidFill>
                <a:latin typeface="Arial Black"/>
                <a:cs typeface="Arial Black"/>
              </a:rPr>
              <a:t>.</a:t>
            </a:r>
            <a:endParaRPr sz="12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440"/>
              </a:spcBef>
            </a:pPr>
            <a:r>
              <a:rPr sz="900" b="1" dirty="0">
                <a:latin typeface="Comic Sans MS"/>
                <a:cs typeface="Comic Sans MS"/>
              </a:rPr>
              <a:t>Indica</a:t>
            </a:r>
            <a:r>
              <a:rPr sz="900" b="1" spc="-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una</a:t>
            </a:r>
            <a:r>
              <a:rPr sz="900" b="1" spc="-2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pausa</a:t>
            </a:r>
            <a:r>
              <a:rPr sz="900" b="1" spc="5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mayor.</a:t>
            </a:r>
            <a:endParaRPr sz="9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900" b="1" dirty="0">
                <a:latin typeface="Comic Sans MS"/>
                <a:cs typeface="Comic Sans MS"/>
              </a:rPr>
              <a:t>Tres</a:t>
            </a:r>
            <a:r>
              <a:rPr sz="900" b="1" spc="-10" dirty="0">
                <a:latin typeface="Comic Sans MS"/>
                <a:cs typeface="Comic Sans MS"/>
              </a:rPr>
              <a:t> tipos:</a:t>
            </a:r>
            <a:endParaRPr sz="900">
              <a:latin typeface="Comic Sans MS"/>
              <a:cs typeface="Comic Sans MS"/>
            </a:endParaRPr>
          </a:p>
          <a:p>
            <a:pPr marL="262890" indent="-118745">
              <a:lnSpc>
                <a:spcPct val="100000"/>
              </a:lnSpc>
              <a:spcBef>
                <a:spcPts val="380"/>
              </a:spcBef>
              <a:buChar char="-"/>
              <a:tabLst>
                <a:tab pos="262890" algn="l"/>
              </a:tabLst>
            </a:pPr>
            <a:r>
              <a:rPr sz="900" b="1" dirty="0">
                <a:latin typeface="Comic Sans MS"/>
                <a:cs typeface="Comic Sans MS"/>
              </a:rPr>
              <a:t>PNTO</a:t>
            </a:r>
            <a:r>
              <a:rPr sz="900" b="1" spc="-10" dirty="0">
                <a:latin typeface="Comic Sans MS"/>
                <a:cs typeface="Comic Sans MS"/>
              </a:rPr>
              <a:t> SEGUIDO.</a:t>
            </a:r>
            <a:endParaRPr sz="900">
              <a:latin typeface="Comic Sans MS"/>
              <a:cs typeface="Comic Sans MS"/>
            </a:endParaRPr>
          </a:p>
          <a:p>
            <a:pPr marL="214629" indent="-118745">
              <a:lnSpc>
                <a:spcPct val="100000"/>
              </a:lnSpc>
              <a:spcBef>
                <a:spcPts val="360"/>
              </a:spcBef>
              <a:buChar char="-"/>
              <a:tabLst>
                <a:tab pos="214629" algn="l"/>
              </a:tabLst>
            </a:pPr>
            <a:r>
              <a:rPr sz="900" b="1" dirty="0">
                <a:latin typeface="Comic Sans MS"/>
                <a:cs typeface="Comic Sans MS"/>
              </a:rPr>
              <a:t>PUNTO</a:t>
            </a:r>
            <a:r>
              <a:rPr sz="900" b="1" spc="-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y </a:t>
            </a:r>
            <a:r>
              <a:rPr sz="900" b="1" spc="-10" dirty="0">
                <a:latin typeface="Comic Sans MS"/>
                <a:cs typeface="Comic Sans MS"/>
              </a:rPr>
              <a:t>APARTE.</a:t>
            </a:r>
            <a:endParaRPr sz="900">
              <a:latin typeface="Comic Sans MS"/>
              <a:cs typeface="Comic Sans MS"/>
            </a:endParaRPr>
          </a:p>
          <a:p>
            <a:pPr marL="192405">
              <a:lnSpc>
                <a:spcPct val="100000"/>
              </a:lnSpc>
              <a:spcBef>
                <a:spcPts val="400"/>
              </a:spcBef>
            </a:pPr>
            <a:r>
              <a:rPr sz="900" b="1" dirty="0">
                <a:latin typeface="Comic Sans MS"/>
                <a:cs typeface="Comic Sans MS"/>
              </a:rPr>
              <a:t>-</a:t>
            </a:r>
            <a:r>
              <a:rPr sz="900" b="1" spc="-1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PUNTO </a:t>
            </a:r>
            <a:r>
              <a:rPr sz="900" b="1" spc="-10" dirty="0">
                <a:latin typeface="Comic Sans MS"/>
                <a:cs typeface="Comic Sans MS"/>
              </a:rPr>
              <a:t>FINAL.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22951" y="2938568"/>
            <a:ext cx="1321435" cy="63627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685"/>
              </a:spcBef>
              <a:tabLst>
                <a:tab pos="1211580" algn="l"/>
              </a:tabLst>
            </a:pP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DOS</a:t>
            </a:r>
            <a:r>
              <a:rPr sz="1100" b="1" spc="-1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PUNTOS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	</a:t>
            </a:r>
            <a:r>
              <a:rPr sz="1200" spc="-50" dirty="0">
                <a:solidFill>
                  <a:srgbClr val="FF0000"/>
                </a:solidFill>
                <a:latin typeface="Arial Black"/>
                <a:cs typeface="Arial Black"/>
              </a:rPr>
              <a:t>:</a:t>
            </a:r>
            <a:endParaRPr sz="1200">
              <a:latin typeface="Arial Black"/>
              <a:cs typeface="Arial Black"/>
            </a:endParaRPr>
          </a:p>
          <a:p>
            <a:pPr marL="109220" marR="5080" indent="-96520">
              <a:lnSpc>
                <a:spcPct val="116900"/>
              </a:lnSpc>
              <a:spcBef>
                <a:spcPts val="259"/>
              </a:spcBef>
            </a:pPr>
            <a:r>
              <a:rPr sz="900" b="1" dirty="0">
                <a:latin typeface="Comic Sans MS"/>
                <a:cs typeface="Comic Sans MS"/>
              </a:rPr>
              <a:t>Introducen</a:t>
            </a:r>
            <a:r>
              <a:rPr sz="900" b="1" spc="-3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o</a:t>
            </a:r>
            <a:r>
              <a:rPr sz="900" b="1" spc="-15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presentan </a:t>
            </a:r>
            <a:r>
              <a:rPr sz="900" b="1" dirty="0">
                <a:latin typeface="Comic Sans MS"/>
                <a:cs typeface="Comic Sans MS"/>
              </a:rPr>
              <a:t>información,</a:t>
            </a:r>
            <a:r>
              <a:rPr sz="900" b="1" spc="-70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datos…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49164" y="1833572"/>
            <a:ext cx="1397635" cy="43053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386080">
              <a:lnSpc>
                <a:spcPct val="116900"/>
              </a:lnSpc>
              <a:spcBef>
                <a:spcPts val="80"/>
              </a:spcBef>
              <a:tabLst>
                <a:tab pos="1231900" algn="l"/>
              </a:tabLst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PUNTOS SUSPENSIVOS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	</a:t>
            </a:r>
            <a:r>
              <a:rPr sz="1200" spc="-50" dirty="0">
                <a:solidFill>
                  <a:srgbClr val="FF0000"/>
                </a:solidFill>
                <a:latin typeface="Arial Black"/>
                <a:cs typeface="Arial Black"/>
              </a:rPr>
              <a:t>…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64403" y="2273934"/>
            <a:ext cx="1363980" cy="34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" marR="5080" indent="-59055">
              <a:lnSpc>
                <a:spcPct val="114799"/>
              </a:lnSpc>
              <a:spcBef>
                <a:spcPts val="100"/>
              </a:spcBef>
            </a:pPr>
            <a:r>
              <a:rPr sz="900" b="1" dirty="0">
                <a:latin typeface="Comic Sans MS"/>
                <a:cs typeface="Comic Sans MS"/>
              </a:rPr>
              <a:t>Para</a:t>
            </a:r>
            <a:r>
              <a:rPr sz="900" b="1" spc="-3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indicar</a:t>
            </a:r>
            <a:r>
              <a:rPr sz="900" b="1" spc="-35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información </a:t>
            </a:r>
            <a:r>
              <a:rPr sz="900" b="1" dirty="0">
                <a:latin typeface="Comic Sans MS"/>
                <a:cs typeface="Comic Sans MS"/>
              </a:rPr>
              <a:t>incompleta,</a:t>
            </a:r>
            <a:r>
              <a:rPr sz="900" b="1" spc="-15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suspense…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4077" y="1856485"/>
            <a:ext cx="1372235" cy="7353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  <a:tabLst>
                <a:tab pos="1295400" algn="l"/>
              </a:tabLst>
            </a:pP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PUNTO</a:t>
            </a:r>
            <a:r>
              <a:rPr sz="1100" b="1" spc="-2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y</a:t>
            </a:r>
            <a:r>
              <a:rPr sz="1100" b="1" spc="-3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100" b="1" spc="-20" dirty="0">
                <a:solidFill>
                  <a:srgbClr val="0000FF"/>
                </a:solidFill>
                <a:latin typeface="Comic Sans MS"/>
                <a:cs typeface="Comic Sans MS"/>
              </a:rPr>
              <a:t>COMA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	</a:t>
            </a:r>
            <a:r>
              <a:rPr sz="1200" spc="-50" dirty="0">
                <a:solidFill>
                  <a:srgbClr val="C00000"/>
                </a:solidFill>
                <a:latin typeface="Arial Black"/>
                <a:cs typeface="Arial Black"/>
              </a:rPr>
              <a:t>;</a:t>
            </a:r>
            <a:endParaRPr sz="1200">
              <a:latin typeface="Arial Black"/>
              <a:cs typeface="Arial Black"/>
            </a:endParaRPr>
          </a:p>
          <a:p>
            <a:pPr marL="22225" marR="16510" indent="-1270" algn="ctr">
              <a:lnSpc>
                <a:spcPct val="115700"/>
              </a:lnSpc>
              <a:spcBef>
                <a:spcPts val="70"/>
              </a:spcBef>
            </a:pPr>
            <a:r>
              <a:rPr sz="900" b="1" dirty="0">
                <a:latin typeface="Comic Sans MS"/>
                <a:cs typeface="Comic Sans MS"/>
              </a:rPr>
              <a:t>Une</a:t>
            </a:r>
            <a:r>
              <a:rPr sz="900" b="1" spc="-2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ciertas</a:t>
            </a:r>
            <a:r>
              <a:rPr sz="900" b="1" spc="-3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oraciones</a:t>
            </a:r>
            <a:r>
              <a:rPr sz="900" b="1" spc="-35" dirty="0">
                <a:latin typeface="Comic Sans MS"/>
                <a:cs typeface="Comic Sans MS"/>
              </a:rPr>
              <a:t> </a:t>
            </a:r>
            <a:r>
              <a:rPr sz="900" b="1" spc="-50" dirty="0">
                <a:latin typeface="Comic Sans MS"/>
                <a:cs typeface="Comic Sans MS"/>
              </a:rPr>
              <a:t>o </a:t>
            </a:r>
            <a:r>
              <a:rPr sz="900" b="1" dirty="0">
                <a:latin typeface="Comic Sans MS"/>
                <a:cs typeface="Comic Sans MS"/>
              </a:rPr>
              <a:t>ideas,</a:t>
            </a:r>
            <a:r>
              <a:rPr sz="900" b="1" spc="-1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introduce</a:t>
            </a:r>
            <a:r>
              <a:rPr sz="900" b="1" spc="-30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ciertas </a:t>
            </a:r>
            <a:r>
              <a:rPr sz="900" b="1" dirty="0">
                <a:latin typeface="Comic Sans MS"/>
                <a:cs typeface="Comic Sans MS"/>
              </a:rPr>
              <a:t>conjunciones…</a:t>
            </a:r>
            <a:r>
              <a:rPr sz="900" b="1" spc="-50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(pausa)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8357" y="4143756"/>
            <a:ext cx="1261110" cy="121475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COMILLAS</a:t>
            </a:r>
            <a:endParaRPr sz="11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  <a:tabLst>
                <a:tab pos="421005" algn="l"/>
                <a:tab pos="792480" algn="l"/>
              </a:tabLst>
            </a:pPr>
            <a:r>
              <a:rPr sz="1100" b="1" dirty="0">
                <a:solidFill>
                  <a:srgbClr val="FF0000"/>
                </a:solidFill>
                <a:latin typeface="Comic Sans MS"/>
                <a:cs typeface="Comic Sans MS"/>
              </a:rPr>
              <a:t>« </a:t>
            </a:r>
            <a:r>
              <a:rPr sz="1100" b="1" spc="-50" dirty="0">
                <a:solidFill>
                  <a:srgbClr val="FF0000"/>
                </a:solidFill>
                <a:latin typeface="Comic Sans MS"/>
                <a:cs typeface="Comic Sans MS"/>
              </a:rPr>
              <a:t>»</a:t>
            </a:r>
            <a:r>
              <a:rPr sz="1100" b="1" dirty="0">
                <a:solidFill>
                  <a:srgbClr val="FF0000"/>
                </a:solidFill>
                <a:latin typeface="Comic Sans MS"/>
                <a:cs typeface="Comic Sans MS"/>
              </a:rPr>
              <a:t>	</a:t>
            </a:r>
            <a:r>
              <a:rPr sz="1100" dirty="0">
                <a:solidFill>
                  <a:srgbClr val="FF0000"/>
                </a:solidFill>
                <a:latin typeface="Arial Black"/>
                <a:cs typeface="Arial Black"/>
              </a:rPr>
              <a:t>“</a:t>
            </a:r>
            <a:r>
              <a:rPr sz="1100" spc="-5" dirty="0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Arial Black"/>
                <a:cs typeface="Arial Black"/>
              </a:rPr>
              <a:t>”</a:t>
            </a:r>
            <a:r>
              <a:rPr sz="1100" dirty="0">
                <a:solidFill>
                  <a:srgbClr val="FF0000"/>
                </a:solidFill>
                <a:latin typeface="Arial Black"/>
                <a:cs typeface="Arial Black"/>
              </a:rPr>
              <a:t>	‘</a:t>
            </a:r>
            <a:r>
              <a:rPr sz="1100" spc="-15" dirty="0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sz="1100" spc="-50" dirty="0">
                <a:solidFill>
                  <a:srgbClr val="FF0000"/>
                </a:solidFill>
                <a:latin typeface="Arial Black"/>
                <a:cs typeface="Arial Black"/>
              </a:rPr>
              <a:t>’</a:t>
            </a:r>
            <a:endParaRPr sz="1100">
              <a:latin typeface="Arial Black"/>
              <a:cs typeface="Arial Black"/>
            </a:endParaRPr>
          </a:p>
          <a:p>
            <a:pPr marL="12700" marR="5080" indent="-2540" algn="ctr">
              <a:lnSpc>
                <a:spcPct val="116300"/>
              </a:lnSpc>
              <a:spcBef>
                <a:spcPts val="40"/>
              </a:spcBef>
            </a:pPr>
            <a:r>
              <a:rPr sz="900" b="1" dirty="0">
                <a:latin typeface="Comic Sans MS"/>
                <a:cs typeface="Comic Sans MS"/>
              </a:rPr>
              <a:t>Hay</a:t>
            </a:r>
            <a:r>
              <a:rPr sz="900" b="1" spc="-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3</a:t>
            </a:r>
            <a:r>
              <a:rPr sz="900" b="1" spc="-1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tipos.</a:t>
            </a:r>
            <a:r>
              <a:rPr sz="900" b="1" spc="-15" dirty="0">
                <a:latin typeface="Comic Sans MS"/>
                <a:cs typeface="Comic Sans MS"/>
              </a:rPr>
              <a:t> </a:t>
            </a:r>
            <a:r>
              <a:rPr sz="900" b="1" spc="-20" dirty="0">
                <a:latin typeface="Comic Sans MS"/>
                <a:cs typeface="Comic Sans MS"/>
              </a:rPr>
              <a:t>Para </a:t>
            </a:r>
            <a:r>
              <a:rPr sz="900" b="1" dirty="0">
                <a:latin typeface="Comic Sans MS"/>
                <a:cs typeface="Comic Sans MS"/>
              </a:rPr>
              <a:t>aclaraciones,</a:t>
            </a:r>
            <a:r>
              <a:rPr sz="900" b="1" spc="-60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términos </a:t>
            </a:r>
            <a:r>
              <a:rPr sz="900" b="1" dirty="0">
                <a:latin typeface="Comic Sans MS"/>
                <a:cs typeface="Comic Sans MS"/>
              </a:rPr>
              <a:t>no</a:t>
            </a:r>
            <a:r>
              <a:rPr sz="900" b="1" spc="-2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oficiales…</a:t>
            </a:r>
            <a:r>
              <a:rPr sz="900" b="1" spc="-1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A</a:t>
            </a:r>
            <a:r>
              <a:rPr sz="900" b="1" spc="-25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veces, </a:t>
            </a:r>
            <a:r>
              <a:rPr sz="900" b="1" dirty="0">
                <a:latin typeface="Comic Sans MS"/>
                <a:cs typeface="Comic Sans MS"/>
              </a:rPr>
              <a:t>en su</a:t>
            </a:r>
            <a:r>
              <a:rPr sz="900" b="1" spc="-1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lugar,</a:t>
            </a:r>
            <a:r>
              <a:rPr sz="900" b="1" spc="-2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se</a:t>
            </a:r>
            <a:r>
              <a:rPr sz="900" b="1" spc="-5" dirty="0">
                <a:latin typeface="Comic Sans MS"/>
                <a:cs typeface="Comic Sans MS"/>
              </a:rPr>
              <a:t> </a:t>
            </a:r>
            <a:r>
              <a:rPr sz="900" b="1" spc="-25" dirty="0">
                <a:latin typeface="Comic Sans MS"/>
                <a:cs typeface="Comic Sans MS"/>
              </a:rPr>
              <a:t>usa </a:t>
            </a:r>
            <a:r>
              <a:rPr sz="900" b="1" dirty="0">
                <a:latin typeface="Comic Sans MS"/>
                <a:cs typeface="Comic Sans MS"/>
              </a:rPr>
              <a:t>sangrado</a:t>
            </a:r>
            <a:r>
              <a:rPr sz="900" b="1" spc="-3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o</a:t>
            </a:r>
            <a:r>
              <a:rPr sz="900" b="1" spc="-15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cursiva.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50865" y="3970908"/>
            <a:ext cx="1222375" cy="88201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065" marR="5080" indent="2540" algn="ctr">
              <a:lnSpc>
                <a:spcPct val="102299"/>
              </a:lnSpc>
              <a:spcBef>
                <a:spcPts val="70"/>
              </a:spcBef>
            </a:pP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PARÉNTESIS</a:t>
            </a:r>
            <a:r>
              <a:rPr sz="1100" b="1" spc="-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100" b="1" dirty="0">
                <a:solidFill>
                  <a:srgbClr val="FF0000"/>
                </a:solidFill>
                <a:latin typeface="Comic Sans MS"/>
                <a:cs typeface="Comic Sans MS"/>
              </a:rPr>
              <a:t>(</a:t>
            </a:r>
            <a:r>
              <a:rPr sz="1100" b="1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100" b="1" spc="-50" dirty="0">
                <a:solidFill>
                  <a:srgbClr val="FF0000"/>
                </a:solidFill>
                <a:latin typeface="Comic Sans MS"/>
                <a:cs typeface="Comic Sans MS"/>
              </a:rPr>
              <a:t>) 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y</a:t>
            </a:r>
            <a:r>
              <a:rPr sz="1100" b="1" spc="-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CORCHETES</a:t>
            </a:r>
            <a:r>
              <a:rPr sz="1100" b="1" spc="-1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350" b="1" dirty="0">
                <a:solidFill>
                  <a:srgbClr val="FF0000"/>
                </a:solidFill>
                <a:latin typeface="Calibri"/>
                <a:cs typeface="Calibri"/>
              </a:rPr>
              <a:t>[</a:t>
            </a:r>
            <a:r>
              <a:rPr sz="135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350" b="1" spc="-50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endParaRPr sz="1350">
              <a:latin typeface="Calibri"/>
              <a:cs typeface="Calibri"/>
            </a:endParaRPr>
          </a:p>
          <a:p>
            <a:pPr marL="55880" marR="42545" algn="ctr">
              <a:lnSpc>
                <a:spcPct val="115700"/>
              </a:lnSpc>
              <a:spcBef>
                <a:spcPts val="20"/>
              </a:spcBef>
            </a:pPr>
            <a:r>
              <a:rPr sz="900" b="1" dirty="0">
                <a:latin typeface="Comic Sans MS"/>
                <a:cs typeface="Comic Sans MS"/>
              </a:rPr>
              <a:t>Aportan</a:t>
            </a:r>
            <a:r>
              <a:rPr sz="900" b="1" spc="-30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información </a:t>
            </a:r>
            <a:r>
              <a:rPr sz="900" b="1" dirty="0">
                <a:latin typeface="Comic Sans MS"/>
                <a:cs typeface="Comic Sans MS"/>
              </a:rPr>
              <a:t>complementaria</a:t>
            </a:r>
            <a:r>
              <a:rPr sz="900" b="1" spc="-55" dirty="0">
                <a:latin typeface="Comic Sans MS"/>
                <a:cs typeface="Comic Sans MS"/>
              </a:rPr>
              <a:t> </a:t>
            </a:r>
            <a:r>
              <a:rPr sz="900" b="1" spc="-50" dirty="0">
                <a:latin typeface="Comic Sans MS"/>
                <a:cs typeface="Comic Sans MS"/>
              </a:rPr>
              <a:t>o </a:t>
            </a:r>
            <a:r>
              <a:rPr sz="900" b="1" spc="-10" dirty="0">
                <a:latin typeface="Comic Sans MS"/>
                <a:cs typeface="Comic Sans MS"/>
              </a:rPr>
              <a:t>aclaratoria.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34995" y="5068569"/>
            <a:ext cx="1988820" cy="7239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44500" marR="56515" indent="-378460">
              <a:lnSpc>
                <a:spcPct val="103800"/>
              </a:lnSpc>
              <a:spcBef>
                <a:spcPts val="50"/>
              </a:spcBef>
            </a:pP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Signos</a:t>
            </a:r>
            <a:r>
              <a:rPr sz="1100" b="1" spc="-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de</a:t>
            </a:r>
            <a:r>
              <a:rPr sz="1100" b="1" spc="-3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interrogación</a:t>
            </a:r>
            <a:r>
              <a:rPr sz="1100" b="1" spc="42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100" b="1" spc="-25" dirty="0">
                <a:solidFill>
                  <a:srgbClr val="FF0000"/>
                </a:solidFill>
                <a:latin typeface="Comic Sans MS"/>
                <a:cs typeface="Comic Sans MS"/>
              </a:rPr>
              <a:t>¿? 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y</a:t>
            </a:r>
            <a:r>
              <a:rPr sz="1100" b="1" spc="-4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exclamación</a:t>
            </a: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350" b="1" spc="-25" dirty="0">
                <a:solidFill>
                  <a:srgbClr val="FF0000"/>
                </a:solidFill>
                <a:latin typeface="Calibri"/>
                <a:cs typeface="Calibri"/>
              </a:rPr>
              <a:t>¡!</a:t>
            </a:r>
            <a:endParaRPr sz="1350">
              <a:latin typeface="Calibri"/>
              <a:cs typeface="Calibri"/>
            </a:endParaRPr>
          </a:p>
          <a:p>
            <a:pPr marL="431165" marR="5080" indent="-419100">
              <a:lnSpc>
                <a:spcPts val="1260"/>
              </a:lnSpc>
              <a:spcBef>
                <a:spcPts val="60"/>
              </a:spcBef>
            </a:pPr>
            <a:r>
              <a:rPr sz="900" b="1" dirty="0">
                <a:latin typeface="Comic Sans MS"/>
                <a:cs typeface="Comic Sans MS"/>
              </a:rPr>
              <a:t>Indican</a:t>
            </a:r>
            <a:r>
              <a:rPr sz="900" b="1" spc="-2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preguntas</a:t>
            </a:r>
            <a:r>
              <a:rPr sz="900" b="1" spc="-2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o</a:t>
            </a:r>
            <a:r>
              <a:rPr sz="900" b="1" spc="-5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exclamaciones, </a:t>
            </a:r>
            <a:r>
              <a:rPr sz="900" b="1" dirty="0">
                <a:latin typeface="Comic Sans MS"/>
                <a:cs typeface="Comic Sans MS"/>
              </a:rPr>
              <a:t>sorpresas,</a:t>
            </a:r>
            <a:r>
              <a:rPr sz="900" b="1" spc="-20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alegrías…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85510" y="5156894"/>
            <a:ext cx="1287145" cy="60007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RAYA</a:t>
            </a:r>
            <a:r>
              <a:rPr sz="1100" b="1" spc="459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350" spc="-50" dirty="0">
                <a:solidFill>
                  <a:srgbClr val="FF0000"/>
                </a:solidFill>
                <a:latin typeface="Arial Black"/>
                <a:cs typeface="Arial Black"/>
              </a:rPr>
              <a:t>—</a:t>
            </a:r>
            <a:endParaRPr sz="1350">
              <a:latin typeface="Arial Black"/>
              <a:cs typeface="Arial Black"/>
            </a:endParaRPr>
          </a:p>
          <a:p>
            <a:pPr marL="12065" marR="5080" indent="-5715" algn="ctr">
              <a:lnSpc>
                <a:spcPct val="114799"/>
              </a:lnSpc>
              <a:spcBef>
                <a:spcPts val="70"/>
              </a:spcBef>
            </a:pPr>
            <a:r>
              <a:rPr sz="900" b="1" dirty="0">
                <a:latin typeface="Comic Sans MS"/>
                <a:cs typeface="Comic Sans MS"/>
              </a:rPr>
              <a:t>Indica</a:t>
            </a:r>
            <a:r>
              <a:rPr sz="900" b="1" spc="-5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aclaraciones, </a:t>
            </a:r>
            <a:r>
              <a:rPr sz="900" b="1" dirty="0">
                <a:latin typeface="Comic Sans MS"/>
                <a:cs typeface="Comic Sans MS"/>
              </a:rPr>
              <a:t>diálogos,</a:t>
            </a:r>
            <a:r>
              <a:rPr sz="900" b="1" spc="-5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comentarios…</a:t>
            </a:r>
            <a:endParaRPr sz="900">
              <a:latin typeface="Comic Sans MS"/>
              <a:cs typeface="Comic Sans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9105" y="8096250"/>
            <a:ext cx="7029450" cy="2095500"/>
            <a:chOff x="459105" y="8096250"/>
            <a:chExt cx="7029450" cy="209550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5075" y="8801100"/>
              <a:ext cx="2613025" cy="5969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9105" y="8096250"/>
              <a:ext cx="7029450" cy="20955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2868676" y="8896477"/>
            <a:ext cx="1873885" cy="3943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latin typeface="Arial Black"/>
                <a:cs typeface="Arial Black"/>
              </a:rPr>
              <a:t>SIGNOS</a:t>
            </a:r>
            <a:r>
              <a:rPr sz="1200" spc="360" dirty="0">
                <a:latin typeface="Arial Black"/>
                <a:cs typeface="Arial Black"/>
              </a:rPr>
              <a:t> </a:t>
            </a:r>
            <a:r>
              <a:rPr sz="1200" spc="-10" dirty="0">
                <a:latin typeface="Arial Black"/>
                <a:cs typeface="Arial Black"/>
              </a:rPr>
              <a:t>AUXILIARES</a:t>
            </a:r>
            <a:r>
              <a:rPr sz="1100" spc="-10" dirty="0">
                <a:latin typeface="Arial Black"/>
                <a:cs typeface="Arial Black"/>
              </a:rPr>
              <a:t>.</a:t>
            </a:r>
            <a:endParaRPr sz="11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000" b="1" dirty="0">
                <a:latin typeface="Calibri"/>
                <a:cs typeface="Calibri"/>
              </a:rPr>
              <a:t>Tienen</a:t>
            </a:r>
            <a:r>
              <a:rPr sz="1000" b="1" spc="-3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funciones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muy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variadas.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4057" y="8791716"/>
            <a:ext cx="1229995" cy="45593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45"/>
              </a:spcBef>
              <a:tabLst>
                <a:tab pos="621030" algn="l"/>
              </a:tabLst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TILDE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	</a:t>
            </a:r>
            <a:r>
              <a:rPr sz="1600" b="1" spc="-50" dirty="0">
                <a:solidFill>
                  <a:srgbClr val="FF0000"/>
                </a:solidFill>
                <a:latin typeface="Arial"/>
                <a:cs typeface="Arial"/>
              </a:rPr>
              <a:t>´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z="900" b="1" dirty="0">
                <a:latin typeface="Comic Sans MS"/>
                <a:cs typeface="Comic Sans MS"/>
              </a:rPr>
              <a:t>Signo</a:t>
            </a:r>
            <a:r>
              <a:rPr sz="900" b="1" spc="-2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de</a:t>
            </a:r>
            <a:r>
              <a:rPr sz="900" b="1" spc="-10" dirty="0">
                <a:latin typeface="Comic Sans MS"/>
                <a:cs typeface="Comic Sans MS"/>
              </a:rPr>
              <a:t> acentuación.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9317" y="9651682"/>
            <a:ext cx="92710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28040" algn="l"/>
              </a:tabLst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PÁRRAFO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	</a:t>
            </a:r>
            <a:r>
              <a:rPr sz="1350" b="1" spc="-50" dirty="0">
                <a:solidFill>
                  <a:srgbClr val="FF0000"/>
                </a:solidFill>
                <a:latin typeface="Calibri"/>
                <a:cs typeface="Calibri"/>
              </a:rPr>
              <a:t>§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4697" y="9880282"/>
            <a:ext cx="11995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Comic Sans MS"/>
                <a:cs typeface="Comic Sans MS"/>
              </a:rPr>
              <a:t>Remite</a:t>
            </a:r>
            <a:r>
              <a:rPr sz="900" b="1" spc="-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a</a:t>
            </a:r>
            <a:r>
              <a:rPr sz="900" b="1" spc="-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un</a:t>
            </a:r>
            <a:r>
              <a:rPr sz="900" b="1" spc="-10" dirty="0">
                <a:latin typeface="Comic Sans MS"/>
                <a:cs typeface="Comic Sans MS"/>
              </a:rPr>
              <a:t> párrafo.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61869" y="9565322"/>
            <a:ext cx="1459865" cy="5410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  <a:tabLst>
                <a:tab pos="617220" algn="l"/>
              </a:tabLst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LLAVE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	</a:t>
            </a:r>
            <a:r>
              <a:rPr sz="1100" b="1" dirty="0">
                <a:solidFill>
                  <a:srgbClr val="FF0000"/>
                </a:solidFill>
                <a:latin typeface="Comic Sans MS"/>
                <a:cs typeface="Comic Sans MS"/>
              </a:rPr>
              <a:t>{</a:t>
            </a:r>
            <a:r>
              <a:rPr sz="1100" b="1" spc="-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100" b="1" spc="-60" dirty="0">
                <a:solidFill>
                  <a:srgbClr val="FF0000"/>
                </a:solidFill>
                <a:latin typeface="Comic Sans MS"/>
                <a:cs typeface="Comic Sans MS"/>
              </a:rPr>
              <a:t>}</a:t>
            </a:r>
            <a:endParaRPr sz="1100">
              <a:latin typeface="Comic Sans MS"/>
              <a:cs typeface="Comic Sans MS"/>
            </a:endParaRPr>
          </a:p>
          <a:p>
            <a:pPr marL="12700" marR="5080" indent="-2540" algn="ctr">
              <a:lnSpc>
                <a:spcPct val="116700"/>
              </a:lnSpc>
            </a:pPr>
            <a:r>
              <a:rPr sz="900" b="1" dirty="0">
                <a:latin typeface="Comic Sans MS"/>
                <a:cs typeface="Comic Sans MS"/>
              </a:rPr>
              <a:t>Uso</a:t>
            </a:r>
            <a:r>
              <a:rPr sz="900" b="1" spc="-1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similar</a:t>
            </a:r>
            <a:r>
              <a:rPr sz="900" b="1" spc="-1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a</a:t>
            </a:r>
            <a:r>
              <a:rPr sz="900" b="1" spc="-40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paréntesis. </a:t>
            </a:r>
            <a:r>
              <a:rPr sz="900" b="1" dirty="0">
                <a:latin typeface="Comic Sans MS"/>
                <a:cs typeface="Comic Sans MS"/>
              </a:rPr>
              <a:t>También</a:t>
            </a:r>
            <a:r>
              <a:rPr sz="900" b="1" spc="-2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para</a:t>
            </a:r>
            <a:r>
              <a:rPr sz="900" b="1" spc="-30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esquemas….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44490" y="9642933"/>
            <a:ext cx="766445" cy="45593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  <a:tabLst>
                <a:tab pos="685800" algn="l"/>
              </a:tabLst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GUION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	</a:t>
            </a:r>
            <a:r>
              <a:rPr sz="1600" b="1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  <a:p>
            <a:pPr marL="48260">
              <a:lnSpc>
                <a:spcPct val="100000"/>
              </a:lnSpc>
              <a:spcBef>
                <a:spcPts val="140"/>
              </a:spcBef>
            </a:pPr>
            <a:r>
              <a:rPr sz="900" b="1" dirty="0">
                <a:latin typeface="Comic Sans MS"/>
                <a:cs typeface="Comic Sans MS"/>
              </a:rPr>
              <a:t>Varios</a:t>
            </a:r>
            <a:r>
              <a:rPr sz="900" b="1" spc="-15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usos.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08065" y="9158985"/>
            <a:ext cx="9753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4080" algn="l"/>
              </a:tabLst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DIÉRESIS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	</a:t>
            </a:r>
            <a:r>
              <a:rPr sz="1600" b="1" spc="-50" dirty="0">
                <a:solidFill>
                  <a:srgbClr val="FF0000"/>
                </a:solidFill>
                <a:latin typeface="Arial"/>
                <a:cs typeface="Arial"/>
              </a:rPr>
              <a:t>¨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68365" y="9423082"/>
            <a:ext cx="12515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Comic Sans MS"/>
                <a:cs typeface="Comic Sans MS"/>
              </a:rPr>
              <a:t>Separa </a:t>
            </a:r>
            <a:r>
              <a:rPr sz="900" b="1" spc="-10" dirty="0">
                <a:latin typeface="Comic Sans MS"/>
                <a:cs typeface="Comic Sans MS"/>
              </a:rPr>
              <a:t>‘gü-</a:t>
            </a:r>
            <a:r>
              <a:rPr sz="900" b="1" dirty="0">
                <a:latin typeface="Comic Sans MS"/>
                <a:cs typeface="Comic Sans MS"/>
              </a:rPr>
              <a:t>e’ y</a:t>
            </a:r>
            <a:r>
              <a:rPr sz="900" b="1" spc="10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‘gü-</a:t>
            </a:r>
            <a:r>
              <a:rPr sz="900" b="1" spc="-25" dirty="0">
                <a:latin typeface="Comic Sans MS"/>
                <a:cs typeface="Comic Sans MS"/>
              </a:rPr>
              <a:t>i’.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53404" y="8345805"/>
            <a:ext cx="1120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1720" algn="l"/>
              </a:tabLst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APÓSTROFO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	</a:t>
            </a:r>
            <a:r>
              <a:rPr sz="1400" b="1" spc="-50" dirty="0">
                <a:solidFill>
                  <a:srgbClr val="FF0000"/>
                </a:solidFill>
                <a:latin typeface="Calibri"/>
                <a:cs typeface="Calibri"/>
              </a:rPr>
              <a:t>‘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05145" y="8564244"/>
            <a:ext cx="1214755" cy="34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 marR="5080" indent="-101600">
              <a:lnSpc>
                <a:spcPct val="114799"/>
              </a:lnSpc>
              <a:spcBef>
                <a:spcPts val="100"/>
              </a:spcBef>
            </a:pPr>
            <a:r>
              <a:rPr sz="900" b="1" dirty="0">
                <a:latin typeface="Comic Sans MS"/>
                <a:cs typeface="Comic Sans MS"/>
              </a:rPr>
              <a:t>En</a:t>
            </a:r>
            <a:r>
              <a:rPr sz="900" b="1" spc="-1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palabras</a:t>
            </a:r>
            <a:r>
              <a:rPr sz="900" b="1" spc="-30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antiguas, </a:t>
            </a:r>
            <a:r>
              <a:rPr sz="900" b="1" dirty="0">
                <a:latin typeface="Comic Sans MS"/>
                <a:cs typeface="Comic Sans MS"/>
              </a:rPr>
              <a:t>de</a:t>
            </a:r>
            <a:r>
              <a:rPr sz="900" b="1" spc="-1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otras </a:t>
            </a:r>
            <a:r>
              <a:rPr sz="900" b="1" spc="-10" dirty="0">
                <a:latin typeface="Comic Sans MS"/>
                <a:cs typeface="Comic Sans MS"/>
              </a:rPr>
              <a:t>lenguas…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22475" y="8183244"/>
            <a:ext cx="7131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240" algn="l"/>
              </a:tabLst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BARRA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	</a:t>
            </a:r>
            <a:r>
              <a:rPr sz="1400" b="1" spc="-50" dirty="0">
                <a:solidFill>
                  <a:srgbClr val="FF0000"/>
                </a:solidFill>
                <a:latin typeface="Arial"/>
                <a:cs typeface="Arial"/>
              </a:rPr>
              <a:t>/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27554" y="8414384"/>
            <a:ext cx="6991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Comic Sans MS"/>
                <a:cs typeface="Comic Sans MS"/>
              </a:rPr>
              <a:t>Varios</a:t>
            </a:r>
            <a:r>
              <a:rPr sz="900" b="1" spc="-15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usos.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81729" y="8155305"/>
            <a:ext cx="11112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8540" algn="l"/>
              </a:tabLst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ASTERISCO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	</a:t>
            </a:r>
            <a:r>
              <a:rPr sz="1600" b="1" spc="-50" dirty="0">
                <a:solidFill>
                  <a:srgbClr val="FF0000"/>
                </a:solidFill>
                <a:latin typeface="Arial"/>
                <a:cs typeface="Arial"/>
              </a:rPr>
              <a:t>*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737609" y="8416925"/>
            <a:ext cx="9994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Comic Sans MS"/>
                <a:cs typeface="Comic Sans MS"/>
              </a:rPr>
              <a:t>Para</a:t>
            </a:r>
            <a:r>
              <a:rPr sz="900" b="1" spc="-10" dirty="0">
                <a:latin typeface="Comic Sans MS"/>
                <a:cs typeface="Comic Sans MS"/>
              </a:rPr>
              <a:t> anotaciones.</a:t>
            </a:r>
            <a:endParaRPr sz="900">
              <a:latin typeface="Comic Sans MS"/>
              <a:cs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51459"/>
            <a:ext cx="19037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CONOCE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LENGUA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ESPAÑOLA.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230" y="276859"/>
            <a:ext cx="21139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CEIP</a:t>
            </a:r>
            <a:r>
              <a:rPr sz="900" b="1" i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Manuel</a:t>
            </a:r>
            <a:r>
              <a:rPr sz="900" b="1" i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Siurot</a:t>
            </a:r>
            <a:r>
              <a:rPr sz="900" b="1" i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(La</a:t>
            </a:r>
            <a:r>
              <a:rPr sz="900" b="1" i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Palma</a:t>
            </a:r>
            <a:r>
              <a:rPr sz="900" b="1" i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del</a:t>
            </a:r>
            <a:r>
              <a:rPr sz="900" b="1" i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01F5F"/>
                </a:solidFill>
                <a:latin typeface="Calibri"/>
                <a:cs typeface="Calibri"/>
              </a:rPr>
              <a:t>Condado).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834" y="701420"/>
            <a:ext cx="252095" cy="613410"/>
            <a:chOff x="457834" y="701420"/>
            <a:chExt cx="252095" cy="613410"/>
          </a:xfrm>
        </p:grpSpPr>
        <p:sp>
          <p:nvSpPr>
            <p:cNvPr id="5" name="object 5"/>
            <p:cNvSpPr/>
            <p:nvPr/>
          </p:nvSpPr>
          <p:spPr>
            <a:xfrm>
              <a:off x="467359" y="710945"/>
              <a:ext cx="233045" cy="594360"/>
            </a:xfrm>
            <a:custGeom>
              <a:avLst/>
              <a:gdLst/>
              <a:ahLst/>
              <a:cxnLst/>
              <a:rect l="l" t="t" r="r" b="b"/>
              <a:pathLst>
                <a:path w="233045" h="594360">
                  <a:moveTo>
                    <a:pt x="110515" y="0"/>
                  </a:moveTo>
                  <a:lnTo>
                    <a:pt x="62048" y="9429"/>
                  </a:lnTo>
                  <a:lnTo>
                    <a:pt x="26409" y="37560"/>
                  </a:lnTo>
                  <a:lnTo>
                    <a:pt x="6552" y="81799"/>
                  </a:lnTo>
                  <a:lnTo>
                    <a:pt x="741" y="129702"/>
                  </a:lnTo>
                  <a:lnTo>
                    <a:pt x="0" y="160274"/>
                  </a:lnTo>
                  <a:lnTo>
                    <a:pt x="506" y="182014"/>
                  </a:lnTo>
                  <a:lnTo>
                    <a:pt x="8166" y="234950"/>
                  </a:lnTo>
                  <a:lnTo>
                    <a:pt x="22639" y="271704"/>
                  </a:lnTo>
                  <a:lnTo>
                    <a:pt x="47282" y="302260"/>
                  </a:lnTo>
                  <a:lnTo>
                    <a:pt x="95982" y="350926"/>
                  </a:lnTo>
                  <a:lnTo>
                    <a:pt x="109674" y="365140"/>
                  </a:lnTo>
                  <a:lnTo>
                    <a:pt x="133537" y="409924"/>
                  </a:lnTo>
                  <a:lnTo>
                    <a:pt x="135915" y="451485"/>
                  </a:lnTo>
                  <a:lnTo>
                    <a:pt x="135599" y="462222"/>
                  </a:lnTo>
                  <a:lnTo>
                    <a:pt x="122567" y="497713"/>
                  </a:lnTo>
                  <a:lnTo>
                    <a:pt x="109029" y="497713"/>
                  </a:lnTo>
                  <a:lnTo>
                    <a:pt x="97675" y="447294"/>
                  </a:lnTo>
                  <a:lnTo>
                    <a:pt x="97675" y="377952"/>
                  </a:lnTo>
                  <a:lnTo>
                    <a:pt x="3086" y="377952"/>
                  </a:lnTo>
                  <a:lnTo>
                    <a:pt x="3086" y="415290"/>
                  </a:lnTo>
                  <a:lnTo>
                    <a:pt x="3645" y="445482"/>
                  </a:lnTo>
                  <a:lnTo>
                    <a:pt x="8127" y="494960"/>
                  </a:lnTo>
                  <a:lnTo>
                    <a:pt x="26085" y="545925"/>
                  </a:lnTo>
                  <a:lnTo>
                    <a:pt x="65060" y="581642"/>
                  </a:lnTo>
                  <a:lnTo>
                    <a:pt x="119684" y="594233"/>
                  </a:lnTo>
                  <a:lnTo>
                    <a:pt x="137837" y="592996"/>
                  </a:lnTo>
                  <a:lnTo>
                    <a:pt x="185000" y="574548"/>
                  </a:lnTo>
                  <a:lnTo>
                    <a:pt x="216965" y="540043"/>
                  </a:lnTo>
                  <a:lnTo>
                    <a:pt x="230249" y="489219"/>
                  </a:lnTo>
                  <a:lnTo>
                    <a:pt x="232689" y="436372"/>
                  </a:lnTo>
                  <a:lnTo>
                    <a:pt x="231574" y="397345"/>
                  </a:lnTo>
                  <a:lnTo>
                    <a:pt x="222734" y="336627"/>
                  </a:lnTo>
                  <a:lnTo>
                    <a:pt x="203066" y="294882"/>
                  </a:lnTo>
                  <a:lnTo>
                    <a:pt x="159953" y="246915"/>
                  </a:lnTo>
                  <a:lnTo>
                    <a:pt x="118509" y="208756"/>
                  </a:lnTo>
                  <a:lnTo>
                    <a:pt x="110121" y="199675"/>
                  </a:lnTo>
                  <a:lnTo>
                    <a:pt x="95605" y="154267"/>
                  </a:lnTo>
                  <a:lnTo>
                    <a:pt x="95288" y="140843"/>
                  </a:lnTo>
                  <a:lnTo>
                    <a:pt x="95600" y="130462"/>
                  </a:lnTo>
                  <a:lnTo>
                    <a:pt x="107835" y="96520"/>
                  </a:lnTo>
                  <a:lnTo>
                    <a:pt x="119481" y="96520"/>
                  </a:lnTo>
                  <a:lnTo>
                    <a:pt x="129641" y="142240"/>
                  </a:lnTo>
                  <a:lnTo>
                    <a:pt x="129641" y="184658"/>
                  </a:lnTo>
                  <a:lnTo>
                    <a:pt x="224231" y="184658"/>
                  </a:lnTo>
                  <a:lnTo>
                    <a:pt x="223669" y="130468"/>
                  </a:lnTo>
                  <a:lnTo>
                    <a:pt x="219184" y="82256"/>
                  </a:lnTo>
                  <a:lnTo>
                    <a:pt x="201453" y="39766"/>
                  </a:lnTo>
                  <a:lnTo>
                    <a:pt x="163545" y="10501"/>
                  </a:lnTo>
                  <a:lnTo>
                    <a:pt x="129623" y="1166"/>
                  </a:lnTo>
                  <a:lnTo>
                    <a:pt x="11051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7359" y="710945"/>
              <a:ext cx="233045" cy="594360"/>
            </a:xfrm>
            <a:custGeom>
              <a:avLst/>
              <a:gdLst/>
              <a:ahLst/>
              <a:cxnLst/>
              <a:rect l="l" t="t" r="r" b="b"/>
              <a:pathLst>
                <a:path w="233045" h="594360">
                  <a:moveTo>
                    <a:pt x="224231" y="184658"/>
                  </a:moveTo>
                  <a:lnTo>
                    <a:pt x="200570" y="184658"/>
                  </a:lnTo>
                  <a:lnTo>
                    <a:pt x="176931" y="184658"/>
                  </a:lnTo>
                  <a:lnTo>
                    <a:pt x="153295" y="184658"/>
                  </a:lnTo>
                  <a:lnTo>
                    <a:pt x="129641" y="184658"/>
                  </a:lnTo>
                  <a:lnTo>
                    <a:pt x="129641" y="174029"/>
                  </a:lnTo>
                  <a:lnTo>
                    <a:pt x="129641" y="163449"/>
                  </a:lnTo>
                  <a:lnTo>
                    <a:pt x="129641" y="152868"/>
                  </a:lnTo>
                  <a:lnTo>
                    <a:pt x="129641" y="142240"/>
                  </a:lnTo>
                  <a:lnTo>
                    <a:pt x="129401" y="128811"/>
                  </a:lnTo>
                  <a:lnTo>
                    <a:pt x="119481" y="96520"/>
                  </a:lnTo>
                  <a:lnTo>
                    <a:pt x="113906" y="96520"/>
                  </a:lnTo>
                  <a:lnTo>
                    <a:pt x="107835" y="96520"/>
                  </a:lnTo>
                  <a:lnTo>
                    <a:pt x="95288" y="140843"/>
                  </a:lnTo>
                  <a:lnTo>
                    <a:pt x="95605" y="154267"/>
                  </a:lnTo>
                  <a:lnTo>
                    <a:pt x="110121" y="199675"/>
                  </a:lnTo>
                  <a:lnTo>
                    <a:pt x="159953" y="246915"/>
                  </a:lnTo>
                  <a:lnTo>
                    <a:pt x="184646" y="272256"/>
                  </a:lnTo>
                  <a:lnTo>
                    <a:pt x="215061" y="314960"/>
                  </a:lnTo>
                  <a:lnTo>
                    <a:pt x="228247" y="364093"/>
                  </a:lnTo>
                  <a:lnTo>
                    <a:pt x="232689" y="436372"/>
                  </a:lnTo>
                  <a:lnTo>
                    <a:pt x="232076" y="464778"/>
                  </a:lnTo>
                  <a:lnTo>
                    <a:pt x="227229" y="509684"/>
                  </a:lnTo>
                  <a:lnTo>
                    <a:pt x="208534" y="552640"/>
                  </a:lnTo>
                  <a:lnTo>
                    <a:pt x="170534" y="583142"/>
                  </a:lnTo>
                  <a:lnTo>
                    <a:pt x="119684" y="594233"/>
                  </a:lnTo>
                  <a:lnTo>
                    <a:pt x="99954" y="592861"/>
                  </a:lnTo>
                  <a:lnTo>
                    <a:pt x="49987" y="571627"/>
                  </a:lnTo>
                  <a:lnTo>
                    <a:pt x="17808" y="530889"/>
                  </a:lnTo>
                  <a:lnTo>
                    <a:pt x="5326" y="472043"/>
                  </a:lnTo>
                  <a:lnTo>
                    <a:pt x="3086" y="415290"/>
                  </a:lnTo>
                  <a:lnTo>
                    <a:pt x="3086" y="405955"/>
                  </a:lnTo>
                  <a:lnTo>
                    <a:pt x="3086" y="396621"/>
                  </a:lnTo>
                  <a:lnTo>
                    <a:pt x="3086" y="387286"/>
                  </a:lnTo>
                  <a:lnTo>
                    <a:pt x="3086" y="377952"/>
                  </a:lnTo>
                  <a:lnTo>
                    <a:pt x="26741" y="377952"/>
                  </a:lnTo>
                  <a:lnTo>
                    <a:pt x="50380" y="377952"/>
                  </a:lnTo>
                  <a:lnTo>
                    <a:pt x="74019" y="377952"/>
                  </a:lnTo>
                  <a:lnTo>
                    <a:pt x="97675" y="377952"/>
                  </a:lnTo>
                  <a:lnTo>
                    <a:pt x="97675" y="395287"/>
                  </a:lnTo>
                  <a:lnTo>
                    <a:pt x="97675" y="412623"/>
                  </a:lnTo>
                  <a:lnTo>
                    <a:pt x="97675" y="429958"/>
                  </a:lnTo>
                  <a:lnTo>
                    <a:pt x="97675" y="447294"/>
                  </a:lnTo>
                  <a:lnTo>
                    <a:pt x="97950" y="461940"/>
                  </a:lnTo>
                  <a:lnTo>
                    <a:pt x="109029" y="497713"/>
                  </a:lnTo>
                  <a:lnTo>
                    <a:pt x="115798" y="497713"/>
                  </a:lnTo>
                  <a:lnTo>
                    <a:pt x="122567" y="497713"/>
                  </a:lnTo>
                  <a:lnTo>
                    <a:pt x="135915" y="451485"/>
                  </a:lnTo>
                  <a:lnTo>
                    <a:pt x="135319" y="428561"/>
                  </a:lnTo>
                  <a:lnTo>
                    <a:pt x="126453" y="385699"/>
                  </a:lnTo>
                  <a:lnTo>
                    <a:pt x="95982" y="350926"/>
                  </a:lnTo>
                  <a:lnTo>
                    <a:pt x="78854" y="334010"/>
                  </a:lnTo>
                  <a:lnTo>
                    <a:pt x="61506" y="316837"/>
                  </a:lnTo>
                  <a:lnTo>
                    <a:pt x="28473" y="280797"/>
                  </a:lnTo>
                  <a:lnTo>
                    <a:pt x="8166" y="234950"/>
                  </a:lnTo>
                  <a:lnTo>
                    <a:pt x="506" y="182014"/>
                  </a:lnTo>
                  <a:lnTo>
                    <a:pt x="0" y="160274"/>
                  </a:lnTo>
                  <a:lnTo>
                    <a:pt x="741" y="129702"/>
                  </a:lnTo>
                  <a:lnTo>
                    <a:pt x="6552" y="81799"/>
                  </a:lnTo>
                  <a:lnTo>
                    <a:pt x="26409" y="37560"/>
                  </a:lnTo>
                  <a:lnTo>
                    <a:pt x="62048" y="9429"/>
                  </a:lnTo>
                  <a:lnTo>
                    <a:pt x="110515" y="0"/>
                  </a:lnTo>
                  <a:lnTo>
                    <a:pt x="129623" y="1166"/>
                  </a:lnTo>
                  <a:lnTo>
                    <a:pt x="178231" y="18669"/>
                  </a:lnTo>
                  <a:lnTo>
                    <a:pt x="209564" y="52083"/>
                  </a:lnTo>
                  <a:lnTo>
                    <a:pt x="221986" y="103886"/>
                  </a:lnTo>
                  <a:lnTo>
                    <a:pt x="224231" y="162052"/>
                  </a:lnTo>
                  <a:lnTo>
                    <a:pt x="224231" y="169545"/>
                  </a:lnTo>
                  <a:lnTo>
                    <a:pt x="224231" y="177038"/>
                  </a:lnTo>
                  <a:lnTo>
                    <a:pt x="224231" y="184658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09802" y="713485"/>
            <a:ext cx="121285" cy="589280"/>
            <a:chOff x="809802" y="713485"/>
            <a:chExt cx="121285" cy="589280"/>
          </a:xfrm>
        </p:grpSpPr>
        <p:sp>
          <p:nvSpPr>
            <p:cNvPr id="8" name="object 8"/>
            <p:cNvSpPr/>
            <p:nvPr/>
          </p:nvSpPr>
          <p:spPr>
            <a:xfrm>
              <a:off x="819327" y="723010"/>
              <a:ext cx="102235" cy="570230"/>
            </a:xfrm>
            <a:custGeom>
              <a:avLst/>
              <a:gdLst/>
              <a:ahLst/>
              <a:cxnLst/>
              <a:rect l="l" t="t" r="r" b="b"/>
              <a:pathLst>
                <a:path w="102234" h="570230">
                  <a:moveTo>
                    <a:pt x="101866" y="0"/>
                  </a:moveTo>
                  <a:lnTo>
                    <a:pt x="0" y="0"/>
                  </a:lnTo>
                  <a:lnTo>
                    <a:pt x="0" y="570229"/>
                  </a:lnTo>
                  <a:lnTo>
                    <a:pt x="101866" y="570229"/>
                  </a:lnTo>
                  <a:lnTo>
                    <a:pt x="101866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9327" y="723010"/>
              <a:ext cx="102235" cy="570230"/>
            </a:xfrm>
            <a:custGeom>
              <a:avLst/>
              <a:gdLst/>
              <a:ahLst/>
              <a:cxnLst/>
              <a:rect l="l" t="t" r="r" b="b"/>
              <a:pathLst>
                <a:path w="102234" h="570230">
                  <a:moveTo>
                    <a:pt x="101866" y="0"/>
                  </a:moveTo>
                  <a:lnTo>
                    <a:pt x="101866" y="0"/>
                  </a:lnTo>
                  <a:lnTo>
                    <a:pt x="101866" y="570229"/>
                  </a:lnTo>
                  <a:lnTo>
                    <a:pt x="76398" y="570229"/>
                  </a:lnTo>
                  <a:lnTo>
                    <a:pt x="50933" y="570229"/>
                  </a:lnTo>
                  <a:lnTo>
                    <a:pt x="25467" y="570229"/>
                  </a:lnTo>
                  <a:lnTo>
                    <a:pt x="0" y="570229"/>
                  </a:lnTo>
                  <a:lnTo>
                    <a:pt x="0" y="518382"/>
                  </a:lnTo>
                  <a:lnTo>
                    <a:pt x="0" y="0"/>
                  </a:lnTo>
                  <a:lnTo>
                    <a:pt x="25467" y="0"/>
                  </a:lnTo>
                  <a:lnTo>
                    <a:pt x="50933" y="0"/>
                  </a:lnTo>
                  <a:lnTo>
                    <a:pt x="76398" y="0"/>
                  </a:lnTo>
                  <a:lnTo>
                    <a:pt x="101866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037018" y="701420"/>
            <a:ext cx="255904" cy="613410"/>
            <a:chOff x="1037018" y="701420"/>
            <a:chExt cx="255904" cy="613410"/>
          </a:xfrm>
        </p:grpSpPr>
        <p:sp>
          <p:nvSpPr>
            <p:cNvPr id="11" name="object 11"/>
            <p:cNvSpPr/>
            <p:nvPr/>
          </p:nvSpPr>
          <p:spPr>
            <a:xfrm>
              <a:off x="1046543" y="710945"/>
              <a:ext cx="236854" cy="594360"/>
            </a:xfrm>
            <a:custGeom>
              <a:avLst/>
              <a:gdLst/>
              <a:ahLst/>
              <a:cxnLst/>
              <a:rect l="l" t="t" r="r" b="b"/>
              <a:pathLst>
                <a:path w="236855" h="594360">
                  <a:moveTo>
                    <a:pt x="114896" y="0"/>
                  </a:moveTo>
                  <a:lnTo>
                    <a:pt x="73604" y="7604"/>
                  </a:lnTo>
                  <a:lnTo>
                    <a:pt x="40817" y="30734"/>
                  </a:lnTo>
                  <a:lnTo>
                    <a:pt x="17835" y="63325"/>
                  </a:lnTo>
                  <a:lnTo>
                    <a:pt x="3359" y="119947"/>
                  </a:lnTo>
                  <a:lnTo>
                    <a:pt x="373" y="179296"/>
                  </a:lnTo>
                  <a:lnTo>
                    <a:pt x="0" y="217424"/>
                  </a:lnTo>
                  <a:lnTo>
                    <a:pt x="184" y="414256"/>
                  </a:lnTo>
                  <a:lnTo>
                    <a:pt x="1634" y="458384"/>
                  </a:lnTo>
                  <a:lnTo>
                    <a:pt x="7986" y="503666"/>
                  </a:lnTo>
                  <a:lnTo>
                    <a:pt x="23851" y="544119"/>
                  </a:lnTo>
                  <a:lnTo>
                    <a:pt x="51473" y="575945"/>
                  </a:lnTo>
                  <a:lnTo>
                    <a:pt x="86718" y="593125"/>
                  </a:lnTo>
                  <a:lnTo>
                    <a:pt x="99364" y="594233"/>
                  </a:lnTo>
                  <a:lnTo>
                    <a:pt x="109795" y="593397"/>
                  </a:lnTo>
                  <a:lnTo>
                    <a:pt x="144382" y="573351"/>
                  </a:lnTo>
                  <a:lnTo>
                    <a:pt x="162991" y="541401"/>
                  </a:lnTo>
                  <a:lnTo>
                    <a:pt x="172453" y="582295"/>
                  </a:lnTo>
                  <a:lnTo>
                    <a:pt x="236537" y="582295"/>
                  </a:lnTo>
                  <a:lnTo>
                    <a:pt x="236537" y="276225"/>
                  </a:lnTo>
                  <a:lnTo>
                    <a:pt x="117297" y="276225"/>
                  </a:lnTo>
                  <a:lnTo>
                    <a:pt x="117297" y="362839"/>
                  </a:lnTo>
                  <a:lnTo>
                    <a:pt x="137896" y="362839"/>
                  </a:lnTo>
                  <a:lnTo>
                    <a:pt x="137655" y="448617"/>
                  </a:lnTo>
                  <a:lnTo>
                    <a:pt x="131432" y="493141"/>
                  </a:lnTo>
                  <a:lnTo>
                    <a:pt x="126250" y="497713"/>
                  </a:lnTo>
                  <a:lnTo>
                    <a:pt x="112013" y="497713"/>
                  </a:lnTo>
                  <a:lnTo>
                    <a:pt x="102074" y="452586"/>
                  </a:lnTo>
                  <a:lnTo>
                    <a:pt x="101853" y="434975"/>
                  </a:lnTo>
                  <a:lnTo>
                    <a:pt x="101853" y="161290"/>
                  </a:lnTo>
                  <a:lnTo>
                    <a:pt x="103788" y="114480"/>
                  </a:lnTo>
                  <a:lnTo>
                    <a:pt x="111721" y="96520"/>
                  </a:lnTo>
                  <a:lnTo>
                    <a:pt x="125260" y="96520"/>
                  </a:lnTo>
                  <a:lnTo>
                    <a:pt x="134535" y="147915"/>
                  </a:lnTo>
                  <a:lnTo>
                    <a:pt x="134721" y="221996"/>
                  </a:lnTo>
                  <a:lnTo>
                    <a:pt x="236537" y="221996"/>
                  </a:lnTo>
                  <a:lnTo>
                    <a:pt x="235987" y="164268"/>
                  </a:lnTo>
                  <a:lnTo>
                    <a:pt x="231554" y="110773"/>
                  </a:lnTo>
                  <a:lnTo>
                    <a:pt x="221876" y="72534"/>
                  </a:lnTo>
                  <a:lnTo>
                    <a:pt x="189179" y="26797"/>
                  </a:lnTo>
                  <a:lnTo>
                    <a:pt x="155924" y="6588"/>
                  </a:lnTo>
                  <a:lnTo>
                    <a:pt x="136336" y="1633"/>
                  </a:lnTo>
                  <a:lnTo>
                    <a:pt x="114896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6543" y="710945"/>
              <a:ext cx="236854" cy="594360"/>
            </a:xfrm>
            <a:custGeom>
              <a:avLst/>
              <a:gdLst/>
              <a:ahLst/>
              <a:cxnLst/>
              <a:rect l="l" t="t" r="r" b="b"/>
              <a:pathLst>
                <a:path w="236855" h="594360">
                  <a:moveTo>
                    <a:pt x="236537" y="221996"/>
                  </a:moveTo>
                  <a:lnTo>
                    <a:pt x="211091" y="221996"/>
                  </a:lnTo>
                  <a:lnTo>
                    <a:pt x="185639" y="221996"/>
                  </a:lnTo>
                  <a:lnTo>
                    <a:pt x="160181" y="221996"/>
                  </a:lnTo>
                  <a:lnTo>
                    <a:pt x="134721" y="221996"/>
                  </a:lnTo>
                  <a:lnTo>
                    <a:pt x="134721" y="208988"/>
                  </a:lnTo>
                  <a:lnTo>
                    <a:pt x="134721" y="196040"/>
                  </a:lnTo>
                  <a:lnTo>
                    <a:pt x="134721" y="183116"/>
                  </a:lnTo>
                  <a:lnTo>
                    <a:pt x="134721" y="170180"/>
                  </a:lnTo>
                  <a:lnTo>
                    <a:pt x="134535" y="147915"/>
                  </a:lnTo>
                  <a:lnTo>
                    <a:pt x="131825" y="108839"/>
                  </a:lnTo>
                  <a:lnTo>
                    <a:pt x="125260" y="96520"/>
                  </a:lnTo>
                  <a:lnTo>
                    <a:pt x="117982" y="96520"/>
                  </a:lnTo>
                  <a:lnTo>
                    <a:pt x="111721" y="96520"/>
                  </a:lnTo>
                  <a:lnTo>
                    <a:pt x="102074" y="141495"/>
                  </a:lnTo>
                  <a:lnTo>
                    <a:pt x="101853" y="161290"/>
                  </a:lnTo>
                  <a:lnTo>
                    <a:pt x="101853" y="216063"/>
                  </a:lnTo>
                  <a:lnTo>
                    <a:pt x="101853" y="270812"/>
                  </a:lnTo>
                  <a:lnTo>
                    <a:pt x="101853" y="325543"/>
                  </a:lnTo>
                  <a:lnTo>
                    <a:pt x="101853" y="380262"/>
                  </a:lnTo>
                  <a:lnTo>
                    <a:pt x="101853" y="434975"/>
                  </a:lnTo>
                  <a:lnTo>
                    <a:pt x="102074" y="452586"/>
                  </a:lnTo>
                  <a:lnTo>
                    <a:pt x="107340" y="493395"/>
                  </a:lnTo>
                  <a:lnTo>
                    <a:pt x="112013" y="497713"/>
                  </a:lnTo>
                  <a:lnTo>
                    <a:pt x="118783" y="497713"/>
                  </a:lnTo>
                  <a:lnTo>
                    <a:pt x="126250" y="497713"/>
                  </a:lnTo>
                  <a:lnTo>
                    <a:pt x="137655" y="448617"/>
                  </a:lnTo>
                  <a:lnTo>
                    <a:pt x="137896" y="430403"/>
                  </a:lnTo>
                  <a:lnTo>
                    <a:pt x="137896" y="413523"/>
                  </a:lnTo>
                  <a:lnTo>
                    <a:pt x="137896" y="396621"/>
                  </a:lnTo>
                  <a:lnTo>
                    <a:pt x="137896" y="379718"/>
                  </a:lnTo>
                  <a:lnTo>
                    <a:pt x="137896" y="362839"/>
                  </a:lnTo>
                  <a:lnTo>
                    <a:pt x="131025" y="362839"/>
                  </a:lnTo>
                  <a:lnTo>
                    <a:pt x="124167" y="362839"/>
                  </a:lnTo>
                  <a:lnTo>
                    <a:pt x="117297" y="362839"/>
                  </a:lnTo>
                  <a:lnTo>
                    <a:pt x="117297" y="341197"/>
                  </a:lnTo>
                  <a:lnTo>
                    <a:pt x="117297" y="319532"/>
                  </a:lnTo>
                  <a:lnTo>
                    <a:pt x="117297" y="297866"/>
                  </a:lnTo>
                  <a:lnTo>
                    <a:pt x="117297" y="276225"/>
                  </a:lnTo>
                  <a:lnTo>
                    <a:pt x="147106" y="276225"/>
                  </a:lnTo>
                  <a:lnTo>
                    <a:pt x="176931" y="276225"/>
                  </a:lnTo>
                  <a:lnTo>
                    <a:pt x="206749" y="276225"/>
                  </a:lnTo>
                  <a:lnTo>
                    <a:pt x="236537" y="276225"/>
                  </a:lnTo>
                  <a:lnTo>
                    <a:pt x="236537" y="327216"/>
                  </a:lnTo>
                  <a:lnTo>
                    <a:pt x="236537" y="582295"/>
                  </a:lnTo>
                  <a:lnTo>
                    <a:pt x="220516" y="582295"/>
                  </a:lnTo>
                  <a:lnTo>
                    <a:pt x="204504" y="582295"/>
                  </a:lnTo>
                  <a:lnTo>
                    <a:pt x="188488" y="582295"/>
                  </a:lnTo>
                  <a:lnTo>
                    <a:pt x="172453" y="582295"/>
                  </a:lnTo>
                  <a:lnTo>
                    <a:pt x="170106" y="572029"/>
                  </a:lnTo>
                  <a:lnTo>
                    <a:pt x="167722" y="561800"/>
                  </a:lnTo>
                  <a:lnTo>
                    <a:pt x="165338" y="551594"/>
                  </a:lnTo>
                  <a:lnTo>
                    <a:pt x="162991" y="541401"/>
                  </a:lnTo>
                  <a:lnTo>
                    <a:pt x="136906" y="580771"/>
                  </a:lnTo>
                  <a:lnTo>
                    <a:pt x="99364" y="594233"/>
                  </a:lnTo>
                  <a:lnTo>
                    <a:pt x="86718" y="593125"/>
                  </a:lnTo>
                  <a:lnTo>
                    <a:pt x="51473" y="575945"/>
                  </a:lnTo>
                  <a:lnTo>
                    <a:pt x="23851" y="544119"/>
                  </a:lnTo>
                  <a:lnTo>
                    <a:pt x="7986" y="503666"/>
                  </a:lnTo>
                  <a:lnTo>
                    <a:pt x="1634" y="458384"/>
                  </a:lnTo>
                  <a:lnTo>
                    <a:pt x="184" y="414256"/>
                  </a:lnTo>
                  <a:lnTo>
                    <a:pt x="0" y="386715"/>
                  </a:lnTo>
                  <a:lnTo>
                    <a:pt x="0" y="344404"/>
                  </a:lnTo>
                  <a:lnTo>
                    <a:pt x="0" y="302069"/>
                  </a:lnTo>
                  <a:lnTo>
                    <a:pt x="0" y="259734"/>
                  </a:lnTo>
                  <a:lnTo>
                    <a:pt x="0" y="217424"/>
                  </a:lnTo>
                  <a:lnTo>
                    <a:pt x="373" y="179296"/>
                  </a:lnTo>
                  <a:lnTo>
                    <a:pt x="3359" y="119947"/>
                  </a:lnTo>
                  <a:lnTo>
                    <a:pt x="10480" y="80615"/>
                  </a:lnTo>
                  <a:lnTo>
                    <a:pt x="27969" y="46726"/>
                  </a:lnTo>
                  <a:lnTo>
                    <a:pt x="56119" y="17198"/>
                  </a:lnTo>
                  <a:lnTo>
                    <a:pt x="93215" y="1891"/>
                  </a:lnTo>
                  <a:lnTo>
                    <a:pt x="114896" y="0"/>
                  </a:lnTo>
                  <a:lnTo>
                    <a:pt x="136336" y="1633"/>
                  </a:lnTo>
                  <a:lnTo>
                    <a:pt x="173568" y="14948"/>
                  </a:lnTo>
                  <a:lnTo>
                    <a:pt x="202551" y="40931"/>
                  </a:lnTo>
                  <a:lnTo>
                    <a:pt x="227647" y="90170"/>
                  </a:lnTo>
                  <a:lnTo>
                    <a:pt x="234330" y="135461"/>
                  </a:lnTo>
                  <a:lnTo>
                    <a:pt x="236537" y="197231"/>
                  </a:lnTo>
                  <a:lnTo>
                    <a:pt x="236537" y="205486"/>
                  </a:lnTo>
                  <a:lnTo>
                    <a:pt x="236537" y="213741"/>
                  </a:lnTo>
                  <a:lnTo>
                    <a:pt x="236537" y="221996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400302" y="713485"/>
            <a:ext cx="247015" cy="589280"/>
            <a:chOff x="1400302" y="713485"/>
            <a:chExt cx="247015" cy="589280"/>
          </a:xfrm>
        </p:grpSpPr>
        <p:sp>
          <p:nvSpPr>
            <p:cNvPr id="14" name="object 14"/>
            <p:cNvSpPr/>
            <p:nvPr/>
          </p:nvSpPr>
          <p:spPr>
            <a:xfrm>
              <a:off x="1409827" y="723010"/>
              <a:ext cx="227965" cy="570230"/>
            </a:xfrm>
            <a:custGeom>
              <a:avLst/>
              <a:gdLst/>
              <a:ahLst/>
              <a:cxnLst/>
              <a:rect l="l" t="t" r="r" b="b"/>
              <a:pathLst>
                <a:path w="227964" h="570230">
                  <a:moveTo>
                    <a:pt x="227456" y="0"/>
                  </a:moveTo>
                  <a:lnTo>
                    <a:pt x="142366" y="0"/>
                  </a:lnTo>
                  <a:lnTo>
                    <a:pt x="142366" y="256667"/>
                  </a:lnTo>
                  <a:lnTo>
                    <a:pt x="85216" y="0"/>
                  </a:lnTo>
                  <a:lnTo>
                    <a:pt x="0" y="0"/>
                  </a:lnTo>
                  <a:lnTo>
                    <a:pt x="0" y="570229"/>
                  </a:lnTo>
                  <a:lnTo>
                    <a:pt x="85216" y="570229"/>
                  </a:lnTo>
                  <a:lnTo>
                    <a:pt x="85216" y="310896"/>
                  </a:lnTo>
                  <a:lnTo>
                    <a:pt x="138175" y="570229"/>
                  </a:lnTo>
                  <a:lnTo>
                    <a:pt x="227456" y="570229"/>
                  </a:lnTo>
                  <a:lnTo>
                    <a:pt x="227456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09827" y="723010"/>
              <a:ext cx="227965" cy="570230"/>
            </a:xfrm>
            <a:custGeom>
              <a:avLst/>
              <a:gdLst/>
              <a:ahLst/>
              <a:cxnLst/>
              <a:rect l="l" t="t" r="r" b="b"/>
              <a:pathLst>
                <a:path w="227964" h="570230">
                  <a:moveTo>
                    <a:pt x="227456" y="0"/>
                  </a:moveTo>
                  <a:lnTo>
                    <a:pt x="227456" y="0"/>
                  </a:lnTo>
                  <a:lnTo>
                    <a:pt x="227456" y="570229"/>
                  </a:lnTo>
                  <a:lnTo>
                    <a:pt x="205166" y="570229"/>
                  </a:lnTo>
                  <a:lnTo>
                    <a:pt x="182864" y="570229"/>
                  </a:lnTo>
                  <a:lnTo>
                    <a:pt x="160537" y="570229"/>
                  </a:lnTo>
                  <a:lnTo>
                    <a:pt x="138175" y="570229"/>
                  </a:lnTo>
                  <a:lnTo>
                    <a:pt x="127706" y="518363"/>
                  </a:lnTo>
                  <a:lnTo>
                    <a:pt x="117083" y="466526"/>
                  </a:lnTo>
                  <a:lnTo>
                    <a:pt x="106400" y="414690"/>
                  </a:lnTo>
                  <a:lnTo>
                    <a:pt x="95747" y="362823"/>
                  </a:lnTo>
                  <a:lnTo>
                    <a:pt x="85216" y="310896"/>
                  </a:lnTo>
                  <a:lnTo>
                    <a:pt x="85216" y="362774"/>
                  </a:lnTo>
                  <a:lnTo>
                    <a:pt x="85216" y="414635"/>
                  </a:lnTo>
                  <a:lnTo>
                    <a:pt x="85216" y="466490"/>
                  </a:lnTo>
                  <a:lnTo>
                    <a:pt x="85216" y="518351"/>
                  </a:lnTo>
                  <a:lnTo>
                    <a:pt x="85216" y="570229"/>
                  </a:lnTo>
                  <a:lnTo>
                    <a:pt x="63900" y="570229"/>
                  </a:lnTo>
                  <a:lnTo>
                    <a:pt x="42608" y="570229"/>
                  </a:lnTo>
                  <a:lnTo>
                    <a:pt x="21316" y="570229"/>
                  </a:lnTo>
                  <a:lnTo>
                    <a:pt x="0" y="570229"/>
                  </a:lnTo>
                  <a:lnTo>
                    <a:pt x="0" y="518382"/>
                  </a:lnTo>
                  <a:lnTo>
                    <a:pt x="0" y="0"/>
                  </a:lnTo>
                  <a:lnTo>
                    <a:pt x="21316" y="0"/>
                  </a:lnTo>
                  <a:lnTo>
                    <a:pt x="42608" y="0"/>
                  </a:lnTo>
                  <a:lnTo>
                    <a:pt x="63900" y="0"/>
                  </a:lnTo>
                  <a:lnTo>
                    <a:pt x="85216" y="0"/>
                  </a:lnTo>
                  <a:lnTo>
                    <a:pt x="96537" y="51345"/>
                  </a:lnTo>
                  <a:lnTo>
                    <a:pt x="108022" y="102672"/>
                  </a:lnTo>
                  <a:lnTo>
                    <a:pt x="119561" y="153994"/>
                  </a:lnTo>
                  <a:lnTo>
                    <a:pt x="131046" y="205321"/>
                  </a:lnTo>
                  <a:lnTo>
                    <a:pt x="142366" y="256667"/>
                  </a:lnTo>
                  <a:lnTo>
                    <a:pt x="142366" y="205357"/>
                  </a:lnTo>
                  <a:lnTo>
                    <a:pt x="142366" y="154012"/>
                  </a:lnTo>
                  <a:lnTo>
                    <a:pt x="142366" y="102654"/>
                  </a:lnTo>
                  <a:lnTo>
                    <a:pt x="142366" y="51309"/>
                  </a:lnTo>
                  <a:lnTo>
                    <a:pt x="142366" y="0"/>
                  </a:lnTo>
                  <a:lnTo>
                    <a:pt x="163627" y="0"/>
                  </a:lnTo>
                  <a:lnTo>
                    <a:pt x="184912" y="0"/>
                  </a:lnTo>
                  <a:lnTo>
                    <a:pt x="206196" y="0"/>
                  </a:lnTo>
                  <a:lnTo>
                    <a:pt x="227456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753107" y="701420"/>
            <a:ext cx="255270" cy="613410"/>
            <a:chOff x="1753107" y="701420"/>
            <a:chExt cx="255270" cy="613410"/>
          </a:xfrm>
        </p:grpSpPr>
        <p:sp>
          <p:nvSpPr>
            <p:cNvPr id="17" name="object 17"/>
            <p:cNvSpPr/>
            <p:nvPr/>
          </p:nvSpPr>
          <p:spPr>
            <a:xfrm>
              <a:off x="1762632" y="710945"/>
              <a:ext cx="236220" cy="594360"/>
            </a:xfrm>
            <a:custGeom>
              <a:avLst/>
              <a:gdLst/>
              <a:ahLst/>
              <a:cxnLst/>
              <a:rect l="l" t="t" r="r" b="b"/>
              <a:pathLst>
                <a:path w="236219" h="594360">
                  <a:moveTo>
                    <a:pt x="117729" y="0"/>
                  </a:moveTo>
                  <a:lnTo>
                    <a:pt x="72687" y="8893"/>
                  </a:lnTo>
                  <a:lnTo>
                    <a:pt x="37385" y="35178"/>
                  </a:lnTo>
                  <a:lnTo>
                    <a:pt x="13708" y="76557"/>
                  </a:lnTo>
                  <a:lnTo>
                    <a:pt x="3085" y="125095"/>
                  </a:lnTo>
                  <a:lnTo>
                    <a:pt x="2993" y="125872"/>
                  </a:lnTo>
                  <a:lnTo>
                    <a:pt x="2921" y="126492"/>
                  </a:lnTo>
                  <a:lnTo>
                    <a:pt x="793" y="173497"/>
                  </a:lnTo>
                  <a:lnTo>
                    <a:pt x="0" y="248285"/>
                  </a:lnTo>
                  <a:lnTo>
                    <a:pt x="0" y="345948"/>
                  </a:lnTo>
                  <a:lnTo>
                    <a:pt x="184" y="385814"/>
                  </a:lnTo>
                  <a:lnTo>
                    <a:pt x="722" y="419322"/>
                  </a:lnTo>
                  <a:lnTo>
                    <a:pt x="746" y="420735"/>
                  </a:lnTo>
                  <a:lnTo>
                    <a:pt x="1502" y="443424"/>
                  </a:lnTo>
                  <a:lnTo>
                    <a:pt x="1604" y="446496"/>
                  </a:lnTo>
                  <a:lnTo>
                    <a:pt x="5093" y="486029"/>
                  </a:lnTo>
                  <a:lnTo>
                    <a:pt x="20955" y="534289"/>
                  </a:lnTo>
                  <a:lnTo>
                    <a:pt x="49547" y="570722"/>
                  </a:lnTo>
                  <a:lnTo>
                    <a:pt x="87979" y="590534"/>
                  </a:lnTo>
                  <a:lnTo>
                    <a:pt x="117729" y="594233"/>
                  </a:lnTo>
                  <a:lnTo>
                    <a:pt x="132726" y="593318"/>
                  </a:lnTo>
                  <a:lnTo>
                    <a:pt x="133466" y="593318"/>
                  </a:lnTo>
                  <a:lnTo>
                    <a:pt x="175894" y="578358"/>
                  </a:lnTo>
                  <a:lnTo>
                    <a:pt x="207577" y="546854"/>
                  </a:lnTo>
                  <a:lnTo>
                    <a:pt x="227187" y="501697"/>
                  </a:lnTo>
                  <a:lnTo>
                    <a:pt x="228060" y="497713"/>
                  </a:lnTo>
                  <a:lnTo>
                    <a:pt x="110871" y="497713"/>
                  </a:lnTo>
                  <a:lnTo>
                    <a:pt x="106425" y="493903"/>
                  </a:lnTo>
                  <a:lnTo>
                    <a:pt x="104865" y="486461"/>
                  </a:lnTo>
                  <a:lnTo>
                    <a:pt x="104775" y="486029"/>
                  </a:lnTo>
                  <a:lnTo>
                    <a:pt x="103514" y="477857"/>
                  </a:lnTo>
                  <a:lnTo>
                    <a:pt x="102600" y="464947"/>
                  </a:lnTo>
                  <a:lnTo>
                    <a:pt x="102071" y="448192"/>
                  </a:lnTo>
                  <a:lnTo>
                    <a:pt x="102010" y="443424"/>
                  </a:lnTo>
                  <a:lnTo>
                    <a:pt x="101854" y="424815"/>
                  </a:lnTo>
                  <a:lnTo>
                    <a:pt x="101854" y="158496"/>
                  </a:lnTo>
                  <a:lnTo>
                    <a:pt x="102010" y="147593"/>
                  </a:lnTo>
                  <a:lnTo>
                    <a:pt x="102113" y="140428"/>
                  </a:lnTo>
                  <a:lnTo>
                    <a:pt x="102137" y="138717"/>
                  </a:lnTo>
                  <a:lnTo>
                    <a:pt x="102803" y="126492"/>
                  </a:lnTo>
                  <a:lnTo>
                    <a:pt x="102879" y="125095"/>
                  </a:lnTo>
                  <a:lnTo>
                    <a:pt x="102981" y="123237"/>
                  </a:lnTo>
                  <a:lnTo>
                    <a:pt x="104372" y="112115"/>
                  </a:lnTo>
                  <a:lnTo>
                    <a:pt x="106299" y="105410"/>
                  </a:lnTo>
                  <a:lnTo>
                    <a:pt x="108839" y="99314"/>
                  </a:lnTo>
                  <a:lnTo>
                    <a:pt x="113030" y="96520"/>
                  </a:lnTo>
                  <a:lnTo>
                    <a:pt x="227981" y="96520"/>
                  </a:lnTo>
                  <a:lnTo>
                    <a:pt x="226758" y="91186"/>
                  </a:lnTo>
                  <a:lnTo>
                    <a:pt x="206466" y="45827"/>
                  </a:lnTo>
                  <a:lnTo>
                    <a:pt x="174498" y="14859"/>
                  </a:lnTo>
                  <a:lnTo>
                    <a:pt x="133575" y="980"/>
                  </a:lnTo>
                  <a:lnTo>
                    <a:pt x="134387" y="980"/>
                  </a:lnTo>
                  <a:lnTo>
                    <a:pt x="117729" y="0"/>
                  </a:lnTo>
                  <a:close/>
                </a:path>
                <a:path w="236219" h="594360">
                  <a:moveTo>
                    <a:pt x="227981" y="96520"/>
                  </a:moveTo>
                  <a:lnTo>
                    <a:pt x="124587" y="96520"/>
                  </a:lnTo>
                  <a:lnTo>
                    <a:pt x="128778" y="100075"/>
                  </a:lnTo>
                  <a:lnTo>
                    <a:pt x="130937" y="107442"/>
                  </a:lnTo>
                  <a:lnTo>
                    <a:pt x="133728" y="146040"/>
                  </a:lnTo>
                  <a:lnTo>
                    <a:pt x="133823" y="424815"/>
                  </a:lnTo>
                  <a:lnTo>
                    <a:pt x="133669" y="443424"/>
                  </a:lnTo>
                  <a:lnTo>
                    <a:pt x="130937" y="484250"/>
                  </a:lnTo>
                  <a:lnTo>
                    <a:pt x="124587" y="497713"/>
                  </a:lnTo>
                  <a:lnTo>
                    <a:pt x="228060" y="497713"/>
                  </a:lnTo>
                  <a:lnTo>
                    <a:pt x="230860" y="484939"/>
                  </a:lnTo>
                  <a:lnTo>
                    <a:pt x="233044" y="467360"/>
                  </a:lnTo>
                  <a:lnTo>
                    <a:pt x="234067" y="448192"/>
                  </a:lnTo>
                  <a:lnTo>
                    <a:pt x="234158" y="446496"/>
                  </a:lnTo>
                  <a:lnTo>
                    <a:pt x="234827" y="424815"/>
                  </a:lnTo>
                  <a:lnTo>
                    <a:pt x="234953" y="420735"/>
                  </a:lnTo>
                  <a:lnTo>
                    <a:pt x="234997" y="419322"/>
                  </a:lnTo>
                  <a:lnTo>
                    <a:pt x="235513" y="386681"/>
                  </a:lnTo>
                  <a:lnTo>
                    <a:pt x="235712" y="345948"/>
                  </a:lnTo>
                  <a:lnTo>
                    <a:pt x="235712" y="248285"/>
                  </a:lnTo>
                  <a:lnTo>
                    <a:pt x="235527" y="208466"/>
                  </a:lnTo>
                  <a:lnTo>
                    <a:pt x="234989" y="174910"/>
                  </a:lnTo>
                  <a:lnTo>
                    <a:pt x="234965" y="173497"/>
                  </a:lnTo>
                  <a:lnTo>
                    <a:pt x="234102" y="147593"/>
                  </a:lnTo>
                  <a:lnTo>
                    <a:pt x="234051" y="146040"/>
                  </a:lnTo>
                  <a:lnTo>
                    <a:pt x="232875" y="126492"/>
                  </a:lnTo>
                  <a:lnTo>
                    <a:pt x="232791" y="125095"/>
                  </a:lnTo>
                  <a:lnTo>
                    <a:pt x="230560" y="107771"/>
                  </a:lnTo>
                  <a:lnTo>
                    <a:pt x="227981" y="9652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62632" y="710945"/>
              <a:ext cx="236220" cy="594360"/>
            </a:xfrm>
            <a:custGeom>
              <a:avLst/>
              <a:gdLst/>
              <a:ahLst/>
              <a:cxnLst/>
              <a:rect l="l" t="t" r="r" b="b"/>
              <a:pathLst>
                <a:path w="236219" h="594360">
                  <a:moveTo>
                    <a:pt x="235712" y="345948"/>
                  </a:moveTo>
                  <a:lnTo>
                    <a:pt x="235527" y="385814"/>
                  </a:lnTo>
                  <a:lnTo>
                    <a:pt x="234158" y="446496"/>
                  </a:lnTo>
                  <a:lnTo>
                    <a:pt x="230860" y="484939"/>
                  </a:lnTo>
                  <a:lnTo>
                    <a:pt x="215519" y="532892"/>
                  </a:lnTo>
                  <a:lnTo>
                    <a:pt x="187694" y="569539"/>
                  </a:lnTo>
                  <a:lnTo>
                    <a:pt x="148859" y="590296"/>
                  </a:lnTo>
                  <a:lnTo>
                    <a:pt x="117729" y="594233"/>
                  </a:lnTo>
                  <a:lnTo>
                    <a:pt x="102437" y="593318"/>
                  </a:lnTo>
                  <a:lnTo>
                    <a:pt x="61468" y="579120"/>
                  </a:lnTo>
                  <a:lnTo>
                    <a:pt x="29231" y="548401"/>
                  </a:lnTo>
                  <a:lnTo>
                    <a:pt x="8937" y="503047"/>
                  </a:lnTo>
                  <a:lnTo>
                    <a:pt x="1660" y="448192"/>
                  </a:lnTo>
                  <a:lnTo>
                    <a:pt x="188" y="386681"/>
                  </a:lnTo>
                  <a:lnTo>
                    <a:pt x="0" y="345948"/>
                  </a:lnTo>
                  <a:lnTo>
                    <a:pt x="0" y="321508"/>
                  </a:lnTo>
                  <a:lnTo>
                    <a:pt x="0" y="297116"/>
                  </a:lnTo>
                  <a:lnTo>
                    <a:pt x="0" y="272724"/>
                  </a:lnTo>
                  <a:lnTo>
                    <a:pt x="0" y="248285"/>
                  </a:lnTo>
                  <a:lnTo>
                    <a:pt x="188" y="208466"/>
                  </a:lnTo>
                  <a:lnTo>
                    <a:pt x="1660" y="147593"/>
                  </a:lnTo>
                  <a:lnTo>
                    <a:pt x="4960" y="109132"/>
                  </a:lnTo>
                  <a:lnTo>
                    <a:pt x="20319" y="61341"/>
                  </a:lnTo>
                  <a:lnTo>
                    <a:pt x="47912" y="24693"/>
                  </a:lnTo>
                  <a:lnTo>
                    <a:pt x="86709" y="3936"/>
                  </a:lnTo>
                  <a:lnTo>
                    <a:pt x="117729" y="0"/>
                  </a:lnTo>
                  <a:lnTo>
                    <a:pt x="133207" y="910"/>
                  </a:lnTo>
                  <a:lnTo>
                    <a:pt x="174498" y="14859"/>
                  </a:lnTo>
                  <a:lnTo>
                    <a:pt x="206466" y="45827"/>
                  </a:lnTo>
                  <a:lnTo>
                    <a:pt x="226758" y="91186"/>
                  </a:lnTo>
                  <a:lnTo>
                    <a:pt x="234051" y="146040"/>
                  </a:lnTo>
                  <a:lnTo>
                    <a:pt x="235523" y="207551"/>
                  </a:lnTo>
                  <a:lnTo>
                    <a:pt x="235712" y="248285"/>
                  </a:lnTo>
                  <a:lnTo>
                    <a:pt x="235712" y="272724"/>
                  </a:lnTo>
                  <a:lnTo>
                    <a:pt x="235712" y="297116"/>
                  </a:lnTo>
                  <a:lnTo>
                    <a:pt x="235712" y="321508"/>
                  </a:lnTo>
                  <a:lnTo>
                    <a:pt x="235712" y="345948"/>
                  </a:lnTo>
                  <a:close/>
                </a:path>
                <a:path w="236219" h="594360">
                  <a:moveTo>
                    <a:pt x="133858" y="158496"/>
                  </a:moveTo>
                  <a:lnTo>
                    <a:pt x="132197" y="114865"/>
                  </a:lnTo>
                  <a:lnTo>
                    <a:pt x="124587" y="96520"/>
                  </a:lnTo>
                  <a:lnTo>
                    <a:pt x="118237" y="96520"/>
                  </a:lnTo>
                  <a:lnTo>
                    <a:pt x="113030" y="96520"/>
                  </a:lnTo>
                  <a:lnTo>
                    <a:pt x="102137" y="138717"/>
                  </a:lnTo>
                  <a:lnTo>
                    <a:pt x="101854" y="158496"/>
                  </a:lnTo>
                  <a:lnTo>
                    <a:pt x="101854" y="211759"/>
                  </a:lnTo>
                  <a:lnTo>
                    <a:pt x="101854" y="265023"/>
                  </a:lnTo>
                  <a:lnTo>
                    <a:pt x="101854" y="318287"/>
                  </a:lnTo>
                  <a:lnTo>
                    <a:pt x="101854" y="371551"/>
                  </a:lnTo>
                  <a:lnTo>
                    <a:pt x="101854" y="424815"/>
                  </a:lnTo>
                  <a:lnTo>
                    <a:pt x="102042" y="447274"/>
                  </a:lnTo>
                  <a:lnTo>
                    <a:pt x="104775" y="486029"/>
                  </a:lnTo>
                  <a:lnTo>
                    <a:pt x="110871" y="497713"/>
                  </a:lnTo>
                  <a:lnTo>
                    <a:pt x="117602" y="497713"/>
                  </a:lnTo>
                  <a:lnTo>
                    <a:pt x="124587" y="497713"/>
                  </a:lnTo>
                  <a:lnTo>
                    <a:pt x="133669" y="443424"/>
                  </a:lnTo>
                  <a:lnTo>
                    <a:pt x="133858" y="420624"/>
                  </a:lnTo>
                  <a:lnTo>
                    <a:pt x="133858" y="368198"/>
                  </a:lnTo>
                  <a:lnTo>
                    <a:pt x="133858" y="315772"/>
                  </a:lnTo>
                  <a:lnTo>
                    <a:pt x="133858" y="263347"/>
                  </a:lnTo>
                  <a:lnTo>
                    <a:pt x="133858" y="210921"/>
                  </a:lnTo>
                  <a:lnTo>
                    <a:pt x="133858" y="158496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2105532" y="701420"/>
            <a:ext cx="252095" cy="613410"/>
            <a:chOff x="2105532" y="701420"/>
            <a:chExt cx="252095" cy="613410"/>
          </a:xfrm>
        </p:grpSpPr>
        <p:sp>
          <p:nvSpPr>
            <p:cNvPr id="20" name="object 20"/>
            <p:cNvSpPr/>
            <p:nvPr/>
          </p:nvSpPr>
          <p:spPr>
            <a:xfrm>
              <a:off x="2115057" y="710945"/>
              <a:ext cx="233045" cy="594360"/>
            </a:xfrm>
            <a:custGeom>
              <a:avLst/>
              <a:gdLst/>
              <a:ahLst/>
              <a:cxnLst/>
              <a:rect l="l" t="t" r="r" b="b"/>
              <a:pathLst>
                <a:path w="233044" h="594360">
                  <a:moveTo>
                    <a:pt x="110617" y="0"/>
                  </a:moveTo>
                  <a:lnTo>
                    <a:pt x="62218" y="9429"/>
                  </a:lnTo>
                  <a:lnTo>
                    <a:pt x="26558" y="37560"/>
                  </a:lnTo>
                  <a:lnTo>
                    <a:pt x="6697" y="81799"/>
                  </a:lnTo>
                  <a:lnTo>
                    <a:pt x="771" y="129702"/>
                  </a:lnTo>
                  <a:lnTo>
                    <a:pt x="0" y="160274"/>
                  </a:lnTo>
                  <a:lnTo>
                    <a:pt x="521" y="182014"/>
                  </a:lnTo>
                  <a:lnTo>
                    <a:pt x="8255" y="234950"/>
                  </a:lnTo>
                  <a:lnTo>
                    <a:pt x="22756" y="271704"/>
                  </a:lnTo>
                  <a:lnTo>
                    <a:pt x="47434" y="302260"/>
                  </a:lnTo>
                  <a:lnTo>
                    <a:pt x="96079" y="350926"/>
                  </a:lnTo>
                  <a:lnTo>
                    <a:pt x="109791" y="365140"/>
                  </a:lnTo>
                  <a:lnTo>
                    <a:pt x="133604" y="409924"/>
                  </a:lnTo>
                  <a:lnTo>
                    <a:pt x="136017" y="451485"/>
                  </a:lnTo>
                  <a:lnTo>
                    <a:pt x="135691" y="462222"/>
                  </a:lnTo>
                  <a:lnTo>
                    <a:pt x="122681" y="497713"/>
                  </a:lnTo>
                  <a:lnTo>
                    <a:pt x="109219" y="497713"/>
                  </a:lnTo>
                  <a:lnTo>
                    <a:pt x="97790" y="447294"/>
                  </a:lnTo>
                  <a:lnTo>
                    <a:pt x="97790" y="377952"/>
                  </a:lnTo>
                  <a:lnTo>
                    <a:pt x="3175" y="377952"/>
                  </a:lnTo>
                  <a:lnTo>
                    <a:pt x="3175" y="415290"/>
                  </a:lnTo>
                  <a:lnTo>
                    <a:pt x="3744" y="445482"/>
                  </a:lnTo>
                  <a:lnTo>
                    <a:pt x="8264" y="494960"/>
                  </a:lnTo>
                  <a:lnTo>
                    <a:pt x="26130" y="545925"/>
                  </a:lnTo>
                  <a:lnTo>
                    <a:pt x="65202" y="581642"/>
                  </a:lnTo>
                  <a:lnTo>
                    <a:pt x="119887" y="594233"/>
                  </a:lnTo>
                  <a:lnTo>
                    <a:pt x="137981" y="592996"/>
                  </a:lnTo>
                  <a:lnTo>
                    <a:pt x="185166" y="574548"/>
                  </a:lnTo>
                  <a:lnTo>
                    <a:pt x="217080" y="540043"/>
                  </a:lnTo>
                  <a:lnTo>
                    <a:pt x="230346" y="489219"/>
                  </a:lnTo>
                  <a:lnTo>
                    <a:pt x="232791" y="436372"/>
                  </a:lnTo>
                  <a:lnTo>
                    <a:pt x="231675" y="397345"/>
                  </a:lnTo>
                  <a:lnTo>
                    <a:pt x="222825" y="336627"/>
                  </a:lnTo>
                  <a:lnTo>
                    <a:pt x="203134" y="294882"/>
                  </a:lnTo>
                  <a:lnTo>
                    <a:pt x="160077" y="246915"/>
                  </a:lnTo>
                  <a:lnTo>
                    <a:pt x="118655" y="208756"/>
                  </a:lnTo>
                  <a:lnTo>
                    <a:pt x="110251" y="199675"/>
                  </a:lnTo>
                  <a:lnTo>
                    <a:pt x="95706" y="154267"/>
                  </a:lnTo>
                  <a:lnTo>
                    <a:pt x="95377" y="140843"/>
                  </a:lnTo>
                  <a:lnTo>
                    <a:pt x="95702" y="130462"/>
                  </a:lnTo>
                  <a:lnTo>
                    <a:pt x="107950" y="96520"/>
                  </a:lnTo>
                  <a:lnTo>
                    <a:pt x="119634" y="96520"/>
                  </a:lnTo>
                  <a:lnTo>
                    <a:pt x="129793" y="142240"/>
                  </a:lnTo>
                  <a:lnTo>
                    <a:pt x="129793" y="184658"/>
                  </a:lnTo>
                  <a:lnTo>
                    <a:pt x="224409" y="184658"/>
                  </a:lnTo>
                  <a:lnTo>
                    <a:pt x="223839" y="130468"/>
                  </a:lnTo>
                  <a:lnTo>
                    <a:pt x="219319" y="82256"/>
                  </a:lnTo>
                  <a:lnTo>
                    <a:pt x="201564" y="39766"/>
                  </a:lnTo>
                  <a:lnTo>
                    <a:pt x="163677" y="10501"/>
                  </a:lnTo>
                  <a:lnTo>
                    <a:pt x="129748" y="1166"/>
                  </a:lnTo>
                  <a:lnTo>
                    <a:pt x="110617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15057" y="710945"/>
              <a:ext cx="233045" cy="594360"/>
            </a:xfrm>
            <a:custGeom>
              <a:avLst/>
              <a:gdLst/>
              <a:ahLst/>
              <a:cxnLst/>
              <a:rect l="l" t="t" r="r" b="b"/>
              <a:pathLst>
                <a:path w="233044" h="594360">
                  <a:moveTo>
                    <a:pt x="224409" y="184658"/>
                  </a:moveTo>
                  <a:lnTo>
                    <a:pt x="200713" y="184658"/>
                  </a:lnTo>
                  <a:lnTo>
                    <a:pt x="177053" y="184658"/>
                  </a:lnTo>
                  <a:lnTo>
                    <a:pt x="153417" y="184658"/>
                  </a:lnTo>
                  <a:lnTo>
                    <a:pt x="129793" y="184658"/>
                  </a:lnTo>
                  <a:lnTo>
                    <a:pt x="129793" y="174029"/>
                  </a:lnTo>
                  <a:lnTo>
                    <a:pt x="129793" y="163449"/>
                  </a:lnTo>
                  <a:lnTo>
                    <a:pt x="129793" y="152868"/>
                  </a:lnTo>
                  <a:lnTo>
                    <a:pt x="129793" y="142240"/>
                  </a:lnTo>
                  <a:lnTo>
                    <a:pt x="129557" y="128811"/>
                  </a:lnTo>
                  <a:lnTo>
                    <a:pt x="119634" y="96520"/>
                  </a:lnTo>
                  <a:lnTo>
                    <a:pt x="114046" y="96520"/>
                  </a:lnTo>
                  <a:lnTo>
                    <a:pt x="107950" y="96520"/>
                  </a:lnTo>
                  <a:lnTo>
                    <a:pt x="95377" y="140843"/>
                  </a:lnTo>
                  <a:lnTo>
                    <a:pt x="95706" y="154267"/>
                  </a:lnTo>
                  <a:lnTo>
                    <a:pt x="110251" y="199675"/>
                  </a:lnTo>
                  <a:lnTo>
                    <a:pt x="160077" y="246915"/>
                  </a:lnTo>
                  <a:lnTo>
                    <a:pt x="184737" y="272256"/>
                  </a:lnTo>
                  <a:lnTo>
                    <a:pt x="215137" y="314960"/>
                  </a:lnTo>
                  <a:lnTo>
                    <a:pt x="228345" y="364093"/>
                  </a:lnTo>
                  <a:lnTo>
                    <a:pt x="232791" y="436372"/>
                  </a:lnTo>
                  <a:lnTo>
                    <a:pt x="232175" y="464778"/>
                  </a:lnTo>
                  <a:lnTo>
                    <a:pt x="227326" y="509684"/>
                  </a:lnTo>
                  <a:lnTo>
                    <a:pt x="208676" y="552640"/>
                  </a:lnTo>
                  <a:lnTo>
                    <a:pt x="170644" y="583142"/>
                  </a:lnTo>
                  <a:lnTo>
                    <a:pt x="119887" y="594233"/>
                  </a:lnTo>
                  <a:lnTo>
                    <a:pt x="100135" y="592861"/>
                  </a:lnTo>
                  <a:lnTo>
                    <a:pt x="50165" y="571627"/>
                  </a:lnTo>
                  <a:lnTo>
                    <a:pt x="17875" y="530889"/>
                  </a:lnTo>
                  <a:lnTo>
                    <a:pt x="5445" y="472043"/>
                  </a:lnTo>
                  <a:lnTo>
                    <a:pt x="3175" y="415290"/>
                  </a:lnTo>
                  <a:lnTo>
                    <a:pt x="3175" y="405955"/>
                  </a:lnTo>
                  <a:lnTo>
                    <a:pt x="3175" y="396621"/>
                  </a:lnTo>
                  <a:lnTo>
                    <a:pt x="3175" y="387286"/>
                  </a:lnTo>
                  <a:lnTo>
                    <a:pt x="3175" y="377952"/>
                  </a:lnTo>
                  <a:lnTo>
                    <a:pt x="26870" y="377952"/>
                  </a:lnTo>
                  <a:lnTo>
                    <a:pt x="50530" y="377952"/>
                  </a:lnTo>
                  <a:lnTo>
                    <a:pt x="74166" y="377952"/>
                  </a:lnTo>
                  <a:lnTo>
                    <a:pt x="97790" y="377952"/>
                  </a:lnTo>
                  <a:lnTo>
                    <a:pt x="97790" y="395287"/>
                  </a:lnTo>
                  <a:lnTo>
                    <a:pt x="97790" y="412623"/>
                  </a:lnTo>
                  <a:lnTo>
                    <a:pt x="97790" y="429958"/>
                  </a:lnTo>
                  <a:lnTo>
                    <a:pt x="97790" y="447294"/>
                  </a:lnTo>
                  <a:lnTo>
                    <a:pt x="98067" y="461940"/>
                  </a:lnTo>
                  <a:lnTo>
                    <a:pt x="109219" y="497713"/>
                  </a:lnTo>
                  <a:lnTo>
                    <a:pt x="115950" y="497713"/>
                  </a:lnTo>
                  <a:lnTo>
                    <a:pt x="122681" y="497713"/>
                  </a:lnTo>
                  <a:lnTo>
                    <a:pt x="136017" y="451485"/>
                  </a:lnTo>
                  <a:lnTo>
                    <a:pt x="135405" y="428561"/>
                  </a:lnTo>
                  <a:lnTo>
                    <a:pt x="126618" y="385699"/>
                  </a:lnTo>
                  <a:lnTo>
                    <a:pt x="96079" y="350926"/>
                  </a:lnTo>
                  <a:lnTo>
                    <a:pt x="78867" y="334010"/>
                  </a:lnTo>
                  <a:lnTo>
                    <a:pt x="61614" y="316837"/>
                  </a:lnTo>
                  <a:lnTo>
                    <a:pt x="28575" y="280797"/>
                  </a:lnTo>
                  <a:lnTo>
                    <a:pt x="8255" y="234950"/>
                  </a:lnTo>
                  <a:lnTo>
                    <a:pt x="521" y="182014"/>
                  </a:lnTo>
                  <a:lnTo>
                    <a:pt x="0" y="160274"/>
                  </a:lnTo>
                  <a:lnTo>
                    <a:pt x="771" y="129702"/>
                  </a:lnTo>
                  <a:lnTo>
                    <a:pt x="6697" y="81799"/>
                  </a:lnTo>
                  <a:lnTo>
                    <a:pt x="26558" y="37560"/>
                  </a:lnTo>
                  <a:lnTo>
                    <a:pt x="62218" y="9429"/>
                  </a:lnTo>
                  <a:lnTo>
                    <a:pt x="110617" y="0"/>
                  </a:lnTo>
                  <a:lnTo>
                    <a:pt x="129748" y="1166"/>
                  </a:lnTo>
                  <a:lnTo>
                    <a:pt x="178308" y="18669"/>
                  </a:lnTo>
                  <a:lnTo>
                    <a:pt x="209686" y="52083"/>
                  </a:lnTo>
                  <a:lnTo>
                    <a:pt x="222138" y="103886"/>
                  </a:lnTo>
                  <a:lnTo>
                    <a:pt x="224409" y="162052"/>
                  </a:lnTo>
                  <a:lnTo>
                    <a:pt x="224409" y="169545"/>
                  </a:lnTo>
                  <a:lnTo>
                    <a:pt x="224409" y="177038"/>
                  </a:lnTo>
                  <a:lnTo>
                    <a:pt x="224409" y="184658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891408" y="701420"/>
            <a:ext cx="254635" cy="613410"/>
            <a:chOff x="2891408" y="701420"/>
            <a:chExt cx="254635" cy="613410"/>
          </a:xfrm>
        </p:grpSpPr>
        <p:sp>
          <p:nvSpPr>
            <p:cNvPr id="23" name="object 23"/>
            <p:cNvSpPr/>
            <p:nvPr/>
          </p:nvSpPr>
          <p:spPr>
            <a:xfrm>
              <a:off x="2900933" y="710945"/>
              <a:ext cx="235585" cy="594360"/>
            </a:xfrm>
            <a:custGeom>
              <a:avLst/>
              <a:gdLst/>
              <a:ahLst/>
              <a:cxnLst/>
              <a:rect l="l" t="t" r="r" b="b"/>
              <a:pathLst>
                <a:path w="235585" h="594360">
                  <a:moveTo>
                    <a:pt x="117856" y="0"/>
                  </a:moveTo>
                  <a:lnTo>
                    <a:pt x="72761" y="8893"/>
                  </a:lnTo>
                  <a:lnTo>
                    <a:pt x="37401" y="35178"/>
                  </a:lnTo>
                  <a:lnTo>
                    <a:pt x="13761" y="76557"/>
                  </a:lnTo>
                  <a:lnTo>
                    <a:pt x="3086" y="125095"/>
                  </a:lnTo>
                  <a:lnTo>
                    <a:pt x="2994" y="125872"/>
                  </a:lnTo>
                  <a:lnTo>
                    <a:pt x="793" y="173497"/>
                  </a:lnTo>
                  <a:lnTo>
                    <a:pt x="0" y="248285"/>
                  </a:lnTo>
                  <a:lnTo>
                    <a:pt x="0" y="345948"/>
                  </a:lnTo>
                  <a:lnTo>
                    <a:pt x="184" y="385814"/>
                  </a:lnTo>
                  <a:lnTo>
                    <a:pt x="722" y="419322"/>
                  </a:lnTo>
                  <a:lnTo>
                    <a:pt x="746" y="420735"/>
                  </a:lnTo>
                  <a:lnTo>
                    <a:pt x="1502" y="443424"/>
                  </a:lnTo>
                  <a:lnTo>
                    <a:pt x="1604" y="446496"/>
                  </a:lnTo>
                  <a:lnTo>
                    <a:pt x="5095" y="486029"/>
                  </a:lnTo>
                  <a:lnTo>
                    <a:pt x="21082" y="534289"/>
                  </a:lnTo>
                  <a:lnTo>
                    <a:pt x="49531" y="570722"/>
                  </a:lnTo>
                  <a:lnTo>
                    <a:pt x="87947" y="590534"/>
                  </a:lnTo>
                  <a:lnTo>
                    <a:pt x="117856" y="594233"/>
                  </a:lnTo>
                  <a:lnTo>
                    <a:pt x="132785" y="593318"/>
                  </a:lnTo>
                  <a:lnTo>
                    <a:pt x="133521" y="593318"/>
                  </a:lnTo>
                  <a:lnTo>
                    <a:pt x="175895" y="578358"/>
                  </a:lnTo>
                  <a:lnTo>
                    <a:pt x="207648" y="546854"/>
                  </a:lnTo>
                  <a:lnTo>
                    <a:pt x="227107" y="501697"/>
                  </a:lnTo>
                  <a:lnTo>
                    <a:pt x="227983" y="497713"/>
                  </a:lnTo>
                  <a:lnTo>
                    <a:pt x="110743" y="497713"/>
                  </a:lnTo>
                  <a:lnTo>
                    <a:pt x="106426" y="493903"/>
                  </a:lnTo>
                  <a:lnTo>
                    <a:pt x="104865" y="486461"/>
                  </a:lnTo>
                  <a:lnTo>
                    <a:pt x="104775" y="486029"/>
                  </a:lnTo>
                  <a:lnTo>
                    <a:pt x="103514" y="477857"/>
                  </a:lnTo>
                  <a:lnTo>
                    <a:pt x="102600" y="464947"/>
                  </a:lnTo>
                  <a:lnTo>
                    <a:pt x="102071" y="448192"/>
                  </a:lnTo>
                  <a:lnTo>
                    <a:pt x="102010" y="443424"/>
                  </a:lnTo>
                  <a:lnTo>
                    <a:pt x="101854" y="424815"/>
                  </a:lnTo>
                  <a:lnTo>
                    <a:pt x="101854" y="158496"/>
                  </a:lnTo>
                  <a:lnTo>
                    <a:pt x="102009" y="147593"/>
                  </a:lnTo>
                  <a:lnTo>
                    <a:pt x="102135" y="138717"/>
                  </a:lnTo>
                  <a:lnTo>
                    <a:pt x="102790" y="126492"/>
                  </a:lnTo>
                  <a:lnTo>
                    <a:pt x="102865" y="125095"/>
                  </a:lnTo>
                  <a:lnTo>
                    <a:pt x="102965" y="123237"/>
                  </a:lnTo>
                  <a:lnTo>
                    <a:pt x="104318" y="112115"/>
                  </a:lnTo>
                  <a:lnTo>
                    <a:pt x="106172" y="105410"/>
                  </a:lnTo>
                  <a:lnTo>
                    <a:pt x="108839" y="99314"/>
                  </a:lnTo>
                  <a:lnTo>
                    <a:pt x="112903" y="96520"/>
                  </a:lnTo>
                  <a:lnTo>
                    <a:pt x="227943" y="96520"/>
                  </a:lnTo>
                  <a:lnTo>
                    <a:pt x="226710" y="91186"/>
                  </a:lnTo>
                  <a:lnTo>
                    <a:pt x="206446" y="45827"/>
                  </a:lnTo>
                  <a:lnTo>
                    <a:pt x="174371" y="14859"/>
                  </a:lnTo>
                  <a:lnTo>
                    <a:pt x="133572" y="980"/>
                  </a:lnTo>
                  <a:lnTo>
                    <a:pt x="134375" y="980"/>
                  </a:lnTo>
                  <a:lnTo>
                    <a:pt x="117856" y="0"/>
                  </a:lnTo>
                  <a:close/>
                </a:path>
                <a:path w="235585" h="594360">
                  <a:moveTo>
                    <a:pt x="227943" y="96520"/>
                  </a:moveTo>
                  <a:lnTo>
                    <a:pt x="124587" y="96520"/>
                  </a:lnTo>
                  <a:lnTo>
                    <a:pt x="128778" y="100075"/>
                  </a:lnTo>
                  <a:lnTo>
                    <a:pt x="130937" y="107442"/>
                  </a:lnTo>
                  <a:lnTo>
                    <a:pt x="133614" y="146040"/>
                  </a:lnTo>
                  <a:lnTo>
                    <a:pt x="133699" y="424815"/>
                  </a:lnTo>
                  <a:lnTo>
                    <a:pt x="133562" y="443424"/>
                  </a:lnTo>
                  <a:lnTo>
                    <a:pt x="130937" y="484250"/>
                  </a:lnTo>
                  <a:lnTo>
                    <a:pt x="124587" y="497713"/>
                  </a:lnTo>
                  <a:lnTo>
                    <a:pt x="227983" y="497713"/>
                  </a:lnTo>
                  <a:lnTo>
                    <a:pt x="234049" y="448192"/>
                  </a:lnTo>
                  <a:lnTo>
                    <a:pt x="234773" y="424815"/>
                  </a:lnTo>
                  <a:lnTo>
                    <a:pt x="234892" y="420735"/>
                  </a:lnTo>
                  <a:lnTo>
                    <a:pt x="234934" y="419322"/>
                  </a:lnTo>
                  <a:lnTo>
                    <a:pt x="235407" y="386681"/>
                  </a:lnTo>
                  <a:lnTo>
                    <a:pt x="235585" y="345948"/>
                  </a:lnTo>
                  <a:lnTo>
                    <a:pt x="235585" y="248285"/>
                  </a:lnTo>
                  <a:lnTo>
                    <a:pt x="235420" y="208466"/>
                  </a:lnTo>
                  <a:lnTo>
                    <a:pt x="234080" y="147593"/>
                  </a:lnTo>
                  <a:lnTo>
                    <a:pt x="232873" y="126492"/>
                  </a:lnTo>
                  <a:lnTo>
                    <a:pt x="232791" y="125095"/>
                  </a:lnTo>
                  <a:lnTo>
                    <a:pt x="230542" y="107771"/>
                  </a:lnTo>
                  <a:lnTo>
                    <a:pt x="227943" y="9652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00933" y="710945"/>
              <a:ext cx="235585" cy="594360"/>
            </a:xfrm>
            <a:custGeom>
              <a:avLst/>
              <a:gdLst/>
              <a:ahLst/>
              <a:cxnLst/>
              <a:rect l="l" t="t" r="r" b="b"/>
              <a:pathLst>
                <a:path w="235585" h="594360">
                  <a:moveTo>
                    <a:pt x="235585" y="345948"/>
                  </a:moveTo>
                  <a:lnTo>
                    <a:pt x="235420" y="385814"/>
                  </a:lnTo>
                  <a:lnTo>
                    <a:pt x="234138" y="446496"/>
                  </a:lnTo>
                  <a:lnTo>
                    <a:pt x="230790" y="484939"/>
                  </a:lnTo>
                  <a:lnTo>
                    <a:pt x="215646" y="532892"/>
                  </a:lnTo>
                  <a:lnTo>
                    <a:pt x="187749" y="569539"/>
                  </a:lnTo>
                  <a:lnTo>
                    <a:pt x="148875" y="590296"/>
                  </a:lnTo>
                  <a:lnTo>
                    <a:pt x="117856" y="594233"/>
                  </a:lnTo>
                  <a:lnTo>
                    <a:pt x="102473" y="593318"/>
                  </a:lnTo>
                  <a:lnTo>
                    <a:pt x="61468" y="579120"/>
                  </a:lnTo>
                  <a:lnTo>
                    <a:pt x="29231" y="548401"/>
                  </a:lnTo>
                  <a:lnTo>
                    <a:pt x="8953" y="503047"/>
                  </a:lnTo>
                  <a:lnTo>
                    <a:pt x="1660" y="448192"/>
                  </a:lnTo>
                  <a:lnTo>
                    <a:pt x="188" y="386681"/>
                  </a:lnTo>
                  <a:lnTo>
                    <a:pt x="0" y="345948"/>
                  </a:lnTo>
                  <a:lnTo>
                    <a:pt x="0" y="321508"/>
                  </a:lnTo>
                  <a:lnTo>
                    <a:pt x="0" y="297116"/>
                  </a:lnTo>
                  <a:lnTo>
                    <a:pt x="0" y="272724"/>
                  </a:lnTo>
                  <a:lnTo>
                    <a:pt x="0" y="248285"/>
                  </a:lnTo>
                  <a:lnTo>
                    <a:pt x="188" y="208466"/>
                  </a:lnTo>
                  <a:lnTo>
                    <a:pt x="1660" y="147593"/>
                  </a:lnTo>
                  <a:lnTo>
                    <a:pt x="4978" y="109132"/>
                  </a:lnTo>
                  <a:lnTo>
                    <a:pt x="20320" y="61341"/>
                  </a:lnTo>
                  <a:lnTo>
                    <a:pt x="47966" y="24693"/>
                  </a:lnTo>
                  <a:lnTo>
                    <a:pt x="86788" y="3936"/>
                  </a:lnTo>
                  <a:lnTo>
                    <a:pt x="117856" y="0"/>
                  </a:lnTo>
                  <a:lnTo>
                    <a:pt x="133205" y="910"/>
                  </a:lnTo>
                  <a:lnTo>
                    <a:pt x="174371" y="14859"/>
                  </a:lnTo>
                  <a:lnTo>
                    <a:pt x="206446" y="45827"/>
                  </a:lnTo>
                  <a:lnTo>
                    <a:pt x="226710" y="91186"/>
                  </a:lnTo>
                  <a:lnTo>
                    <a:pt x="234031" y="146040"/>
                  </a:lnTo>
                  <a:lnTo>
                    <a:pt x="235416" y="207551"/>
                  </a:lnTo>
                  <a:lnTo>
                    <a:pt x="235585" y="248285"/>
                  </a:lnTo>
                  <a:lnTo>
                    <a:pt x="235585" y="272724"/>
                  </a:lnTo>
                  <a:lnTo>
                    <a:pt x="235585" y="297116"/>
                  </a:lnTo>
                  <a:lnTo>
                    <a:pt x="235585" y="321508"/>
                  </a:lnTo>
                  <a:lnTo>
                    <a:pt x="235585" y="345948"/>
                  </a:lnTo>
                  <a:close/>
                </a:path>
                <a:path w="235585" h="594360">
                  <a:moveTo>
                    <a:pt x="133731" y="158496"/>
                  </a:moveTo>
                  <a:lnTo>
                    <a:pt x="132177" y="114865"/>
                  </a:lnTo>
                  <a:lnTo>
                    <a:pt x="124587" y="96520"/>
                  </a:lnTo>
                  <a:lnTo>
                    <a:pt x="118364" y="96520"/>
                  </a:lnTo>
                  <a:lnTo>
                    <a:pt x="112903" y="96520"/>
                  </a:lnTo>
                  <a:lnTo>
                    <a:pt x="102135" y="138717"/>
                  </a:lnTo>
                  <a:lnTo>
                    <a:pt x="101854" y="158496"/>
                  </a:lnTo>
                  <a:lnTo>
                    <a:pt x="101854" y="211759"/>
                  </a:lnTo>
                  <a:lnTo>
                    <a:pt x="101854" y="265023"/>
                  </a:lnTo>
                  <a:lnTo>
                    <a:pt x="101854" y="318287"/>
                  </a:lnTo>
                  <a:lnTo>
                    <a:pt x="101854" y="371551"/>
                  </a:lnTo>
                  <a:lnTo>
                    <a:pt x="101854" y="424815"/>
                  </a:lnTo>
                  <a:lnTo>
                    <a:pt x="102042" y="447274"/>
                  </a:lnTo>
                  <a:lnTo>
                    <a:pt x="104775" y="486029"/>
                  </a:lnTo>
                  <a:lnTo>
                    <a:pt x="110743" y="497713"/>
                  </a:lnTo>
                  <a:lnTo>
                    <a:pt x="117602" y="497713"/>
                  </a:lnTo>
                  <a:lnTo>
                    <a:pt x="124587" y="497713"/>
                  </a:lnTo>
                  <a:lnTo>
                    <a:pt x="133562" y="443424"/>
                  </a:lnTo>
                  <a:lnTo>
                    <a:pt x="133731" y="420624"/>
                  </a:lnTo>
                  <a:lnTo>
                    <a:pt x="133731" y="368198"/>
                  </a:lnTo>
                  <a:lnTo>
                    <a:pt x="133731" y="315772"/>
                  </a:lnTo>
                  <a:lnTo>
                    <a:pt x="133731" y="263347"/>
                  </a:lnTo>
                  <a:lnTo>
                    <a:pt x="133731" y="210921"/>
                  </a:lnTo>
                  <a:lnTo>
                    <a:pt x="133731" y="158496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3252342" y="713485"/>
            <a:ext cx="247015" cy="589280"/>
            <a:chOff x="3252342" y="713485"/>
            <a:chExt cx="247015" cy="589280"/>
          </a:xfrm>
        </p:grpSpPr>
        <p:sp>
          <p:nvSpPr>
            <p:cNvPr id="26" name="object 26"/>
            <p:cNvSpPr/>
            <p:nvPr/>
          </p:nvSpPr>
          <p:spPr>
            <a:xfrm>
              <a:off x="3261867" y="723010"/>
              <a:ext cx="227965" cy="570230"/>
            </a:xfrm>
            <a:custGeom>
              <a:avLst/>
              <a:gdLst/>
              <a:ahLst/>
              <a:cxnLst/>
              <a:rect l="l" t="t" r="r" b="b"/>
              <a:pathLst>
                <a:path w="227964" h="570230">
                  <a:moveTo>
                    <a:pt x="72136" y="0"/>
                  </a:moveTo>
                  <a:lnTo>
                    <a:pt x="0" y="0"/>
                  </a:lnTo>
                  <a:lnTo>
                    <a:pt x="0" y="570229"/>
                  </a:lnTo>
                  <a:lnTo>
                    <a:pt x="101854" y="570229"/>
                  </a:lnTo>
                  <a:lnTo>
                    <a:pt x="101854" y="313054"/>
                  </a:lnTo>
                  <a:lnTo>
                    <a:pt x="217746" y="313054"/>
                  </a:lnTo>
                  <a:lnTo>
                    <a:pt x="185120" y="278534"/>
                  </a:lnTo>
                  <a:lnTo>
                    <a:pt x="171323" y="272542"/>
                  </a:lnTo>
                  <a:lnTo>
                    <a:pt x="186721" y="269041"/>
                  </a:lnTo>
                  <a:lnTo>
                    <a:pt x="221027" y="230941"/>
                  </a:lnTo>
                  <a:lnTo>
                    <a:pt x="222227" y="224281"/>
                  </a:lnTo>
                  <a:lnTo>
                    <a:pt x="101854" y="224281"/>
                  </a:lnTo>
                  <a:lnTo>
                    <a:pt x="101854" y="97408"/>
                  </a:lnTo>
                  <a:lnTo>
                    <a:pt x="223927" y="97408"/>
                  </a:lnTo>
                  <a:lnTo>
                    <a:pt x="223424" y="92567"/>
                  </a:lnTo>
                  <a:lnTo>
                    <a:pt x="211582" y="49275"/>
                  </a:lnTo>
                  <a:lnTo>
                    <a:pt x="181989" y="13610"/>
                  </a:lnTo>
                  <a:lnTo>
                    <a:pt x="132651" y="2000"/>
                  </a:lnTo>
                  <a:lnTo>
                    <a:pt x="105346" y="500"/>
                  </a:lnTo>
                  <a:lnTo>
                    <a:pt x="72136" y="0"/>
                  </a:lnTo>
                  <a:close/>
                </a:path>
                <a:path w="227964" h="570230">
                  <a:moveTo>
                    <a:pt x="217746" y="313054"/>
                  </a:moveTo>
                  <a:lnTo>
                    <a:pt x="101854" y="313054"/>
                  </a:lnTo>
                  <a:lnTo>
                    <a:pt x="111424" y="313707"/>
                  </a:lnTo>
                  <a:lnTo>
                    <a:pt x="118983" y="315706"/>
                  </a:lnTo>
                  <a:lnTo>
                    <a:pt x="132516" y="359892"/>
                  </a:lnTo>
                  <a:lnTo>
                    <a:pt x="132842" y="380619"/>
                  </a:lnTo>
                  <a:lnTo>
                    <a:pt x="132842" y="570229"/>
                  </a:lnTo>
                  <a:lnTo>
                    <a:pt x="227457" y="570229"/>
                  </a:lnTo>
                  <a:lnTo>
                    <a:pt x="227457" y="419734"/>
                  </a:lnTo>
                  <a:lnTo>
                    <a:pt x="227312" y="388518"/>
                  </a:lnTo>
                  <a:lnTo>
                    <a:pt x="226117" y="346279"/>
                  </a:lnTo>
                  <a:lnTo>
                    <a:pt x="220503" y="319277"/>
                  </a:lnTo>
                  <a:lnTo>
                    <a:pt x="217746" y="313054"/>
                  </a:lnTo>
                  <a:close/>
                </a:path>
                <a:path w="227964" h="570230">
                  <a:moveTo>
                    <a:pt x="223927" y="97408"/>
                  </a:moveTo>
                  <a:lnTo>
                    <a:pt x="101854" y="97408"/>
                  </a:lnTo>
                  <a:lnTo>
                    <a:pt x="110077" y="97934"/>
                  </a:lnTo>
                  <a:lnTo>
                    <a:pt x="116871" y="99520"/>
                  </a:lnTo>
                  <a:lnTo>
                    <a:pt x="132842" y="141604"/>
                  </a:lnTo>
                  <a:lnTo>
                    <a:pt x="132842" y="172847"/>
                  </a:lnTo>
                  <a:lnTo>
                    <a:pt x="129091" y="211941"/>
                  </a:lnTo>
                  <a:lnTo>
                    <a:pt x="113284" y="224281"/>
                  </a:lnTo>
                  <a:lnTo>
                    <a:pt x="222227" y="224281"/>
                  </a:lnTo>
                  <a:lnTo>
                    <a:pt x="224451" y="211941"/>
                  </a:lnTo>
                  <a:lnTo>
                    <a:pt x="224567" y="211296"/>
                  </a:lnTo>
                  <a:lnTo>
                    <a:pt x="226726" y="186174"/>
                  </a:lnTo>
                  <a:lnTo>
                    <a:pt x="227457" y="155575"/>
                  </a:lnTo>
                  <a:lnTo>
                    <a:pt x="226441" y="121624"/>
                  </a:lnTo>
                  <a:lnTo>
                    <a:pt x="223981" y="97934"/>
                  </a:lnTo>
                  <a:lnTo>
                    <a:pt x="223927" y="9740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61867" y="723010"/>
              <a:ext cx="227965" cy="570230"/>
            </a:xfrm>
            <a:custGeom>
              <a:avLst/>
              <a:gdLst/>
              <a:ahLst/>
              <a:cxnLst/>
              <a:rect l="l" t="t" r="r" b="b"/>
              <a:pathLst>
                <a:path w="227964" h="570230">
                  <a:moveTo>
                    <a:pt x="0" y="0"/>
                  </a:moveTo>
                  <a:lnTo>
                    <a:pt x="18022" y="0"/>
                  </a:lnTo>
                  <a:lnTo>
                    <a:pt x="36067" y="0"/>
                  </a:lnTo>
                  <a:lnTo>
                    <a:pt x="54113" y="0"/>
                  </a:lnTo>
                  <a:lnTo>
                    <a:pt x="72136" y="0"/>
                  </a:lnTo>
                  <a:lnTo>
                    <a:pt x="105346" y="500"/>
                  </a:lnTo>
                  <a:lnTo>
                    <a:pt x="154146" y="4500"/>
                  </a:lnTo>
                  <a:lnTo>
                    <a:pt x="192992" y="22304"/>
                  </a:lnTo>
                  <a:lnTo>
                    <a:pt x="218455" y="68439"/>
                  </a:lnTo>
                  <a:lnTo>
                    <a:pt x="226441" y="121624"/>
                  </a:lnTo>
                  <a:lnTo>
                    <a:pt x="227457" y="155575"/>
                  </a:lnTo>
                  <a:lnTo>
                    <a:pt x="226726" y="186174"/>
                  </a:lnTo>
                  <a:lnTo>
                    <a:pt x="221027" y="230941"/>
                  </a:lnTo>
                  <a:lnTo>
                    <a:pt x="199358" y="263302"/>
                  </a:lnTo>
                  <a:lnTo>
                    <a:pt x="171323" y="272542"/>
                  </a:lnTo>
                  <a:lnTo>
                    <a:pt x="185120" y="278534"/>
                  </a:lnTo>
                  <a:lnTo>
                    <a:pt x="216721" y="310741"/>
                  </a:lnTo>
                  <a:lnTo>
                    <a:pt x="226869" y="364029"/>
                  </a:lnTo>
                  <a:lnTo>
                    <a:pt x="227457" y="419734"/>
                  </a:lnTo>
                  <a:lnTo>
                    <a:pt x="227457" y="457358"/>
                  </a:lnTo>
                  <a:lnTo>
                    <a:pt x="227457" y="494982"/>
                  </a:lnTo>
                  <a:lnTo>
                    <a:pt x="227457" y="532606"/>
                  </a:lnTo>
                  <a:lnTo>
                    <a:pt x="227457" y="570229"/>
                  </a:lnTo>
                  <a:lnTo>
                    <a:pt x="203833" y="570229"/>
                  </a:lnTo>
                  <a:lnTo>
                    <a:pt x="180197" y="570229"/>
                  </a:lnTo>
                  <a:lnTo>
                    <a:pt x="156537" y="570229"/>
                  </a:lnTo>
                  <a:lnTo>
                    <a:pt x="132842" y="570229"/>
                  </a:lnTo>
                  <a:lnTo>
                    <a:pt x="132842" y="522815"/>
                  </a:lnTo>
                  <a:lnTo>
                    <a:pt x="132842" y="475424"/>
                  </a:lnTo>
                  <a:lnTo>
                    <a:pt x="132842" y="428033"/>
                  </a:lnTo>
                  <a:lnTo>
                    <a:pt x="132842" y="380619"/>
                  </a:lnTo>
                  <a:lnTo>
                    <a:pt x="132516" y="359892"/>
                  </a:lnTo>
                  <a:lnTo>
                    <a:pt x="124517" y="319109"/>
                  </a:lnTo>
                  <a:lnTo>
                    <a:pt x="101854" y="313054"/>
                  </a:lnTo>
                  <a:lnTo>
                    <a:pt x="101854" y="364489"/>
                  </a:lnTo>
                  <a:lnTo>
                    <a:pt x="101854" y="415924"/>
                  </a:lnTo>
                  <a:lnTo>
                    <a:pt x="101854" y="467359"/>
                  </a:lnTo>
                  <a:lnTo>
                    <a:pt x="101854" y="518794"/>
                  </a:lnTo>
                  <a:lnTo>
                    <a:pt x="101854" y="570229"/>
                  </a:lnTo>
                  <a:lnTo>
                    <a:pt x="76420" y="570229"/>
                  </a:lnTo>
                  <a:lnTo>
                    <a:pt x="50974" y="570229"/>
                  </a:lnTo>
                  <a:lnTo>
                    <a:pt x="25505" y="570229"/>
                  </a:lnTo>
                  <a:lnTo>
                    <a:pt x="0" y="570229"/>
                  </a:lnTo>
                  <a:lnTo>
                    <a:pt x="0" y="518382"/>
                  </a:lnTo>
                  <a:lnTo>
                    <a:pt x="0" y="51847"/>
                  </a:lnTo>
                  <a:lnTo>
                    <a:pt x="0" y="0"/>
                  </a:lnTo>
                  <a:close/>
                </a:path>
                <a:path w="227964" h="570230">
                  <a:moveTo>
                    <a:pt x="101854" y="97408"/>
                  </a:moveTo>
                  <a:lnTo>
                    <a:pt x="101854" y="129180"/>
                  </a:lnTo>
                  <a:lnTo>
                    <a:pt x="101854" y="160893"/>
                  </a:lnTo>
                  <a:lnTo>
                    <a:pt x="101854" y="192581"/>
                  </a:lnTo>
                  <a:lnTo>
                    <a:pt x="101854" y="224281"/>
                  </a:lnTo>
                  <a:lnTo>
                    <a:pt x="113284" y="224281"/>
                  </a:lnTo>
                  <a:lnTo>
                    <a:pt x="132433" y="189704"/>
                  </a:lnTo>
                  <a:lnTo>
                    <a:pt x="132842" y="172847"/>
                  </a:lnTo>
                  <a:lnTo>
                    <a:pt x="132842" y="165018"/>
                  </a:lnTo>
                  <a:lnTo>
                    <a:pt x="132842" y="157178"/>
                  </a:lnTo>
                  <a:lnTo>
                    <a:pt x="132842" y="149361"/>
                  </a:lnTo>
                  <a:lnTo>
                    <a:pt x="132842" y="141604"/>
                  </a:lnTo>
                  <a:lnTo>
                    <a:pt x="132419" y="129224"/>
                  </a:lnTo>
                  <a:lnTo>
                    <a:pt x="110077" y="97934"/>
                  </a:lnTo>
                  <a:lnTo>
                    <a:pt x="101854" y="97408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589146" y="713485"/>
            <a:ext cx="241935" cy="589280"/>
            <a:chOff x="3589146" y="713485"/>
            <a:chExt cx="241935" cy="589280"/>
          </a:xfrm>
        </p:grpSpPr>
        <p:sp>
          <p:nvSpPr>
            <p:cNvPr id="29" name="object 29"/>
            <p:cNvSpPr/>
            <p:nvPr/>
          </p:nvSpPr>
          <p:spPr>
            <a:xfrm>
              <a:off x="3598671" y="722629"/>
              <a:ext cx="222885" cy="570230"/>
            </a:xfrm>
            <a:custGeom>
              <a:avLst/>
              <a:gdLst/>
              <a:ahLst/>
              <a:cxnLst/>
              <a:rect l="l" t="t" r="r" b="b"/>
              <a:pathLst>
                <a:path w="222885" h="570230">
                  <a:moveTo>
                    <a:pt x="222631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60198" y="114300"/>
                  </a:lnTo>
                  <a:lnTo>
                    <a:pt x="60198" y="570230"/>
                  </a:lnTo>
                  <a:lnTo>
                    <a:pt x="162052" y="570230"/>
                  </a:lnTo>
                  <a:lnTo>
                    <a:pt x="162052" y="114300"/>
                  </a:lnTo>
                  <a:lnTo>
                    <a:pt x="222631" y="114300"/>
                  </a:lnTo>
                  <a:lnTo>
                    <a:pt x="22263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98671" y="723010"/>
              <a:ext cx="222885" cy="570230"/>
            </a:xfrm>
            <a:custGeom>
              <a:avLst/>
              <a:gdLst/>
              <a:ahLst/>
              <a:cxnLst/>
              <a:rect l="l" t="t" r="r" b="b"/>
              <a:pathLst>
                <a:path w="222885" h="570230">
                  <a:moveTo>
                    <a:pt x="222630" y="0"/>
                  </a:moveTo>
                  <a:lnTo>
                    <a:pt x="222630" y="28499"/>
                  </a:lnTo>
                  <a:lnTo>
                    <a:pt x="222630" y="57023"/>
                  </a:lnTo>
                  <a:lnTo>
                    <a:pt x="222630" y="85546"/>
                  </a:lnTo>
                  <a:lnTo>
                    <a:pt x="222630" y="114046"/>
                  </a:lnTo>
                  <a:lnTo>
                    <a:pt x="207486" y="114046"/>
                  </a:lnTo>
                  <a:lnTo>
                    <a:pt x="192341" y="114046"/>
                  </a:lnTo>
                  <a:lnTo>
                    <a:pt x="177196" y="114046"/>
                  </a:lnTo>
                  <a:lnTo>
                    <a:pt x="162051" y="114046"/>
                  </a:lnTo>
                  <a:lnTo>
                    <a:pt x="162051" y="164756"/>
                  </a:lnTo>
                  <a:lnTo>
                    <a:pt x="162051" y="570229"/>
                  </a:lnTo>
                  <a:lnTo>
                    <a:pt x="136618" y="570229"/>
                  </a:lnTo>
                  <a:lnTo>
                    <a:pt x="111172" y="570229"/>
                  </a:lnTo>
                  <a:lnTo>
                    <a:pt x="85703" y="570229"/>
                  </a:lnTo>
                  <a:lnTo>
                    <a:pt x="60198" y="570229"/>
                  </a:lnTo>
                  <a:lnTo>
                    <a:pt x="60198" y="519556"/>
                  </a:lnTo>
                  <a:lnTo>
                    <a:pt x="60198" y="114046"/>
                  </a:lnTo>
                  <a:lnTo>
                    <a:pt x="45202" y="114046"/>
                  </a:lnTo>
                  <a:lnTo>
                    <a:pt x="30146" y="114046"/>
                  </a:lnTo>
                  <a:lnTo>
                    <a:pt x="15067" y="114046"/>
                  </a:lnTo>
                  <a:lnTo>
                    <a:pt x="0" y="114046"/>
                  </a:lnTo>
                  <a:lnTo>
                    <a:pt x="0" y="85546"/>
                  </a:lnTo>
                  <a:lnTo>
                    <a:pt x="0" y="57023"/>
                  </a:lnTo>
                  <a:lnTo>
                    <a:pt x="0" y="28499"/>
                  </a:lnTo>
                  <a:lnTo>
                    <a:pt x="0" y="0"/>
                  </a:lnTo>
                  <a:lnTo>
                    <a:pt x="55645" y="0"/>
                  </a:lnTo>
                  <a:lnTo>
                    <a:pt x="111315" y="0"/>
                  </a:lnTo>
                  <a:lnTo>
                    <a:pt x="166985" y="0"/>
                  </a:lnTo>
                  <a:lnTo>
                    <a:pt x="22263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3919346" y="701420"/>
            <a:ext cx="255270" cy="613410"/>
            <a:chOff x="3919346" y="701420"/>
            <a:chExt cx="255270" cy="613410"/>
          </a:xfrm>
        </p:grpSpPr>
        <p:sp>
          <p:nvSpPr>
            <p:cNvPr id="32" name="object 32"/>
            <p:cNvSpPr/>
            <p:nvPr/>
          </p:nvSpPr>
          <p:spPr>
            <a:xfrm>
              <a:off x="3928871" y="710945"/>
              <a:ext cx="236220" cy="594360"/>
            </a:xfrm>
            <a:custGeom>
              <a:avLst/>
              <a:gdLst/>
              <a:ahLst/>
              <a:cxnLst/>
              <a:rect l="l" t="t" r="r" b="b"/>
              <a:pathLst>
                <a:path w="236220" h="594360">
                  <a:moveTo>
                    <a:pt x="117855" y="0"/>
                  </a:moveTo>
                  <a:lnTo>
                    <a:pt x="72814" y="8893"/>
                  </a:lnTo>
                  <a:lnTo>
                    <a:pt x="37496" y="35178"/>
                  </a:lnTo>
                  <a:lnTo>
                    <a:pt x="13761" y="76557"/>
                  </a:lnTo>
                  <a:lnTo>
                    <a:pt x="3086" y="125095"/>
                  </a:lnTo>
                  <a:lnTo>
                    <a:pt x="2994" y="125872"/>
                  </a:lnTo>
                  <a:lnTo>
                    <a:pt x="793" y="173497"/>
                  </a:lnTo>
                  <a:lnTo>
                    <a:pt x="0" y="248285"/>
                  </a:lnTo>
                  <a:lnTo>
                    <a:pt x="0" y="345948"/>
                  </a:lnTo>
                  <a:lnTo>
                    <a:pt x="184" y="385814"/>
                  </a:lnTo>
                  <a:lnTo>
                    <a:pt x="1502" y="443424"/>
                  </a:lnTo>
                  <a:lnTo>
                    <a:pt x="1604" y="446496"/>
                  </a:lnTo>
                  <a:lnTo>
                    <a:pt x="1660" y="448192"/>
                  </a:lnTo>
                  <a:lnTo>
                    <a:pt x="5151" y="486461"/>
                  </a:lnTo>
                  <a:lnTo>
                    <a:pt x="21081" y="534289"/>
                  </a:lnTo>
                  <a:lnTo>
                    <a:pt x="49549" y="570722"/>
                  </a:lnTo>
                  <a:lnTo>
                    <a:pt x="87995" y="590534"/>
                  </a:lnTo>
                  <a:lnTo>
                    <a:pt x="117855" y="594233"/>
                  </a:lnTo>
                  <a:lnTo>
                    <a:pt x="132853" y="593318"/>
                  </a:lnTo>
                  <a:lnTo>
                    <a:pt x="133593" y="593318"/>
                  </a:lnTo>
                  <a:lnTo>
                    <a:pt x="176022" y="578358"/>
                  </a:lnTo>
                  <a:lnTo>
                    <a:pt x="207650" y="546854"/>
                  </a:lnTo>
                  <a:lnTo>
                    <a:pt x="227202" y="501697"/>
                  </a:lnTo>
                  <a:lnTo>
                    <a:pt x="228073" y="497713"/>
                  </a:lnTo>
                  <a:lnTo>
                    <a:pt x="110870" y="497713"/>
                  </a:lnTo>
                  <a:lnTo>
                    <a:pt x="106552" y="493903"/>
                  </a:lnTo>
                  <a:lnTo>
                    <a:pt x="102071" y="448192"/>
                  </a:lnTo>
                  <a:lnTo>
                    <a:pt x="101853" y="424815"/>
                  </a:lnTo>
                  <a:lnTo>
                    <a:pt x="101853" y="158496"/>
                  </a:lnTo>
                  <a:lnTo>
                    <a:pt x="102010" y="147593"/>
                  </a:lnTo>
                  <a:lnTo>
                    <a:pt x="102113" y="140428"/>
                  </a:lnTo>
                  <a:lnTo>
                    <a:pt x="102137" y="138717"/>
                  </a:lnTo>
                  <a:lnTo>
                    <a:pt x="102803" y="126492"/>
                  </a:lnTo>
                  <a:lnTo>
                    <a:pt x="102879" y="125095"/>
                  </a:lnTo>
                  <a:lnTo>
                    <a:pt x="102981" y="123237"/>
                  </a:lnTo>
                  <a:lnTo>
                    <a:pt x="104372" y="112115"/>
                  </a:lnTo>
                  <a:lnTo>
                    <a:pt x="106299" y="105410"/>
                  </a:lnTo>
                  <a:lnTo>
                    <a:pt x="108838" y="99314"/>
                  </a:lnTo>
                  <a:lnTo>
                    <a:pt x="113029" y="96520"/>
                  </a:lnTo>
                  <a:lnTo>
                    <a:pt x="228030" y="96520"/>
                  </a:lnTo>
                  <a:lnTo>
                    <a:pt x="226806" y="91186"/>
                  </a:lnTo>
                  <a:lnTo>
                    <a:pt x="206519" y="45827"/>
                  </a:lnTo>
                  <a:lnTo>
                    <a:pt x="174498" y="14859"/>
                  </a:lnTo>
                  <a:lnTo>
                    <a:pt x="133628" y="980"/>
                  </a:lnTo>
                  <a:lnTo>
                    <a:pt x="134435" y="980"/>
                  </a:lnTo>
                  <a:lnTo>
                    <a:pt x="117855" y="0"/>
                  </a:lnTo>
                  <a:close/>
                </a:path>
                <a:path w="236220" h="594360">
                  <a:moveTo>
                    <a:pt x="228030" y="96520"/>
                  </a:moveTo>
                  <a:lnTo>
                    <a:pt x="124587" y="96520"/>
                  </a:lnTo>
                  <a:lnTo>
                    <a:pt x="128777" y="100075"/>
                  </a:lnTo>
                  <a:lnTo>
                    <a:pt x="130937" y="107442"/>
                  </a:lnTo>
                  <a:lnTo>
                    <a:pt x="133728" y="146040"/>
                  </a:lnTo>
                  <a:lnTo>
                    <a:pt x="133823" y="424815"/>
                  </a:lnTo>
                  <a:lnTo>
                    <a:pt x="133669" y="443424"/>
                  </a:lnTo>
                  <a:lnTo>
                    <a:pt x="130937" y="484250"/>
                  </a:lnTo>
                  <a:lnTo>
                    <a:pt x="124587" y="497713"/>
                  </a:lnTo>
                  <a:lnTo>
                    <a:pt x="228073" y="497713"/>
                  </a:lnTo>
                  <a:lnTo>
                    <a:pt x="230862" y="484939"/>
                  </a:lnTo>
                  <a:lnTo>
                    <a:pt x="233044" y="467360"/>
                  </a:lnTo>
                  <a:lnTo>
                    <a:pt x="234067" y="448192"/>
                  </a:lnTo>
                  <a:lnTo>
                    <a:pt x="234158" y="446496"/>
                  </a:lnTo>
                  <a:lnTo>
                    <a:pt x="234827" y="424815"/>
                  </a:lnTo>
                  <a:lnTo>
                    <a:pt x="234953" y="420735"/>
                  </a:lnTo>
                  <a:lnTo>
                    <a:pt x="234997" y="419322"/>
                  </a:lnTo>
                  <a:lnTo>
                    <a:pt x="235513" y="386681"/>
                  </a:lnTo>
                  <a:lnTo>
                    <a:pt x="235712" y="345948"/>
                  </a:lnTo>
                  <a:lnTo>
                    <a:pt x="235712" y="248285"/>
                  </a:lnTo>
                  <a:lnTo>
                    <a:pt x="235527" y="208466"/>
                  </a:lnTo>
                  <a:lnTo>
                    <a:pt x="234989" y="174910"/>
                  </a:lnTo>
                  <a:lnTo>
                    <a:pt x="234965" y="173497"/>
                  </a:lnTo>
                  <a:lnTo>
                    <a:pt x="234102" y="147593"/>
                  </a:lnTo>
                  <a:lnTo>
                    <a:pt x="234051" y="146040"/>
                  </a:lnTo>
                  <a:lnTo>
                    <a:pt x="232875" y="126492"/>
                  </a:lnTo>
                  <a:lnTo>
                    <a:pt x="232790" y="125095"/>
                  </a:lnTo>
                  <a:lnTo>
                    <a:pt x="230614" y="107771"/>
                  </a:lnTo>
                  <a:lnTo>
                    <a:pt x="228030" y="9652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28871" y="710945"/>
              <a:ext cx="236220" cy="594360"/>
            </a:xfrm>
            <a:custGeom>
              <a:avLst/>
              <a:gdLst/>
              <a:ahLst/>
              <a:cxnLst/>
              <a:rect l="l" t="t" r="r" b="b"/>
              <a:pathLst>
                <a:path w="236220" h="594360">
                  <a:moveTo>
                    <a:pt x="235712" y="345948"/>
                  </a:moveTo>
                  <a:lnTo>
                    <a:pt x="235527" y="385814"/>
                  </a:lnTo>
                  <a:lnTo>
                    <a:pt x="234158" y="446496"/>
                  </a:lnTo>
                  <a:lnTo>
                    <a:pt x="230862" y="484939"/>
                  </a:lnTo>
                  <a:lnTo>
                    <a:pt x="215645" y="532892"/>
                  </a:lnTo>
                  <a:lnTo>
                    <a:pt x="187803" y="569539"/>
                  </a:lnTo>
                  <a:lnTo>
                    <a:pt x="148986" y="590296"/>
                  </a:lnTo>
                  <a:lnTo>
                    <a:pt x="117855" y="594233"/>
                  </a:lnTo>
                  <a:lnTo>
                    <a:pt x="102490" y="593318"/>
                  </a:lnTo>
                  <a:lnTo>
                    <a:pt x="61467" y="579120"/>
                  </a:lnTo>
                  <a:lnTo>
                    <a:pt x="29285" y="548401"/>
                  </a:lnTo>
                  <a:lnTo>
                    <a:pt x="8953" y="503047"/>
                  </a:lnTo>
                  <a:lnTo>
                    <a:pt x="1660" y="448192"/>
                  </a:lnTo>
                  <a:lnTo>
                    <a:pt x="188" y="386681"/>
                  </a:lnTo>
                  <a:lnTo>
                    <a:pt x="0" y="345948"/>
                  </a:lnTo>
                  <a:lnTo>
                    <a:pt x="0" y="321508"/>
                  </a:lnTo>
                  <a:lnTo>
                    <a:pt x="0" y="297116"/>
                  </a:lnTo>
                  <a:lnTo>
                    <a:pt x="0" y="272724"/>
                  </a:lnTo>
                  <a:lnTo>
                    <a:pt x="0" y="248285"/>
                  </a:lnTo>
                  <a:lnTo>
                    <a:pt x="188" y="208466"/>
                  </a:lnTo>
                  <a:lnTo>
                    <a:pt x="1660" y="147593"/>
                  </a:lnTo>
                  <a:lnTo>
                    <a:pt x="4978" y="109132"/>
                  </a:lnTo>
                  <a:lnTo>
                    <a:pt x="20319" y="61341"/>
                  </a:lnTo>
                  <a:lnTo>
                    <a:pt x="48037" y="24693"/>
                  </a:lnTo>
                  <a:lnTo>
                    <a:pt x="86836" y="3936"/>
                  </a:lnTo>
                  <a:lnTo>
                    <a:pt x="117855" y="0"/>
                  </a:lnTo>
                  <a:lnTo>
                    <a:pt x="133260" y="910"/>
                  </a:lnTo>
                  <a:lnTo>
                    <a:pt x="174498" y="14859"/>
                  </a:lnTo>
                  <a:lnTo>
                    <a:pt x="206519" y="45827"/>
                  </a:lnTo>
                  <a:lnTo>
                    <a:pt x="226806" y="91186"/>
                  </a:lnTo>
                  <a:lnTo>
                    <a:pt x="234051" y="146040"/>
                  </a:lnTo>
                  <a:lnTo>
                    <a:pt x="235523" y="207551"/>
                  </a:lnTo>
                  <a:lnTo>
                    <a:pt x="235712" y="248285"/>
                  </a:lnTo>
                  <a:lnTo>
                    <a:pt x="235712" y="272724"/>
                  </a:lnTo>
                  <a:lnTo>
                    <a:pt x="235712" y="297116"/>
                  </a:lnTo>
                  <a:lnTo>
                    <a:pt x="235712" y="321508"/>
                  </a:lnTo>
                  <a:lnTo>
                    <a:pt x="235712" y="345948"/>
                  </a:lnTo>
                  <a:close/>
                </a:path>
                <a:path w="236220" h="594360">
                  <a:moveTo>
                    <a:pt x="133857" y="158496"/>
                  </a:moveTo>
                  <a:lnTo>
                    <a:pt x="132197" y="114865"/>
                  </a:lnTo>
                  <a:lnTo>
                    <a:pt x="124587" y="96520"/>
                  </a:lnTo>
                  <a:lnTo>
                    <a:pt x="118363" y="96520"/>
                  </a:lnTo>
                  <a:lnTo>
                    <a:pt x="113029" y="96520"/>
                  </a:lnTo>
                  <a:lnTo>
                    <a:pt x="102137" y="138717"/>
                  </a:lnTo>
                  <a:lnTo>
                    <a:pt x="101853" y="158496"/>
                  </a:lnTo>
                  <a:lnTo>
                    <a:pt x="101853" y="211759"/>
                  </a:lnTo>
                  <a:lnTo>
                    <a:pt x="101853" y="265023"/>
                  </a:lnTo>
                  <a:lnTo>
                    <a:pt x="101853" y="318287"/>
                  </a:lnTo>
                  <a:lnTo>
                    <a:pt x="101853" y="371551"/>
                  </a:lnTo>
                  <a:lnTo>
                    <a:pt x="101853" y="424815"/>
                  </a:lnTo>
                  <a:lnTo>
                    <a:pt x="102042" y="447274"/>
                  </a:lnTo>
                  <a:lnTo>
                    <a:pt x="104775" y="486029"/>
                  </a:lnTo>
                  <a:lnTo>
                    <a:pt x="110870" y="497713"/>
                  </a:lnTo>
                  <a:lnTo>
                    <a:pt x="117601" y="497713"/>
                  </a:lnTo>
                  <a:lnTo>
                    <a:pt x="124587" y="497713"/>
                  </a:lnTo>
                  <a:lnTo>
                    <a:pt x="133669" y="443424"/>
                  </a:lnTo>
                  <a:lnTo>
                    <a:pt x="133857" y="420624"/>
                  </a:lnTo>
                  <a:lnTo>
                    <a:pt x="133857" y="368198"/>
                  </a:lnTo>
                  <a:lnTo>
                    <a:pt x="133857" y="315772"/>
                  </a:lnTo>
                  <a:lnTo>
                    <a:pt x="133857" y="263347"/>
                  </a:lnTo>
                  <a:lnTo>
                    <a:pt x="133857" y="210921"/>
                  </a:lnTo>
                  <a:lnTo>
                    <a:pt x="133857" y="158496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4277486" y="701420"/>
            <a:ext cx="255904" cy="613410"/>
            <a:chOff x="4277486" y="701420"/>
            <a:chExt cx="255904" cy="613410"/>
          </a:xfrm>
        </p:grpSpPr>
        <p:sp>
          <p:nvSpPr>
            <p:cNvPr id="35" name="object 35"/>
            <p:cNvSpPr/>
            <p:nvPr/>
          </p:nvSpPr>
          <p:spPr>
            <a:xfrm>
              <a:off x="4287011" y="710945"/>
              <a:ext cx="236854" cy="594360"/>
            </a:xfrm>
            <a:custGeom>
              <a:avLst/>
              <a:gdLst/>
              <a:ahLst/>
              <a:cxnLst/>
              <a:rect l="l" t="t" r="r" b="b"/>
              <a:pathLst>
                <a:path w="236854" h="594360">
                  <a:moveTo>
                    <a:pt x="114808" y="0"/>
                  </a:moveTo>
                  <a:lnTo>
                    <a:pt x="73660" y="7604"/>
                  </a:lnTo>
                  <a:lnTo>
                    <a:pt x="40893" y="30734"/>
                  </a:lnTo>
                  <a:lnTo>
                    <a:pt x="17922" y="63325"/>
                  </a:lnTo>
                  <a:lnTo>
                    <a:pt x="3429" y="119947"/>
                  </a:lnTo>
                  <a:lnTo>
                    <a:pt x="381" y="179296"/>
                  </a:lnTo>
                  <a:lnTo>
                    <a:pt x="0" y="217424"/>
                  </a:lnTo>
                  <a:lnTo>
                    <a:pt x="186" y="414256"/>
                  </a:lnTo>
                  <a:lnTo>
                    <a:pt x="1607" y="458384"/>
                  </a:lnTo>
                  <a:lnTo>
                    <a:pt x="7953" y="503666"/>
                  </a:lnTo>
                  <a:lnTo>
                    <a:pt x="23844" y="544119"/>
                  </a:lnTo>
                  <a:lnTo>
                    <a:pt x="51562" y="575945"/>
                  </a:lnTo>
                  <a:lnTo>
                    <a:pt x="86727" y="593125"/>
                  </a:lnTo>
                  <a:lnTo>
                    <a:pt x="99440" y="594233"/>
                  </a:lnTo>
                  <a:lnTo>
                    <a:pt x="109813" y="593397"/>
                  </a:lnTo>
                  <a:lnTo>
                    <a:pt x="144369" y="573351"/>
                  </a:lnTo>
                  <a:lnTo>
                    <a:pt x="163067" y="541401"/>
                  </a:lnTo>
                  <a:lnTo>
                    <a:pt x="172465" y="582295"/>
                  </a:lnTo>
                  <a:lnTo>
                    <a:pt x="236600" y="582295"/>
                  </a:lnTo>
                  <a:lnTo>
                    <a:pt x="236600" y="276225"/>
                  </a:lnTo>
                  <a:lnTo>
                    <a:pt x="117348" y="276225"/>
                  </a:lnTo>
                  <a:lnTo>
                    <a:pt x="117348" y="362839"/>
                  </a:lnTo>
                  <a:lnTo>
                    <a:pt x="137922" y="362839"/>
                  </a:lnTo>
                  <a:lnTo>
                    <a:pt x="137681" y="448617"/>
                  </a:lnTo>
                  <a:lnTo>
                    <a:pt x="131445" y="493141"/>
                  </a:lnTo>
                  <a:lnTo>
                    <a:pt x="126364" y="497713"/>
                  </a:lnTo>
                  <a:lnTo>
                    <a:pt x="112013" y="497713"/>
                  </a:lnTo>
                  <a:lnTo>
                    <a:pt x="102084" y="452586"/>
                  </a:lnTo>
                  <a:lnTo>
                    <a:pt x="101853" y="434975"/>
                  </a:lnTo>
                  <a:lnTo>
                    <a:pt x="101853" y="161290"/>
                  </a:lnTo>
                  <a:lnTo>
                    <a:pt x="103782" y="114480"/>
                  </a:lnTo>
                  <a:lnTo>
                    <a:pt x="111760" y="96520"/>
                  </a:lnTo>
                  <a:lnTo>
                    <a:pt x="125349" y="96520"/>
                  </a:lnTo>
                  <a:lnTo>
                    <a:pt x="134558" y="147915"/>
                  </a:lnTo>
                  <a:lnTo>
                    <a:pt x="134747" y="221996"/>
                  </a:lnTo>
                  <a:lnTo>
                    <a:pt x="236600" y="221996"/>
                  </a:lnTo>
                  <a:lnTo>
                    <a:pt x="236033" y="164268"/>
                  </a:lnTo>
                  <a:lnTo>
                    <a:pt x="231564" y="110773"/>
                  </a:lnTo>
                  <a:lnTo>
                    <a:pt x="221892" y="72534"/>
                  </a:lnTo>
                  <a:lnTo>
                    <a:pt x="189102" y="26797"/>
                  </a:lnTo>
                  <a:lnTo>
                    <a:pt x="155860" y="6588"/>
                  </a:lnTo>
                  <a:lnTo>
                    <a:pt x="136274" y="1633"/>
                  </a:lnTo>
                  <a:lnTo>
                    <a:pt x="11480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87011" y="710945"/>
              <a:ext cx="236854" cy="594360"/>
            </a:xfrm>
            <a:custGeom>
              <a:avLst/>
              <a:gdLst/>
              <a:ahLst/>
              <a:cxnLst/>
              <a:rect l="l" t="t" r="r" b="b"/>
              <a:pathLst>
                <a:path w="236854" h="594360">
                  <a:moveTo>
                    <a:pt x="236600" y="221996"/>
                  </a:moveTo>
                  <a:lnTo>
                    <a:pt x="211167" y="221996"/>
                  </a:lnTo>
                  <a:lnTo>
                    <a:pt x="185721" y="221996"/>
                  </a:lnTo>
                  <a:lnTo>
                    <a:pt x="160252" y="221996"/>
                  </a:lnTo>
                  <a:lnTo>
                    <a:pt x="134747" y="221996"/>
                  </a:lnTo>
                  <a:lnTo>
                    <a:pt x="134747" y="208988"/>
                  </a:lnTo>
                  <a:lnTo>
                    <a:pt x="134747" y="196040"/>
                  </a:lnTo>
                  <a:lnTo>
                    <a:pt x="134747" y="183116"/>
                  </a:lnTo>
                  <a:lnTo>
                    <a:pt x="134747" y="170180"/>
                  </a:lnTo>
                  <a:lnTo>
                    <a:pt x="134558" y="147915"/>
                  </a:lnTo>
                  <a:lnTo>
                    <a:pt x="131825" y="108839"/>
                  </a:lnTo>
                  <a:lnTo>
                    <a:pt x="125349" y="96520"/>
                  </a:lnTo>
                  <a:lnTo>
                    <a:pt x="117983" y="96520"/>
                  </a:lnTo>
                  <a:lnTo>
                    <a:pt x="111760" y="96520"/>
                  </a:lnTo>
                  <a:lnTo>
                    <a:pt x="102084" y="141495"/>
                  </a:lnTo>
                  <a:lnTo>
                    <a:pt x="101853" y="161290"/>
                  </a:lnTo>
                  <a:lnTo>
                    <a:pt x="101853" y="216063"/>
                  </a:lnTo>
                  <a:lnTo>
                    <a:pt x="101853" y="270812"/>
                  </a:lnTo>
                  <a:lnTo>
                    <a:pt x="101853" y="325543"/>
                  </a:lnTo>
                  <a:lnTo>
                    <a:pt x="101853" y="380262"/>
                  </a:lnTo>
                  <a:lnTo>
                    <a:pt x="101853" y="434975"/>
                  </a:lnTo>
                  <a:lnTo>
                    <a:pt x="102084" y="452586"/>
                  </a:lnTo>
                  <a:lnTo>
                    <a:pt x="107441" y="493395"/>
                  </a:lnTo>
                  <a:lnTo>
                    <a:pt x="112013" y="497713"/>
                  </a:lnTo>
                  <a:lnTo>
                    <a:pt x="118745" y="497713"/>
                  </a:lnTo>
                  <a:lnTo>
                    <a:pt x="126364" y="497713"/>
                  </a:lnTo>
                  <a:lnTo>
                    <a:pt x="137681" y="448617"/>
                  </a:lnTo>
                  <a:lnTo>
                    <a:pt x="137922" y="430403"/>
                  </a:lnTo>
                  <a:lnTo>
                    <a:pt x="137922" y="413523"/>
                  </a:lnTo>
                  <a:lnTo>
                    <a:pt x="137922" y="396621"/>
                  </a:lnTo>
                  <a:lnTo>
                    <a:pt x="137922" y="379718"/>
                  </a:lnTo>
                  <a:lnTo>
                    <a:pt x="137922" y="362839"/>
                  </a:lnTo>
                  <a:lnTo>
                    <a:pt x="130937" y="362839"/>
                  </a:lnTo>
                  <a:lnTo>
                    <a:pt x="124205" y="362839"/>
                  </a:lnTo>
                  <a:lnTo>
                    <a:pt x="117348" y="362839"/>
                  </a:lnTo>
                  <a:lnTo>
                    <a:pt x="117348" y="341197"/>
                  </a:lnTo>
                  <a:lnTo>
                    <a:pt x="117348" y="319532"/>
                  </a:lnTo>
                  <a:lnTo>
                    <a:pt x="117348" y="297866"/>
                  </a:lnTo>
                  <a:lnTo>
                    <a:pt x="117348" y="276225"/>
                  </a:lnTo>
                  <a:lnTo>
                    <a:pt x="147161" y="276225"/>
                  </a:lnTo>
                  <a:lnTo>
                    <a:pt x="176974" y="276225"/>
                  </a:lnTo>
                  <a:lnTo>
                    <a:pt x="206787" y="276225"/>
                  </a:lnTo>
                  <a:lnTo>
                    <a:pt x="236600" y="276225"/>
                  </a:lnTo>
                  <a:lnTo>
                    <a:pt x="236600" y="327216"/>
                  </a:lnTo>
                  <a:lnTo>
                    <a:pt x="236600" y="582295"/>
                  </a:lnTo>
                  <a:lnTo>
                    <a:pt x="220579" y="582295"/>
                  </a:lnTo>
                  <a:lnTo>
                    <a:pt x="204533" y="582295"/>
                  </a:lnTo>
                  <a:lnTo>
                    <a:pt x="188487" y="582295"/>
                  </a:lnTo>
                  <a:lnTo>
                    <a:pt x="172465" y="582295"/>
                  </a:lnTo>
                  <a:lnTo>
                    <a:pt x="170140" y="572029"/>
                  </a:lnTo>
                  <a:lnTo>
                    <a:pt x="167766" y="561800"/>
                  </a:lnTo>
                  <a:lnTo>
                    <a:pt x="165393" y="551594"/>
                  </a:lnTo>
                  <a:lnTo>
                    <a:pt x="163067" y="541401"/>
                  </a:lnTo>
                  <a:lnTo>
                    <a:pt x="136905" y="580771"/>
                  </a:lnTo>
                  <a:lnTo>
                    <a:pt x="99440" y="594233"/>
                  </a:lnTo>
                  <a:lnTo>
                    <a:pt x="86727" y="593125"/>
                  </a:lnTo>
                  <a:lnTo>
                    <a:pt x="51562" y="575945"/>
                  </a:lnTo>
                  <a:lnTo>
                    <a:pt x="23844" y="544119"/>
                  </a:lnTo>
                  <a:lnTo>
                    <a:pt x="7953" y="503666"/>
                  </a:lnTo>
                  <a:lnTo>
                    <a:pt x="1607" y="458384"/>
                  </a:lnTo>
                  <a:lnTo>
                    <a:pt x="186" y="414256"/>
                  </a:lnTo>
                  <a:lnTo>
                    <a:pt x="0" y="386715"/>
                  </a:lnTo>
                  <a:lnTo>
                    <a:pt x="0" y="344404"/>
                  </a:lnTo>
                  <a:lnTo>
                    <a:pt x="0" y="302069"/>
                  </a:lnTo>
                  <a:lnTo>
                    <a:pt x="0" y="259734"/>
                  </a:lnTo>
                  <a:lnTo>
                    <a:pt x="0" y="217424"/>
                  </a:lnTo>
                  <a:lnTo>
                    <a:pt x="381" y="179296"/>
                  </a:lnTo>
                  <a:lnTo>
                    <a:pt x="3429" y="119947"/>
                  </a:lnTo>
                  <a:lnTo>
                    <a:pt x="10586" y="80615"/>
                  </a:lnTo>
                  <a:lnTo>
                    <a:pt x="28045" y="46726"/>
                  </a:lnTo>
                  <a:lnTo>
                    <a:pt x="56193" y="17198"/>
                  </a:lnTo>
                  <a:lnTo>
                    <a:pt x="93221" y="1891"/>
                  </a:lnTo>
                  <a:lnTo>
                    <a:pt x="114808" y="0"/>
                  </a:lnTo>
                  <a:lnTo>
                    <a:pt x="136274" y="1633"/>
                  </a:lnTo>
                  <a:lnTo>
                    <a:pt x="173493" y="14948"/>
                  </a:lnTo>
                  <a:lnTo>
                    <a:pt x="202493" y="40931"/>
                  </a:lnTo>
                  <a:lnTo>
                    <a:pt x="227711" y="90170"/>
                  </a:lnTo>
                  <a:lnTo>
                    <a:pt x="234346" y="135461"/>
                  </a:lnTo>
                  <a:lnTo>
                    <a:pt x="236600" y="197231"/>
                  </a:lnTo>
                  <a:lnTo>
                    <a:pt x="236600" y="205486"/>
                  </a:lnTo>
                  <a:lnTo>
                    <a:pt x="236600" y="213741"/>
                  </a:lnTo>
                  <a:lnTo>
                    <a:pt x="236600" y="221996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4640834" y="713485"/>
            <a:ext cx="247015" cy="589280"/>
            <a:chOff x="4640834" y="713485"/>
            <a:chExt cx="247015" cy="589280"/>
          </a:xfrm>
        </p:grpSpPr>
        <p:sp>
          <p:nvSpPr>
            <p:cNvPr id="38" name="object 38"/>
            <p:cNvSpPr/>
            <p:nvPr/>
          </p:nvSpPr>
          <p:spPr>
            <a:xfrm>
              <a:off x="4650359" y="723010"/>
              <a:ext cx="227965" cy="570230"/>
            </a:xfrm>
            <a:custGeom>
              <a:avLst/>
              <a:gdLst/>
              <a:ahLst/>
              <a:cxnLst/>
              <a:rect l="l" t="t" r="r" b="b"/>
              <a:pathLst>
                <a:path w="227964" h="570230">
                  <a:moveTo>
                    <a:pt x="72136" y="0"/>
                  </a:moveTo>
                  <a:lnTo>
                    <a:pt x="0" y="0"/>
                  </a:lnTo>
                  <a:lnTo>
                    <a:pt x="0" y="570229"/>
                  </a:lnTo>
                  <a:lnTo>
                    <a:pt x="101853" y="570229"/>
                  </a:lnTo>
                  <a:lnTo>
                    <a:pt x="101853" y="313054"/>
                  </a:lnTo>
                  <a:lnTo>
                    <a:pt x="217694" y="313054"/>
                  </a:lnTo>
                  <a:lnTo>
                    <a:pt x="185120" y="278534"/>
                  </a:lnTo>
                  <a:lnTo>
                    <a:pt x="171323" y="272542"/>
                  </a:lnTo>
                  <a:lnTo>
                    <a:pt x="186668" y="269041"/>
                  </a:lnTo>
                  <a:lnTo>
                    <a:pt x="221027" y="230941"/>
                  </a:lnTo>
                  <a:lnTo>
                    <a:pt x="222227" y="224281"/>
                  </a:lnTo>
                  <a:lnTo>
                    <a:pt x="101853" y="224281"/>
                  </a:lnTo>
                  <a:lnTo>
                    <a:pt x="101853" y="97408"/>
                  </a:lnTo>
                  <a:lnTo>
                    <a:pt x="223913" y="97408"/>
                  </a:lnTo>
                  <a:lnTo>
                    <a:pt x="223408" y="92567"/>
                  </a:lnTo>
                  <a:lnTo>
                    <a:pt x="211454" y="49275"/>
                  </a:lnTo>
                  <a:lnTo>
                    <a:pt x="181987" y="13610"/>
                  </a:lnTo>
                  <a:lnTo>
                    <a:pt x="132603" y="2000"/>
                  </a:lnTo>
                  <a:lnTo>
                    <a:pt x="105292" y="500"/>
                  </a:lnTo>
                  <a:lnTo>
                    <a:pt x="72136" y="0"/>
                  </a:lnTo>
                  <a:close/>
                </a:path>
                <a:path w="227964" h="570230">
                  <a:moveTo>
                    <a:pt x="217694" y="313054"/>
                  </a:moveTo>
                  <a:lnTo>
                    <a:pt x="101853" y="313054"/>
                  </a:lnTo>
                  <a:lnTo>
                    <a:pt x="111424" y="313707"/>
                  </a:lnTo>
                  <a:lnTo>
                    <a:pt x="118983" y="315706"/>
                  </a:lnTo>
                  <a:lnTo>
                    <a:pt x="132516" y="359892"/>
                  </a:lnTo>
                  <a:lnTo>
                    <a:pt x="132841" y="380619"/>
                  </a:lnTo>
                  <a:lnTo>
                    <a:pt x="132841" y="570229"/>
                  </a:lnTo>
                  <a:lnTo>
                    <a:pt x="227456" y="570229"/>
                  </a:lnTo>
                  <a:lnTo>
                    <a:pt x="227456" y="419734"/>
                  </a:lnTo>
                  <a:lnTo>
                    <a:pt x="227312" y="388518"/>
                  </a:lnTo>
                  <a:lnTo>
                    <a:pt x="226117" y="346279"/>
                  </a:lnTo>
                  <a:lnTo>
                    <a:pt x="220456" y="319277"/>
                  </a:lnTo>
                  <a:lnTo>
                    <a:pt x="217694" y="313054"/>
                  </a:lnTo>
                  <a:close/>
                </a:path>
                <a:path w="227964" h="570230">
                  <a:moveTo>
                    <a:pt x="223913" y="97408"/>
                  </a:moveTo>
                  <a:lnTo>
                    <a:pt x="101853" y="97408"/>
                  </a:lnTo>
                  <a:lnTo>
                    <a:pt x="110075" y="97934"/>
                  </a:lnTo>
                  <a:lnTo>
                    <a:pt x="116855" y="99520"/>
                  </a:lnTo>
                  <a:lnTo>
                    <a:pt x="132841" y="141604"/>
                  </a:lnTo>
                  <a:lnTo>
                    <a:pt x="132841" y="172847"/>
                  </a:lnTo>
                  <a:lnTo>
                    <a:pt x="132518" y="186174"/>
                  </a:lnTo>
                  <a:lnTo>
                    <a:pt x="132433" y="189704"/>
                  </a:lnTo>
                  <a:lnTo>
                    <a:pt x="113283" y="224281"/>
                  </a:lnTo>
                  <a:lnTo>
                    <a:pt x="222227" y="224281"/>
                  </a:lnTo>
                  <a:lnTo>
                    <a:pt x="224451" y="211941"/>
                  </a:lnTo>
                  <a:lnTo>
                    <a:pt x="224567" y="211296"/>
                  </a:lnTo>
                  <a:lnTo>
                    <a:pt x="226726" y="186174"/>
                  </a:lnTo>
                  <a:lnTo>
                    <a:pt x="227456" y="155575"/>
                  </a:lnTo>
                  <a:lnTo>
                    <a:pt x="226439" y="121624"/>
                  </a:lnTo>
                  <a:lnTo>
                    <a:pt x="223968" y="97934"/>
                  </a:lnTo>
                  <a:lnTo>
                    <a:pt x="223913" y="9740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650359" y="723010"/>
              <a:ext cx="227965" cy="570230"/>
            </a:xfrm>
            <a:custGeom>
              <a:avLst/>
              <a:gdLst/>
              <a:ahLst/>
              <a:cxnLst/>
              <a:rect l="l" t="t" r="r" b="b"/>
              <a:pathLst>
                <a:path w="227964" h="570230">
                  <a:moveTo>
                    <a:pt x="0" y="0"/>
                  </a:moveTo>
                  <a:lnTo>
                    <a:pt x="18022" y="0"/>
                  </a:lnTo>
                  <a:lnTo>
                    <a:pt x="36067" y="0"/>
                  </a:lnTo>
                  <a:lnTo>
                    <a:pt x="54113" y="0"/>
                  </a:lnTo>
                  <a:lnTo>
                    <a:pt x="72136" y="0"/>
                  </a:lnTo>
                  <a:lnTo>
                    <a:pt x="105292" y="500"/>
                  </a:lnTo>
                  <a:lnTo>
                    <a:pt x="154128" y="4500"/>
                  </a:lnTo>
                  <a:lnTo>
                    <a:pt x="192976" y="22304"/>
                  </a:lnTo>
                  <a:lnTo>
                    <a:pt x="218402" y="68439"/>
                  </a:lnTo>
                  <a:lnTo>
                    <a:pt x="226439" y="121624"/>
                  </a:lnTo>
                  <a:lnTo>
                    <a:pt x="227456" y="155575"/>
                  </a:lnTo>
                  <a:lnTo>
                    <a:pt x="226726" y="186174"/>
                  </a:lnTo>
                  <a:lnTo>
                    <a:pt x="221027" y="230941"/>
                  </a:lnTo>
                  <a:lnTo>
                    <a:pt x="199310" y="263302"/>
                  </a:lnTo>
                  <a:lnTo>
                    <a:pt x="171323" y="272542"/>
                  </a:lnTo>
                  <a:lnTo>
                    <a:pt x="185120" y="278534"/>
                  </a:lnTo>
                  <a:lnTo>
                    <a:pt x="216667" y="310741"/>
                  </a:lnTo>
                  <a:lnTo>
                    <a:pt x="226869" y="364029"/>
                  </a:lnTo>
                  <a:lnTo>
                    <a:pt x="227456" y="419734"/>
                  </a:lnTo>
                  <a:lnTo>
                    <a:pt x="227456" y="457358"/>
                  </a:lnTo>
                  <a:lnTo>
                    <a:pt x="227456" y="494982"/>
                  </a:lnTo>
                  <a:lnTo>
                    <a:pt x="227456" y="532606"/>
                  </a:lnTo>
                  <a:lnTo>
                    <a:pt x="227456" y="570229"/>
                  </a:lnTo>
                  <a:lnTo>
                    <a:pt x="203779" y="570229"/>
                  </a:lnTo>
                  <a:lnTo>
                    <a:pt x="180149" y="570229"/>
                  </a:lnTo>
                  <a:lnTo>
                    <a:pt x="156519" y="570229"/>
                  </a:lnTo>
                  <a:lnTo>
                    <a:pt x="132841" y="570229"/>
                  </a:lnTo>
                  <a:lnTo>
                    <a:pt x="132841" y="522815"/>
                  </a:lnTo>
                  <a:lnTo>
                    <a:pt x="132841" y="475424"/>
                  </a:lnTo>
                  <a:lnTo>
                    <a:pt x="132841" y="428033"/>
                  </a:lnTo>
                  <a:lnTo>
                    <a:pt x="132841" y="380619"/>
                  </a:lnTo>
                  <a:lnTo>
                    <a:pt x="132516" y="359892"/>
                  </a:lnTo>
                  <a:lnTo>
                    <a:pt x="124517" y="319109"/>
                  </a:lnTo>
                  <a:lnTo>
                    <a:pt x="101853" y="313054"/>
                  </a:lnTo>
                  <a:lnTo>
                    <a:pt x="101853" y="364489"/>
                  </a:lnTo>
                  <a:lnTo>
                    <a:pt x="101853" y="415924"/>
                  </a:lnTo>
                  <a:lnTo>
                    <a:pt x="101853" y="467359"/>
                  </a:lnTo>
                  <a:lnTo>
                    <a:pt x="101853" y="518794"/>
                  </a:lnTo>
                  <a:lnTo>
                    <a:pt x="101853" y="570229"/>
                  </a:lnTo>
                  <a:lnTo>
                    <a:pt x="76420" y="570229"/>
                  </a:lnTo>
                  <a:lnTo>
                    <a:pt x="50974" y="570229"/>
                  </a:lnTo>
                  <a:lnTo>
                    <a:pt x="25505" y="570229"/>
                  </a:lnTo>
                  <a:lnTo>
                    <a:pt x="0" y="570229"/>
                  </a:lnTo>
                  <a:lnTo>
                    <a:pt x="0" y="518382"/>
                  </a:lnTo>
                  <a:lnTo>
                    <a:pt x="0" y="51847"/>
                  </a:lnTo>
                  <a:lnTo>
                    <a:pt x="0" y="0"/>
                  </a:lnTo>
                  <a:close/>
                </a:path>
                <a:path w="227964" h="570230">
                  <a:moveTo>
                    <a:pt x="101853" y="97408"/>
                  </a:moveTo>
                  <a:lnTo>
                    <a:pt x="101853" y="129180"/>
                  </a:lnTo>
                  <a:lnTo>
                    <a:pt x="101853" y="160893"/>
                  </a:lnTo>
                  <a:lnTo>
                    <a:pt x="101853" y="192581"/>
                  </a:lnTo>
                  <a:lnTo>
                    <a:pt x="101853" y="224281"/>
                  </a:lnTo>
                  <a:lnTo>
                    <a:pt x="113283" y="224281"/>
                  </a:lnTo>
                  <a:lnTo>
                    <a:pt x="132433" y="189704"/>
                  </a:lnTo>
                  <a:lnTo>
                    <a:pt x="132841" y="172847"/>
                  </a:lnTo>
                  <a:lnTo>
                    <a:pt x="132841" y="165018"/>
                  </a:lnTo>
                  <a:lnTo>
                    <a:pt x="132841" y="157178"/>
                  </a:lnTo>
                  <a:lnTo>
                    <a:pt x="132841" y="149361"/>
                  </a:lnTo>
                  <a:lnTo>
                    <a:pt x="132841" y="141604"/>
                  </a:lnTo>
                  <a:lnTo>
                    <a:pt x="132435" y="129224"/>
                  </a:lnTo>
                  <a:lnTo>
                    <a:pt x="110075" y="97934"/>
                  </a:lnTo>
                  <a:lnTo>
                    <a:pt x="101853" y="97408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4971796" y="600074"/>
            <a:ext cx="276860" cy="702945"/>
            <a:chOff x="4971796" y="600074"/>
            <a:chExt cx="276860" cy="702945"/>
          </a:xfrm>
        </p:grpSpPr>
        <p:sp>
          <p:nvSpPr>
            <p:cNvPr id="41" name="object 41"/>
            <p:cNvSpPr/>
            <p:nvPr/>
          </p:nvSpPr>
          <p:spPr>
            <a:xfrm>
              <a:off x="4981321" y="609599"/>
              <a:ext cx="257810" cy="683895"/>
            </a:xfrm>
            <a:custGeom>
              <a:avLst/>
              <a:gdLst/>
              <a:ahLst/>
              <a:cxnLst/>
              <a:rect l="l" t="t" r="r" b="b"/>
              <a:pathLst>
                <a:path w="257810" h="683894">
                  <a:moveTo>
                    <a:pt x="199136" y="113410"/>
                  </a:moveTo>
                  <a:lnTo>
                    <a:pt x="52069" y="113410"/>
                  </a:lnTo>
                  <a:lnTo>
                    <a:pt x="47405" y="165255"/>
                  </a:lnTo>
                  <a:lnTo>
                    <a:pt x="42698" y="217090"/>
                  </a:lnTo>
                  <a:lnTo>
                    <a:pt x="37960" y="268919"/>
                  </a:lnTo>
                  <a:lnTo>
                    <a:pt x="18870" y="476220"/>
                  </a:lnTo>
                  <a:lnTo>
                    <a:pt x="9371" y="579904"/>
                  </a:lnTo>
                  <a:lnTo>
                    <a:pt x="4664" y="631764"/>
                  </a:lnTo>
                  <a:lnTo>
                    <a:pt x="0" y="683640"/>
                  </a:lnTo>
                  <a:lnTo>
                    <a:pt x="105282" y="683640"/>
                  </a:lnTo>
                  <a:lnTo>
                    <a:pt x="106844" y="657945"/>
                  </a:lnTo>
                  <a:lnTo>
                    <a:pt x="110015" y="606649"/>
                  </a:lnTo>
                  <a:lnTo>
                    <a:pt x="111505" y="581025"/>
                  </a:lnTo>
                  <a:lnTo>
                    <a:pt x="247052" y="581025"/>
                  </a:lnTo>
                  <a:lnTo>
                    <a:pt x="241633" y="528057"/>
                  </a:lnTo>
                  <a:lnTo>
                    <a:pt x="236688" y="480059"/>
                  </a:lnTo>
                  <a:lnTo>
                    <a:pt x="110108" y="480059"/>
                  </a:lnTo>
                  <a:lnTo>
                    <a:pt x="112191" y="446298"/>
                  </a:lnTo>
                  <a:lnTo>
                    <a:pt x="115219" y="405495"/>
                  </a:lnTo>
                  <a:lnTo>
                    <a:pt x="119161" y="357621"/>
                  </a:lnTo>
                  <a:lnTo>
                    <a:pt x="123987" y="302646"/>
                  </a:lnTo>
                  <a:lnTo>
                    <a:pt x="129666" y="240537"/>
                  </a:lnTo>
                  <a:lnTo>
                    <a:pt x="212026" y="240537"/>
                  </a:lnTo>
                  <a:lnTo>
                    <a:pt x="204358" y="165255"/>
                  </a:lnTo>
                  <a:lnTo>
                    <a:pt x="199136" y="113410"/>
                  </a:lnTo>
                  <a:close/>
                </a:path>
                <a:path w="257810" h="683894">
                  <a:moveTo>
                    <a:pt x="247052" y="581025"/>
                  </a:moveTo>
                  <a:lnTo>
                    <a:pt x="147954" y="581025"/>
                  </a:lnTo>
                  <a:lnTo>
                    <a:pt x="149308" y="606649"/>
                  </a:lnTo>
                  <a:lnTo>
                    <a:pt x="152062" y="657945"/>
                  </a:lnTo>
                  <a:lnTo>
                    <a:pt x="153415" y="683640"/>
                  </a:lnTo>
                  <a:lnTo>
                    <a:pt x="257428" y="683640"/>
                  </a:lnTo>
                  <a:lnTo>
                    <a:pt x="252206" y="631764"/>
                  </a:lnTo>
                  <a:lnTo>
                    <a:pt x="247052" y="581025"/>
                  </a:lnTo>
                  <a:close/>
                </a:path>
                <a:path w="257810" h="683894">
                  <a:moveTo>
                    <a:pt x="212026" y="240537"/>
                  </a:moveTo>
                  <a:lnTo>
                    <a:pt x="129666" y="240537"/>
                  </a:lnTo>
                  <a:lnTo>
                    <a:pt x="132704" y="295781"/>
                  </a:lnTo>
                  <a:lnTo>
                    <a:pt x="135834" y="347362"/>
                  </a:lnTo>
                  <a:lnTo>
                    <a:pt x="138993" y="395272"/>
                  </a:lnTo>
                  <a:lnTo>
                    <a:pt x="142123" y="439507"/>
                  </a:lnTo>
                  <a:lnTo>
                    <a:pt x="145161" y="480059"/>
                  </a:lnTo>
                  <a:lnTo>
                    <a:pt x="236688" y="480059"/>
                  </a:lnTo>
                  <a:lnTo>
                    <a:pt x="214931" y="268919"/>
                  </a:lnTo>
                  <a:lnTo>
                    <a:pt x="212026" y="240537"/>
                  </a:lnTo>
                  <a:close/>
                </a:path>
                <a:path w="257810" h="683894">
                  <a:moveTo>
                    <a:pt x="211200" y="0"/>
                  </a:moveTo>
                  <a:lnTo>
                    <a:pt x="125094" y="0"/>
                  </a:lnTo>
                  <a:lnTo>
                    <a:pt x="114502" y="23903"/>
                  </a:lnTo>
                  <a:lnTo>
                    <a:pt x="93126" y="71508"/>
                  </a:lnTo>
                  <a:lnTo>
                    <a:pt x="82550" y="95376"/>
                  </a:lnTo>
                  <a:lnTo>
                    <a:pt x="131699" y="95376"/>
                  </a:lnTo>
                  <a:lnTo>
                    <a:pt x="151449" y="71508"/>
                  </a:lnTo>
                  <a:lnTo>
                    <a:pt x="191420" y="23903"/>
                  </a:lnTo>
                  <a:lnTo>
                    <a:pt x="2112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81321" y="723010"/>
              <a:ext cx="257810" cy="570230"/>
            </a:xfrm>
            <a:custGeom>
              <a:avLst/>
              <a:gdLst/>
              <a:ahLst/>
              <a:cxnLst/>
              <a:rect l="l" t="t" r="r" b="b"/>
              <a:pathLst>
                <a:path w="257810" h="570230">
                  <a:moveTo>
                    <a:pt x="199136" y="0"/>
                  </a:moveTo>
                  <a:lnTo>
                    <a:pt x="204358" y="51844"/>
                  </a:lnTo>
                  <a:lnTo>
                    <a:pt x="209626" y="103679"/>
                  </a:lnTo>
                  <a:lnTo>
                    <a:pt x="214931" y="155508"/>
                  </a:lnTo>
                  <a:lnTo>
                    <a:pt x="220261" y="207332"/>
                  </a:lnTo>
                  <a:lnTo>
                    <a:pt x="225607" y="259155"/>
                  </a:lnTo>
                  <a:lnTo>
                    <a:pt x="230957" y="310980"/>
                  </a:lnTo>
                  <a:lnTo>
                    <a:pt x="236303" y="362809"/>
                  </a:lnTo>
                  <a:lnTo>
                    <a:pt x="241633" y="414646"/>
                  </a:lnTo>
                  <a:lnTo>
                    <a:pt x="246938" y="466493"/>
                  </a:lnTo>
                  <a:lnTo>
                    <a:pt x="252206" y="518353"/>
                  </a:lnTo>
                  <a:lnTo>
                    <a:pt x="257428" y="570229"/>
                  </a:lnTo>
                  <a:lnTo>
                    <a:pt x="231425" y="570229"/>
                  </a:lnTo>
                  <a:lnTo>
                    <a:pt x="205422" y="570229"/>
                  </a:lnTo>
                  <a:lnTo>
                    <a:pt x="179419" y="570229"/>
                  </a:lnTo>
                  <a:lnTo>
                    <a:pt x="153415" y="570229"/>
                  </a:lnTo>
                  <a:lnTo>
                    <a:pt x="152062" y="544534"/>
                  </a:lnTo>
                  <a:lnTo>
                    <a:pt x="150685" y="518874"/>
                  </a:lnTo>
                  <a:lnTo>
                    <a:pt x="149308" y="493238"/>
                  </a:lnTo>
                  <a:lnTo>
                    <a:pt x="147954" y="467614"/>
                  </a:lnTo>
                  <a:lnTo>
                    <a:pt x="138830" y="467614"/>
                  </a:lnTo>
                  <a:lnTo>
                    <a:pt x="129730" y="467614"/>
                  </a:lnTo>
                  <a:lnTo>
                    <a:pt x="120630" y="467614"/>
                  </a:lnTo>
                  <a:lnTo>
                    <a:pt x="111505" y="467614"/>
                  </a:lnTo>
                  <a:lnTo>
                    <a:pt x="110015" y="493238"/>
                  </a:lnTo>
                  <a:lnTo>
                    <a:pt x="108442" y="518874"/>
                  </a:lnTo>
                  <a:lnTo>
                    <a:pt x="106844" y="544534"/>
                  </a:lnTo>
                  <a:lnTo>
                    <a:pt x="105282" y="570229"/>
                  </a:lnTo>
                  <a:lnTo>
                    <a:pt x="78974" y="570229"/>
                  </a:lnTo>
                  <a:lnTo>
                    <a:pt x="52641" y="570229"/>
                  </a:lnTo>
                  <a:lnTo>
                    <a:pt x="26308" y="570229"/>
                  </a:lnTo>
                  <a:lnTo>
                    <a:pt x="0" y="570229"/>
                  </a:lnTo>
                  <a:lnTo>
                    <a:pt x="4664" y="518353"/>
                  </a:lnTo>
                  <a:lnTo>
                    <a:pt x="9371" y="466493"/>
                  </a:lnTo>
                  <a:lnTo>
                    <a:pt x="14109" y="414646"/>
                  </a:lnTo>
                  <a:lnTo>
                    <a:pt x="18870" y="362809"/>
                  </a:lnTo>
                  <a:lnTo>
                    <a:pt x="23645" y="310980"/>
                  </a:lnTo>
                  <a:lnTo>
                    <a:pt x="28424" y="259155"/>
                  </a:lnTo>
                  <a:lnTo>
                    <a:pt x="33199" y="207332"/>
                  </a:lnTo>
                  <a:lnTo>
                    <a:pt x="37960" y="155508"/>
                  </a:lnTo>
                  <a:lnTo>
                    <a:pt x="42698" y="103679"/>
                  </a:lnTo>
                  <a:lnTo>
                    <a:pt x="47405" y="51844"/>
                  </a:lnTo>
                  <a:lnTo>
                    <a:pt x="52069" y="0"/>
                  </a:lnTo>
                  <a:lnTo>
                    <a:pt x="88836" y="0"/>
                  </a:lnTo>
                  <a:lnTo>
                    <a:pt x="125602" y="0"/>
                  </a:lnTo>
                  <a:lnTo>
                    <a:pt x="162369" y="0"/>
                  </a:lnTo>
                  <a:lnTo>
                    <a:pt x="199136" y="0"/>
                  </a:lnTo>
                  <a:close/>
                </a:path>
                <a:path w="257810" h="570230">
                  <a:moveTo>
                    <a:pt x="145161" y="366649"/>
                  </a:moveTo>
                  <a:lnTo>
                    <a:pt x="142123" y="326096"/>
                  </a:lnTo>
                  <a:lnTo>
                    <a:pt x="138993" y="281861"/>
                  </a:lnTo>
                  <a:lnTo>
                    <a:pt x="135834" y="233951"/>
                  </a:lnTo>
                  <a:lnTo>
                    <a:pt x="132704" y="182370"/>
                  </a:lnTo>
                  <a:lnTo>
                    <a:pt x="129666" y="127126"/>
                  </a:lnTo>
                  <a:lnTo>
                    <a:pt x="123987" y="189235"/>
                  </a:lnTo>
                  <a:lnTo>
                    <a:pt x="119161" y="244210"/>
                  </a:lnTo>
                  <a:lnTo>
                    <a:pt x="115219" y="292084"/>
                  </a:lnTo>
                  <a:lnTo>
                    <a:pt x="112191" y="332887"/>
                  </a:lnTo>
                  <a:lnTo>
                    <a:pt x="110108" y="366649"/>
                  </a:lnTo>
                  <a:lnTo>
                    <a:pt x="118871" y="366649"/>
                  </a:lnTo>
                  <a:lnTo>
                    <a:pt x="127634" y="366649"/>
                  </a:lnTo>
                  <a:lnTo>
                    <a:pt x="136397" y="366649"/>
                  </a:lnTo>
                  <a:lnTo>
                    <a:pt x="145161" y="366649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4346" y="600074"/>
              <a:ext cx="147700" cy="114426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5334000" y="713485"/>
            <a:ext cx="191770" cy="589280"/>
            <a:chOff x="5334000" y="713485"/>
            <a:chExt cx="191770" cy="589280"/>
          </a:xfrm>
        </p:grpSpPr>
        <p:sp>
          <p:nvSpPr>
            <p:cNvPr id="45" name="object 45"/>
            <p:cNvSpPr/>
            <p:nvPr/>
          </p:nvSpPr>
          <p:spPr>
            <a:xfrm>
              <a:off x="5343525" y="722629"/>
              <a:ext cx="172720" cy="570230"/>
            </a:xfrm>
            <a:custGeom>
              <a:avLst/>
              <a:gdLst/>
              <a:ahLst/>
              <a:cxnLst/>
              <a:rect l="l" t="t" r="r" b="b"/>
              <a:pathLst>
                <a:path w="172720" h="570230">
                  <a:moveTo>
                    <a:pt x="17246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0" y="222250"/>
                  </a:lnTo>
                  <a:lnTo>
                    <a:pt x="0" y="331470"/>
                  </a:lnTo>
                  <a:lnTo>
                    <a:pt x="0" y="570230"/>
                  </a:lnTo>
                  <a:lnTo>
                    <a:pt x="101854" y="570230"/>
                  </a:lnTo>
                  <a:lnTo>
                    <a:pt x="101854" y="331470"/>
                  </a:lnTo>
                  <a:lnTo>
                    <a:pt x="164719" y="331470"/>
                  </a:lnTo>
                  <a:lnTo>
                    <a:pt x="164719" y="222250"/>
                  </a:lnTo>
                  <a:lnTo>
                    <a:pt x="101854" y="222250"/>
                  </a:lnTo>
                  <a:lnTo>
                    <a:pt x="101854" y="114300"/>
                  </a:lnTo>
                  <a:lnTo>
                    <a:pt x="172466" y="114300"/>
                  </a:lnTo>
                  <a:lnTo>
                    <a:pt x="172466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343525" y="723010"/>
              <a:ext cx="172720" cy="570230"/>
            </a:xfrm>
            <a:custGeom>
              <a:avLst/>
              <a:gdLst/>
              <a:ahLst/>
              <a:cxnLst/>
              <a:rect l="l" t="t" r="r" b="b"/>
              <a:pathLst>
                <a:path w="172720" h="570230">
                  <a:moveTo>
                    <a:pt x="0" y="0"/>
                  </a:moveTo>
                  <a:lnTo>
                    <a:pt x="43146" y="0"/>
                  </a:lnTo>
                  <a:lnTo>
                    <a:pt x="86280" y="0"/>
                  </a:lnTo>
                  <a:lnTo>
                    <a:pt x="129391" y="0"/>
                  </a:lnTo>
                  <a:lnTo>
                    <a:pt x="172465" y="0"/>
                  </a:lnTo>
                  <a:lnTo>
                    <a:pt x="172465" y="28499"/>
                  </a:lnTo>
                  <a:lnTo>
                    <a:pt x="172465" y="57023"/>
                  </a:lnTo>
                  <a:lnTo>
                    <a:pt x="172465" y="85546"/>
                  </a:lnTo>
                  <a:lnTo>
                    <a:pt x="172465" y="114046"/>
                  </a:lnTo>
                  <a:lnTo>
                    <a:pt x="154842" y="114046"/>
                  </a:lnTo>
                  <a:lnTo>
                    <a:pt x="137207" y="114046"/>
                  </a:lnTo>
                  <a:lnTo>
                    <a:pt x="119548" y="114046"/>
                  </a:lnTo>
                  <a:lnTo>
                    <a:pt x="101853" y="114046"/>
                  </a:lnTo>
                  <a:lnTo>
                    <a:pt x="101853" y="141097"/>
                  </a:lnTo>
                  <a:lnTo>
                    <a:pt x="101853" y="168148"/>
                  </a:lnTo>
                  <a:lnTo>
                    <a:pt x="101853" y="195199"/>
                  </a:lnTo>
                  <a:lnTo>
                    <a:pt x="101853" y="222250"/>
                  </a:lnTo>
                  <a:lnTo>
                    <a:pt x="117588" y="222250"/>
                  </a:lnTo>
                  <a:lnTo>
                    <a:pt x="133334" y="222250"/>
                  </a:lnTo>
                  <a:lnTo>
                    <a:pt x="149056" y="222250"/>
                  </a:lnTo>
                  <a:lnTo>
                    <a:pt x="164719" y="222250"/>
                  </a:lnTo>
                  <a:lnTo>
                    <a:pt x="164719" y="249322"/>
                  </a:lnTo>
                  <a:lnTo>
                    <a:pt x="164719" y="276431"/>
                  </a:lnTo>
                  <a:lnTo>
                    <a:pt x="164719" y="303563"/>
                  </a:lnTo>
                  <a:lnTo>
                    <a:pt x="164719" y="330707"/>
                  </a:lnTo>
                  <a:lnTo>
                    <a:pt x="149056" y="330707"/>
                  </a:lnTo>
                  <a:lnTo>
                    <a:pt x="133334" y="330707"/>
                  </a:lnTo>
                  <a:lnTo>
                    <a:pt x="117588" y="330707"/>
                  </a:lnTo>
                  <a:lnTo>
                    <a:pt x="101853" y="330707"/>
                  </a:lnTo>
                  <a:lnTo>
                    <a:pt x="101853" y="378575"/>
                  </a:lnTo>
                  <a:lnTo>
                    <a:pt x="101853" y="426468"/>
                  </a:lnTo>
                  <a:lnTo>
                    <a:pt x="101853" y="474378"/>
                  </a:lnTo>
                  <a:lnTo>
                    <a:pt x="101853" y="522301"/>
                  </a:lnTo>
                  <a:lnTo>
                    <a:pt x="101853" y="570229"/>
                  </a:lnTo>
                  <a:lnTo>
                    <a:pt x="76348" y="570229"/>
                  </a:lnTo>
                  <a:lnTo>
                    <a:pt x="50879" y="570229"/>
                  </a:lnTo>
                  <a:lnTo>
                    <a:pt x="25433" y="570229"/>
                  </a:lnTo>
                  <a:lnTo>
                    <a:pt x="0" y="570229"/>
                  </a:lnTo>
                  <a:lnTo>
                    <a:pt x="0" y="518382"/>
                  </a:lnTo>
                  <a:lnTo>
                    <a:pt x="0" y="5184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5618479" y="713485"/>
            <a:ext cx="121285" cy="589280"/>
            <a:chOff x="5618479" y="713485"/>
            <a:chExt cx="121285" cy="589280"/>
          </a:xfrm>
        </p:grpSpPr>
        <p:sp>
          <p:nvSpPr>
            <p:cNvPr id="48" name="object 48"/>
            <p:cNvSpPr/>
            <p:nvPr/>
          </p:nvSpPr>
          <p:spPr>
            <a:xfrm>
              <a:off x="5628004" y="723010"/>
              <a:ext cx="102235" cy="570230"/>
            </a:xfrm>
            <a:custGeom>
              <a:avLst/>
              <a:gdLst/>
              <a:ahLst/>
              <a:cxnLst/>
              <a:rect l="l" t="t" r="r" b="b"/>
              <a:pathLst>
                <a:path w="102235" h="570230">
                  <a:moveTo>
                    <a:pt x="101854" y="0"/>
                  </a:moveTo>
                  <a:lnTo>
                    <a:pt x="0" y="0"/>
                  </a:lnTo>
                  <a:lnTo>
                    <a:pt x="0" y="570229"/>
                  </a:lnTo>
                  <a:lnTo>
                    <a:pt x="101854" y="570229"/>
                  </a:lnTo>
                  <a:lnTo>
                    <a:pt x="10185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628004" y="723010"/>
              <a:ext cx="102235" cy="570230"/>
            </a:xfrm>
            <a:custGeom>
              <a:avLst/>
              <a:gdLst/>
              <a:ahLst/>
              <a:cxnLst/>
              <a:rect l="l" t="t" r="r" b="b"/>
              <a:pathLst>
                <a:path w="102235" h="570230">
                  <a:moveTo>
                    <a:pt x="101854" y="0"/>
                  </a:moveTo>
                  <a:lnTo>
                    <a:pt x="101854" y="0"/>
                  </a:lnTo>
                  <a:lnTo>
                    <a:pt x="101854" y="570229"/>
                  </a:lnTo>
                  <a:lnTo>
                    <a:pt x="76420" y="570229"/>
                  </a:lnTo>
                  <a:lnTo>
                    <a:pt x="50974" y="570229"/>
                  </a:lnTo>
                  <a:lnTo>
                    <a:pt x="25505" y="570229"/>
                  </a:lnTo>
                  <a:lnTo>
                    <a:pt x="0" y="570229"/>
                  </a:lnTo>
                  <a:lnTo>
                    <a:pt x="0" y="518382"/>
                  </a:lnTo>
                  <a:lnTo>
                    <a:pt x="0" y="0"/>
                  </a:lnTo>
                  <a:lnTo>
                    <a:pt x="25505" y="0"/>
                  </a:lnTo>
                  <a:lnTo>
                    <a:pt x="50974" y="0"/>
                  </a:lnTo>
                  <a:lnTo>
                    <a:pt x="76420" y="0"/>
                  </a:lnTo>
                  <a:lnTo>
                    <a:pt x="101854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5845683" y="701420"/>
            <a:ext cx="259715" cy="613410"/>
            <a:chOff x="5845683" y="701420"/>
            <a:chExt cx="259715" cy="613410"/>
          </a:xfrm>
        </p:grpSpPr>
        <p:sp>
          <p:nvSpPr>
            <p:cNvPr id="51" name="object 51"/>
            <p:cNvSpPr/>
            <p:nvPr/>
          </p:nvSpPr>
          <p:spPr>
            <a:xfrm>
              <a:off x="5855208" y="710945"/>
              <a:ext cx="240665" cy="594360"/>
            </a:xfrm>
            <a:custGeom>
              <a:avLst/>
              <a:gdLst/>
              <a:ahLst/>
              <a:cxnLst/>
              <a:rect l="l" t="t" r="r" b="b"/>
              <a:pathLst>
                <a:path w="240664" h="594360">
                  <a:moveTo>
                    <a:pt x="118871" y="0"/>
                  </a:moveTo>
                  <a:lnTo>
                    <a:pt x="73437" y="9054"/>
                  </a:lnTo>
                  <a:lnTo>
                    <a:pt x="37369" y="35750"/>
                  </a:lnTo>
                  <a:lnTo>
                    <a:pt x="13850" y="75803"/>
                  </a:lnTo>
                  <a:lnTo>
                    <a:pt x="2920" y="120523"/>
                  </a:lnTo>
                  <a:lnTo>
                    <a:pt x="746" y="159146"/>
                  </a:lnTo>
                  <a:lnTo>
                    <a:pt x="0" y="213106"/>
                  </a:lnTo>
                  <a:lnTo>
                    <a:pt x="0" y="379730"/>
                  </a:lnTo>
                  <a:lnTo>
                    <a:pt x="593" y="419032"/>
                  </a:lnTo>
                  <a:lnTo>
                    <a:pt x="5304" y="481635"/>
                  </a:lnTo>
                  <a:lnTo>
                    <a:pt x="15341" y="524855"/>
                  </a:lnTo>
                  <a:lnTo>
                    <a:pt x="48005" y="570611"/>
                  </a:lnTo>
                  <a:lnTo>
                    <a:pt x="100316" y="592792"/>
                  </a:lnTo>
                  <a:lnTo>
                    <a:pt x="121665" y="594233"/>
                  </a:lnTo>
                  <a:lnTo>
                    <a:pt x="142446" y="592528"/>
                  </a:lnTo>
                  <a:lnTo>
                    <a:pt x="178815" y="578641"/>
                  </a:lnTo>
                  <a:lnTo>
                    <a:pt x="207637" y="551707"/>
                  </a:lnTo>
                  <a:lnTo>
                    <a:pt x="232282" y="501523"/>
                  </a:lnTo>
                  <a:lnTo>
                    <a:pt x="238521" y="451659"/>
                  </a:lnTo>
                  <a:lnTo>
                    <a:pt x="240664" y="376174"/>
                  </a:lnTo>
                  <a:lnTo>
                    <a:pt x="240664" y="353695"/>
                  </a:lnTo>
                  <a:lnTo>
                    <a:pt x="138811" y="353695"/>
                  </a:lnTo>
                  <a:lnTo>
                    <a:pt x="138598" y="446793"/>
                  </a:lnTo>
                  <a:lnTo>
                    <a:pt x="137969" y="463803"/>
                  </a:lnTo>
                  <a:lnTo>
                    <a:pt x="136935" y="476527"/>
                  </a:lnTo>
                  <a:lnTo>
                    <a:pt x="135508" y="485013"/>
                  </a:lnTo>
                  <a:lnTo>
                    <a:pt x="133222" y="493395"/>
                  </a:lnTo>
                  <a:lnTo>
                    <a:pt x="128015" y="497713"/>
                  </a:lnTo>
                  <a:lnTo>
                    <a:pt x="112521" y="497713"/>
                  </a:lnTo>
                  <a:lnTo>
                    <a:pt x="102086" y="449794"/>
                  </a:lnTo>
                  <a:lnTo>
                    <a:pt x="101853" y="430784"/>
                  </a:lnTo>
                  <a:lnTo>
                    <a:pt x="101853" y="165862"/>
                  </a:lnTo>
                  <a:lnTo>
                    <a:pt x="103836" y="117981"/>
                  </a:lnTo>
                  <a:lnTo>
                    <a:pt x="112775" y="96520"/>
                  </a:lnTo>
                  <a:lnTo>
                    <a:pt x="128650" y="96520"/>
                  </a:lnTo>
                  <a:lnTo>
                    <a:pt x="138620" y="141710"/>
                  </a:lnTo>
                  <a:lnTo>
                    <a:pt x="138811" y="161290"/>
                  </a:lnTo>
                  <a:lnTo>
                    <a:pt x="138811" y="260223"/>
                  </a:lnTo>
                  <a:lnTo>
                    <a:pt x="240664" y="260223"/>
                  </a:lnTo>
                  <a:lnTo>
                    <a:pt x="240664" y="206375"/>
                  </a:lnTo>
                  <a:lnTo>
                    <a:pt x="240075" y="169116"/>
                  </a:lnTo>
                  <a:lnTo>
                    <a:pt x="235467" y="110077"/>
                  </a:lnTo>
                  <a:lnTo>
                    <a:pt x="225724" y="70405"/>
                  </a:lnTo>
                  <a:lnTo>
                    <a:pt x="193166" y="25400"/>
                  </a:lnTo>
                  <a:lnTo>
                    <a:pt x="159972" y="6270"/>
                  </a:lnTo>
                  <a:lnTo>
                    <a:pt x="140392" y="1557"/>
                  </a:lnTo>
                  <a:lnTo>
                    <a:pt x="11887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855208" y="710945"/>
              <a:ext cx="240665" cy="594360"/>
            </a:xfrm>
            <a:custGeom>
              <a:avLst/>
              <a:gdLst/>
              <a:ahLst/>
              <a:cxnLst/>
              <a:rect l="l" t="t" r="r" b="b"/>
              <a:pathLst>
                <a:path w="240664" h="594360">
                  <a:moveTo>
                    <a:pt x="240664" y="260223"/>
                  </a:moveTo>
                  <a:lnTo>
                    <a:pt x="215231" y="260223"/>
                  </a:lnTo>
                  <a:lnTo>
                    <a:pt x="189785" y="260223"/>
                  </a:lnTo>
                  <a:lnTo>
                    <a:pt x="164316" y="260223"/>
                  </a:lnTo>
                  <a:lnTo>
                    <a:pt x="138811" y="260223"/>
                  </a:lnTo>
                  <a:lnTo>
                    <a:pt x="138811" y="235531"/>
                  </a:lnTo>
                  <a:lnTo>
                    <a:pt x="138811" y="210804"/>
                  </a:lnTo>
                  <a:lnTo>
                    <a:pt x="138811" y="186053"/>
                  </a:lnTo>
                  <a:lnTo>
                    <a:pt x="138811" y="161290"/>
                  </a:lnTo>
                  <a:lnTo>
                    <a:pt x="138620" y="141710"/>
                  </a:lnTo>
                  <a:lnTo>
                    <a:pt x="133603" y="100075"/>
                  </a:lnTo>
                  <a:lnTo>
                    <a:pt x="128650" y="96520"/>
                  </a:lnTo>
                  <a:lnTo>
                    <a:pt x="121284" y="96520"/>
                  </a:lnTo>
                  <a:lnTo>
                    <a:pt x="112775" y="96520"/>
                  </a:lnTo>
                  <a:lnTo>
                    <a:pt x="102086" y="146139"/>
                  </a:lnTo>
                  <a:lnTo>
                    <a:pt x="101853" y="165862"/>
                  </a:lnTo>
                  <a:lnTo>
                    <a:pt x="101853" y="218882"/>
                  </a:lnTo>
                  <a:lnTo>
                    <a:pt x="101853" y="271879"/>
                  </a:lnTo>
                  <a:lnTo>
                    <a:pt x="101853" y="324857"/>
                  </a:lnTo>
                  <a:lnTo>
                    <a:pt x="101853" y="377823"/>
                  </a:lnTo>
                  <a:lnTo>
                    <a:pt x="101853" y="430784"/>
                  </a:lnTo>
                  <a:lnTo>
                    <a:pt x="102086" y="449794"/>
                  </a:lnTo>
                  <a:lnTo>
                    <a:pt x="107441" y="493395"/>
                  </a:lnTo>
                  <a:lnTo>
                    <a:pt x="112521" y="497713"/>
                  </a:lnTo>
                  <a:lnTo>
                    <a:pt x="120522" y="497713"/>
                  </a:lnTo>
                  <a:lnTo>
                    <a:pt x="128015" y="497713"/>
                  </a:lnTo>
                  <a:lnTo>
                    <a:pt x="138598" y="446793"/>
                  </a:lnTo>
                  <a:lnTo>
                    <a:pt x="138811" y="425450"/>
                  </a:lnTo>
                  <a:lnTo>
                    <a:pt x="138811" y="407523"/>
                  </a:lnTo>
                  <a:lnTo>
                    <a:pt x="138811" y="389572"/>
                  </a:lnTo>
                  <a:lnTo>
                    <a:pt x="138811" y="371621"/>
                  </a:lnTo>
                  <a:lnTo>
                    <a:pt x="138811" y="353695"/>
                  </a:lnTo>
                  <a:lnTo>
                    <a:pt x="164316" y="353695"/>
                  </a:lnTo>
                  <a:lnTo>
                    <a:pt x="189785" y="353695"/>
                  </a:lnTo>
                  <a:lnTo>
                    <a:pt x="215231" y="353695"/>
                  </a:lnTo>
                  <a:lnTo>
                    <a:pt x="240664" y="353695"/>
                  </a:lnTo>
                  <a:lnTo>
                    <a:pt x="240664" y="361188"/>
                  </a:lnTo>
                  <a:lnTo>
                    <a:pt x="240664" y="368681"/>
                  </a:lnTo>
                  <a:lnTo>
                    <a:pt x="240664" y="376174"/>
                  </a:lnTo>
                  <a:lnTo>
                    <a:pt x="240123" y="417101"/>
                  </a:lnTo>
                  <a:lnTo>
                    <a:pt x="235896" y="479811"/>
                  </a:lnTo>
                  <a:lnTo>
                    <a:pt x="226671" y="519394"/>
                  </a:lnTo>
                  <a:lnTo>
                    <a:pt x="194309" y="566293"/>
                  </a:lnTo>
                  <a:lnTo>
                    <a:pt x="161512" y="587359"/>
                  </a:lnTo>
                  <a:lnTo>
                    <a:pt x="121665" y="594233"/>
                  </a:lnTo>
                  <a:lnTo>
                    <a:pt x="100316" y="592792"/>
                  </a:lnTo>
                  <a:lnTo>
                    <a:pt x="63426" y="581052"/>
                  </a:lnTo>
                  <a:lnTo>
                    <a:pt x="23796" y="542321"/>
                  </a:lnTo>
                  <a:lnTo>
                    <a:pt x="9397" y="505079"/>
                  </a:lnTo>
                  <a:lnTo>
                    <a:pt x="2365" y="452977"/>
                  </a:lnTo>
                  <a:lnTo>
                    <a:pt x="0" y="379730"/>
                  </a:lnTo>
                  <a:lnTo>
                    <a:pt x="0" y="338085"/>
                  </a:lnTo>
                  <a:lnTo>
                    <a:pt x="0" y="296418"/>
                  </a:lnTo>
                  <a:lnTo>
                    <a:pt x="0" y="254750"/>
                  </a:lnTo>
                  <a:lnTo>
                    <a:pt x="0" y="213106"/>
                  </a:lnTo>
                  <a:lnTo>
                    <a:pt x="188" y="184155"/>
                  </a:lnTo>
                  <a:lnTo>
                    <a:pt x="1660" y="137971"/>
                  </a:lnTo>
                  <a:lnTo>
                    <a:pt x="8762" y="90455"/>
                  </a:lnTo>
                  <a:lnTo>
                    <a:pt x="28070" y="47759"/>
                  </a:lnTo>
                  <a:lnTo>
                    <a:pt x="60325" y="16256"/>
                  </a:lnTo>
                  <a:lnTo>
                    <a:pt x="102758" y="986"/>
                  </a:lnTo>
                  <a:lnTo>
                    <a:pt x="118871" y="0"/>
                  </a:lnTo>
                  <a:lnTo>
                    <a:pt x="140392" y="1557"/>
                  </a:lnTo>
                  <a:lnTo>
                    <a:pt x="177575" y="14198"/>
                  </a:lnTo>
                  <a:lnTo>
                    <a:pt x="217344" y="53943"/>
                  </a:lnTo>
                  <a:lnTo>
                    <a:pt x="235467" y="110077"/>
                  </a:lnTo>
                  <a:lnTo>
                    <a:pt x="240075" y="169116"/>
                  </a:lnTo>
                  <a:lnTo>
                    <a:pt x="240664" y="206375"/>
                  </a:lnTo>
                  <a:lnTo>
                    <a:pt x="240664" y="219878"/>
                  </a:lnTo>
                  <a:lnTo>
                    <a:pt x="240664" y="233346"/>
                  </a:lnTo>
                  <a:lnTo>
                    <a:pt x="240664" y="246790"/>
                  </a:lnTo>
                  <a:lnTo>
                    <a:pt x="240664" y="260223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6207378" y="701420"/>
            <a:ext cx="255270" cy="613410"/>
            <a:chOff x="6207378" y="701420"/>
            <a:chExt cx="255270" cy="613410"/>
          </a:xfrm>
        </p:grpSpPr>
        <p:sp>
          <p:nvSpPr>
            <p:cNvPr id="54" name="object 54"/>
            <p:cNvSpPr/>
            <p:nvPr/>
          </p:nvSpPr>
          <p:spPr>
            <a:xfrm>
              <a:off x="6216903" y="710945"/>
              <a:ext cx="236220" cy="594360"/>
            </a:xfrm>
            <a:custGeom>
              <a:avLst/>
              <a:gdLst/>
              <a:ahLst/>
              <a:cxnLst/>
              <a:rect l="l" t="t" r="r" b="b"/>
              <a:pathLst>
                <a:path w="236220" h="594360">
                  <a:moveTo>
                    <a:pt x="117856" y="0"/>
                  </a:moveTo>
                  <a:lnTo>
                    <a:pt x="72761" y="8893"/>
                  </a:lnTo>
                  <a:lnTo>
                    <a:pt x="37401" y="35178"/>
                  </a:lnTo>
                  <a:lnTo>
                    <a:pt x="13708" y="76557"/>
                  </a:lnTo>
                  <a:lnTo>
                    <a:pt x="3085" y="125095"/>
                  </a:lnTo>
                  <a:lnTo>
                    <a:pt x="2993" y="125872"/>
                  </a:lnTo>
                  <a:lnTo>
                    <a:pt x="793" y="173497"/>
                  </a:lnTo>
                  <a:lnTo>
                    <a:pt x="0" y="248285"/>
                  </a:lnTo>
                  <a:lnTo>
                    <a:pt x="0" y="345948"/>
                  </a:lnTo>
                  <a:lnTo>
                    <a:pt x="184" y="385814"/>
                  </a:lnTo>
                  <a:lnTo>
                    <a:pt x="1502" y="443424"/>
                  </a:lnTo>
                  <a:lnTo>
                    <a:pt x="1604" y="446496"/>
                  </a:lnTo>
                  <a:lnTo>
                    <a:pt x="1660" y="448192"/>
                  </a:lnTo>
                  <a:lnTo>
                    <a:pt x="5151" y="486461"/>
                  </a:lnTo>
                  <a:lnTo>
                    <a:pt x="21082" y="534289"/>
                  </a:lnTo>
                  <a:lnTo>
                    <a:pt x="49531" y="570722"/>
                  </a:lnTo>
                  <a:lnTo>
                    <a:pt x="87995" y="590534"/>
                  </a:lnTo>
                  <a:lnTo>
                    <a:pt x="117856" y="594233"/>
                  </a:lnTo>
                  <a:lnTo>
                    <a:pt x="132785" y="593318"/>
                  </a:lnTo>
                  <a:lnTo>
                    <a:pt x="133521" y="593318"/>
                  </a:lnTo>
                  <a:lnTo>
                    <a:pt x="175895" y="578358"/>
                  </a:lnTo>
                  <a:lnTo>
                    <a:pt x="207541" y="546854"/>
                  </a:lnTo>
                  <a:lnTo>
                    <a:pt x="227123" y="501697"/>
                  </a:lnTo>
                  <a:lnTo>
                    <a:pt x="227995" y="497713"/>
                  </a:lnTo>
                  <a:lnTo>
                    <a:pt x="110744" y="497713"/>
                  </a:lnTo>
                  <a:lnTo>
                    <a:pt x="106425" y="493903"/>
                  </a:lnTo>
                  <a:lnTo>
                    <a:pt x="104865" y="486461"/>
                  </a:lnTo>
                  <a:lnTo>
                    <a:pt x="104775" y="486029"/>
                  </a:lnTo>
                  <a:lnTo>
                    <a:pt x="103514" y="477857"/>
                  </a:lnTo>
                  <a:lnTo>
                    <a:pt x="102600" y="464947"/>
                  </a:lnTo>
                  <a:lnTo>
                    <a:pt x="102071" y="448192"/>
                  </a:lnTo>
                  <a:lnTo>
                    <a:pt x="102010" y="443424"/>
                  </a:lnTo>
                  <a:lnTo>
                    <a:pt x="101854" y="424815"/>
                  </a:lnTo>
                  <a:lnTo>
                    <a:pt x="101854" y="158496"/>
                  </a:lnTo>
                  <a:lnTo>
                    <a:pt x="102009" y="147593"/>
                  </a:lnTo>
                  <a:lnTo>
                    <a:pt x="102135" y="138717"/>
                  </a:lnTo>
                  <a:lnTo>
                    <a:pt x="102790" y="126492"/>
                  </a:lnTo>
                  <a:lnTo>
                    <a:pt x="102865" y="125095"/>
                  </a:lnTo>
                  <a:lnTo>
                    <a:pt x="102965" y="123237"/>
                  </a:lnTo>
                  <a:lnTo>
                    <a:pt x="104318" y="112115"/>
                  </a:lnTo>
                  <a:lnTo>
                    <a:pt x="106172" y="105410"/>
                  </a:lnTo>
                  <a:lnTo>
                    <a:pt x="108838" y="99314"/>
                  </a:lnTo>
                  <a:lnTo>
                    <a:pt x="113030" y="96520"/>
                  </a:lnTo>
                  <a:lnTo>
                    <a:pt x="227981" y="96520"/>
                  </a:lnTo>
                  <a:lnTo>
                    <a:pt x="226758" y="91186"/>
                  </a:lnTo>
                  <a:lnTo>
                    <a:pt x="206446" y="45827"/>
                  </a:lnTo>
                  <a:lnTo>
                    <a:pt x="174371" y="14859"/>
                  </a:lnTo>
                  <a:lnTo>
                    <a:pt x="133625" y="980"/>
                  </a:lnTo>
                  <a:lnTo>
                    <a:pt x="134433" y="980"/>
                  </a:lnTo>
                  <a:lnTo>
                    <a:pt x="117856" y="0"/>
                  </a:lnTo>
                  <a:close/>
                </a:path>
                <a:path w="236220" h="594360">
                  <a:moveTo>
                    <a:pt x="227981" y="96520"/>
                  </a:moveTo>
                  <a:lnTo>
                    <a:pt x="124587" y="96520"/>
                  </a:lnTo>
                  <a:lnTo>
                    <a:pt x="128778" y="100075"/>
                  </a:lnTo>
                  <a:lnTo>
                    <a:pt x="130937" y="107442"/>
                  </a:lnTo>
                  <a:lnTo>
                    <a:pt x="133728" y="146040"/>
                  </a:lnTo>
                  <a:lnTo>
                    <a:pt x="133823" y="424815"/>
                  </a:lnTo>
                  <a:lnTo>
                    <a:pt x="133669" y="443424"/>
                  </a:lnTo>
                  <a:lnTo>
                    <a:pt x="130937" y="484250"/>
                  </a:lnTo>
                  <a:lnTo>
                    <a:pt x="124587" y="497713"/>
                  </a:lnTo>
                  <a:lnTo>
                    <a:pt x="227995" y="497713"/>
                  </a:lnTo>
                  <a:lnTo>
                    <a:pt x="230788" y="484939"/>
                  </a:lnTo>
                  <a:lnTo>
                    <a:pt x="232918" y="467360"/>
                  </a:lnTo>
                  <a:lnTo>
                    <a:pt x="234008" y="448192"/>
                  </a:lnTo>
                  <a:lnTo>
                    <a:pt x="234104" y="446496"/>
                  </a:lnTo>
                  <a:lnTo>
                    <a:pt x="234936" y="420735"/>
                  </a:lnTo>
                  <a:lnTo>
                    <a:pt x="234981" y="419322"/>
                  </a:lnTo>
                  <a:lnTo>
                    <a:pt x="235511" y="386681"/>
                  </a:lnTo>
                  <a:lnTo>
                    <a:pt x="235712" y="345948"/>
                  </a:lnTo>
                  <a:lnTo>
                    <a:pt x="235712" y="248285"/>
                  </a:lnTo>
                  <a:lnTo>
                    <a:pt x="235527" y="208466"/>
                  </a:lnTo>
                  <a:lnTo>
                    <a:pt x="234989" y="174910"/>
                  </a:lnTo>
                  <a:lnTo>
                    <a:pt x="234965" y="173497"/>
                  </a:lnTo>
                  <a:lnTo>
                    <a:pt x="234102" y="147593"/>
                  </a:lnTo>
                  <a:lnTo>
                    <a:pt x="234051" y="146040"/>
                  </a:lnTo>
                  <a:lnTo>
                    <a:pt x="232875" y="126492"/>
                  </a:lnTo>
                  <a:lnTo>
                    <a:pt x="232791" y="125095"/>
                  </a:lnTo>
                  <a:lnTo>
                    <a:pt x="230560" y="107771"/>
                  </a:lnTo>
                  <a:lnTo>
                    <a:pt x="227981" y="9652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16903" y="710945"/>
              <a:ext cx="236220" cy="594360"/>
            </a:xfrm>
            <a:custGeom>
              <a:avLst/>
              <a:gdLst/>
              <a:ahLst/>
              <a:cxnLst/>
              <a:rect l="l" t="t" r="r" b="b"/>
              <a:pathLst>
                <a:path w="236220" h="594360">
                  <a:moveTo>
                    <a:pt x="235712" y="345948"/>
                  </a:moveTo>
                  <a:lnTo>
                    <a:pt x="235525" y="385814"/>
                  </a:lnTo>
                  <a:lnTo>
                    <a:pt x="234104" y="446496"/>
                  </a:lnTo>
                  <a:lnTo>
                    <a:pt x="230788" y="484939"/>
                  </a:lnTo>
                  <a:lnTo>
                    <a:pt x="215519" y="532892"/>
                  </a:lnTo>
                  <a:lnTo>
                    <a:pt x="187729" y="569539"/>
                  </a:lnTo>
                  <a:lnTo>
                    <a:pt x="148875" y="590296"/>
                  </a:lnTo>
                  <a:lnTo>
                    <a:pt x="117856" y="594233"/>
                  </a:lnTo>
                  <a:lnTo>
                    <a:pt x="102490" y="593318"/>
                  </a:lnTo>
                  <a:lnTo>
                    <a:pt x="61468" y="579120"/>
                  </a:lnTo>
                  <a:lnTo>
                    <a:pt x="29231" y="548401"/>
                  </a:lnTo>
                  <a:lnTo>
                    <a:pt x="8953" y="503047"/>
                  </a:lnTo>
                  <a:lnTo>
                    <a:pt x="1660" y="448192"/>
                  </a:lnTo>
                  <a:lnTo>
                    <a:pt x="188" y="386681"/>
                  </a:lnTo>
                  <a:lnTo>
                    <a:pt x="0" y="345948"/>
                  </a:lnTo>
                  <a:lnTo>
                    <a:pt x="0" y="321508"/>
                  </a:lnTo>
                  <a:lnTo>
                    <a:pt x="0" y="297116"/>
                  </a:lnTo>
                  <a:lnTo>
                    <a:pt x="0" y="272724"/>
                  </a:lnTo>
                  <a:lnTo>
                    <a:pt x="0" y="248285"/>
                  </a:lnTo>
                  <a:lnTo>
                    <a:pt x="188" y="208466"/>
                  </a:lnTo>
                  <a:lnTo>
                    <a:pt x="1660" y="147593"/>
                  </a:lnTo>
                  <a:lnTo>
                    <a:pt x="4960" y="109132"/>
                  </a:lnTo>
                  <a:lnTo>
                    <a:pt x="20320" y="61341"/>
                  </a:lnTo>
                  <a:lnTo>
                    <a:pt x="47966" y="24693"/>
                  </a:lnTo>
                  <a:lnTo>
                    <a:pt x="86788" y="3936"/>
                  </a:lnTo>
                  <a:lnTo>
                    <a:pt x="117856" y="0"/>
                  </a:lnTo>
                  <a:lnTo>
                    <a:pt x="133258" y="910"/>
                  </a:lnTo>
                  <a:lnTo>
                    <a:pt x="174371" y="14859"/>
                  </a:lnTo>
                  <a:lnTo>
                    <a:pt x="206446" y="45827"/>
                  </a:lnTo>
                  <a:lnTo>
                    <a:pt x="226758" y="91186"/>
                  </a:lnTo>
                  <a:lnTo>
                    <a:pt x="234051" y="146040"/>
                  </a:lnTo>
                  <a:lnTo>
                    <a:pt x="235523" y="207551"/>
                  </a:lnTo>
                  <a:lnTo>
                    <a:pt x="235712" y="248285"/>
                  </a:lnTo>
                  <a:lnTo>
                    <a:pt x="235712" y="272724"/>
                  </a:lnTo>
                  <a:lnTo>
                    <a:pt x="235712" y="297116"/>
                  </a:lnTo>
                  <a:lnTo>
                    <a:pt x="235712" y="321508"/>
                  </a:lnTo>
                  <a:lnTo>
                    <a:pt x="235712" y="345948"/>
                  </a:lnTo>
                  <a:close/>
                </a:path>
                <a:path w="236220" h="594360">
                  <a:moveTo>
                    <a:pt x="133858" y="158496"/>
                  </a:moveTo>
                  <a:lnTo>
                    <a:pt x="132197" y="114865"/>
                  </a:lnTo>
                  <a:lnTo>
                    <a:pt x="124587" y="96520"/>
                  </a:lnTo>
                  <a:lnTo>
                    <a:pt x="118363" y="96520"/>
                  </a:lnTo>
                  <a:lnTo>
                    <a:pt x="113030" y="96520"/>
                  </a:lnTo>
                  <a:lnTo>
                    <a:pt x="102135" y="138717"/>
                  </a:lnTo>
                  <a:lnTo>
                    <a:pt x="101854" y="158496"/>
                  </a:lnTo>
                  <a:lnTo>
                    <a:pt x="101854" y="211759"/>
                  </a:lnTo>
                  <a:lnTo>
                    <a:pt x="101854" y="265023"/>
                  </a:lnTo>
                  <a:lnTo>
                    <a:pt x="101854" y="318287"/>
                  </a:lnTo>
                  <a:lnTo>
                    <a:pt x="101854" y="371551"/>
                  </a:lnTo>
                  <a:lnTo>
                    <a:pt x="101854" y="424815"/>
                  </a:lnTo>
                  <a:lnTo>
                    <a:pt x="102042" y="447274"/>
                  </a:lnTo>
                  <a:lnTo>
                    <a:pt x="104775" y="486029"/>
                  </a:lnTo>
                  <a:lnTo>
                    <a:pt x="110744" y="497713"/>
                  </a:lnTo>
                  <a:lnTo>
                    <a:pt x="117601" y="497713"/>
                  </a:lnTo>
                  <a:lnTo>
                    <a:pt x="124587" y="497713"/>
                  </a:lnTo>
                  <a:lnTo>
                    <a:pt x="133669" y="443424"/>
                  </a:lnTo>
                  <a:lnTo>
                    <a:pt x="133858" y="420624"/>
                  </a:lnTo>
                  <a:lnTo>
                    <a:pt x="133858" y="368198"/>
                  </a:lnTo>
                  <a:lnTo>
                    <a:pt x="133858" y="315772"/>
                  </a:lnTo>
                  <a:lnTo>
                    <a:pt x="133858" y="263347"/>
                  </a:lnTo>
                  <a:lnTo>
                    <a:pt x="133858" y="210921"/>
                  </a:lnTo>
                  <a:lnTo>
                    <a:pt x="133858" y="158496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6559931" y="701420"/>
            <a:ext cx="252095" cy="613410"/>
            <a:chOff x="6559931" y="701420"/>
            <a:chExt cx="252095" cy="613410"/>
          </a:xfrm>
        </p:grpSpPr>
        <p:sp>
          <p:nvSpPr>
            <p:cNvPr id="57" name="object 57"/>
            <p:cNvSpPr/>
            <p:nvPr/>
          </p:nvSpPr>
          <p:spPr>
            <a:xfrm>
              <a:off x="6569456" y="710945"/>
              <a:ext cx="233045" cy="594360"/>
            </a:xfrm>
            <a:custGeom>
              <a:avLst/>
              <a:gdLst/>
              <a:ahLst/>
              <a:cxnLst/>
              <a:rect l="l" t="t" r="r" b="b"/>
              <a:pathLst>
                <a:path w="233045" h="594360">
                  <a:moveTo>
                    <a:pt x="110490" y="0"/>
                  </a:moveTo>
                  <a:lnTo>
                    <a:pt x="62091" y="9429"/>
                  </a:lnTo>
                  <a:lnTo>
                    <a:pt x="26479" y="37560"/>
                  </a:lnTo>
                  <a:lnTo>
                    <a:pt x="6536" y="81799"/>
                  </a:lnTo>
                  <a:lnTo>
                    <a:pt x="734" y="129702"/>
                  </a:lnTo>
                  <a:lnTo>
                    <a:pt x="0" y="160274"/>
                  </a:lnTo>
                  <a:lnTo>
                    <a:pt x="502" y="182014"/>
                  </a:lnTo>
                  <a:lnTo>
                    <a:pt x="8127" y="234950"/>
                  </a:lnTo>
                  <a:lnTo>
                    <a:pt x="22647" y="271704"/>
                  </a:lnTo>
                  <a:lnTo>
                    <a:pt x="47323" y="302260"/>
                  </a:lnTo>
                  <a:lnTo>
                    <a:pt x="96023" y="350926"/>
                  </a:lnTo>
                  <a:lnTo>
                    <a:pt x="109727" y="365140"/>
                  </a:lnTo>
                  <a:lnTo>
                    <a:pt x="133524" y="409924"/>
                  </a:lnTo>
                  <a:lnTo>
                    <a:pt x="135890" y="451485"/>
                  </a:lnTo>
                  <a:lnTo>
                    <a:pt x="135584" y="462222"/>
                  </a:lnTo>
                  <a:lnTo>
                    <a:pt x="122682" y="497713"/>
                  </a:lnTo>
                  <a:lnTo>
                    <a:pt x="109093" y="497713"/>
                  </a:lnTo>
                  <a:lnTo>
                    <a:pt x="97663" y="447294"/>
                  </a:lnTo>
                  <a:lnTo>
                    <a:pt x="97663" y="377952"/>
                  </a:lnTo>
                  <a:lnTo>
                    <a:pt x="3048" y="377952"/>
                  </a:lnTo>
                  <a:lnTo>
                    <a:pt x="3048" y="415290"/>
                  </a:lnTo>
                  <a:lnTo>
                    <a:pt x="3635" y="445482"/>
                  </a:lnTo>
                  <a:lnTo>
                    <a:pt x="8191" y="494960"/>
                  </a:lnTo>
                  <a:lnTo>
                    <a:pt x="26098" y="545925"/>
                  </a:lnTo>
                  <a:lnTo>
                    <a:pt x="65073" y="581642"/>
                  </a:lnTo>
                  <a:lnTo>
                    <a:pt x="119634" y="594233"/>
                  </a:lnTo>
                  <a:lnTo>
                    <a:pt x="137818" y="592996"/>
                  </a:lnTo>
                  <a:lnTo>
                    <a:pt x="185039" y="574548"/>
                  </a:lnTo>
                  <a:lnTo>
                    <a:pt x="217007" y="540043"/>
                  </a:lnTo>
                  <a:lnTo>
                    <a:pt x="230219" y="489219"/>
                  </a:lnTo>
                  <a:lnTo>
                    <a:pt x="232664" y="436372"/>
                  </a:lnTo>
                  <a:lnTo>
                    <a:pt x="231548" y="397345"/>
                  </a:lnTo>
                  <a:lnTo>
                    <a:pt x="222698" y="336627"/>
                  </a:lnTo>
                  <a:lnTo>
                    <a:pt x="203061" y="294882"/>
                  </a:lnTo>
                  <a:lnTo>
                    <a:pt x="159968" y="246915"/>
                  </a:lnTo>
                  <a:lnTo>
                    <a:pt x="129159" y="218694"/>
                  </a:lnTo>
                  <a:lnTo>
                    <a:pt x="118582" y="208756"/>
                  </a:lnTo>
                  <a:lnTo>
                    <a:pt x="98143" y="175829"/>
                  </a:lnTo>
                  <a:lnTo>
                    <a:pt x="95250" y="140843"/>
                  </a:lnTo>
                  <a:lnTo>
                    <a:pt x="95577" y="130462"/>
                  </a:lnTo>
                  <a:lnTo>
                    <a:pt x="107823" y="96520"/>
                  </a:lnTo>
                  <a:lnTo>
                    <a:pt x="119507" y="96520"/>
                  </a:lnTo>
                  <a:lnTo>
                    <a:pt x="129667" y="142240"/>
                  </a:lnTo>
                  <a:lnTo>
                    <a:pt x="129667" y="184658"/>
                  </a:lnTo>
                  <a:lnTo>
                    <a:pt x="224282" y="184658"/>
                  </a:lnTo>
                  <a:lnTo>
                    <a:pt x="223712" y="130468"/>
                  </a:lnTo>
                  <a:lnTo>
                    <a:pt x="219192" y="82256"/>
                  </a:lnTo>
                  <a:lnTo>
                    <a:pt x="201485" y="39766"/>
                  </a:lnTo>
                  <a:lnTo>
                    <a:pt x="163550" y="10501"/>
                  </a:lnTo>
                  <a:lnTo>
                    <a:pt x="129621" y="1166"/>
                  </a:lnTo>
                  <a:lnTo>
                    <a:pt x="11049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569456" y="710945"/>
              <a:ext cx="233045" cy="594360"/>
            </a:xfrm>
            <a:custGeom>
              <a:avLst/>
              <a:gdLst/>
              <a:ahLst/>
              <a:cxnLst/>
              <a:rect l="l" t="t" r="r" b="b"/>
              <a:pathLst>
                <a:path w="233045" h="594360">
                  <a:moveTo>
                    <a:pt x="224282" y="184658"/>
                  </a:moveTo>
                  <a:lnTo>
                    <a:pt x="200586" y="184658"/>
                  </a:lnTo>
                  <a:lnTo>
                    <a:pt x="176926" y="184658"/>
                  </a:lnTo>
                  <a:lnTo>
                    <a:pt x="153290" y="184658"/>
                  </a:lnTo>
                  <a:lnTo>
                    <a:pt x="129667" y="184658"/>
                  </a:lnTo>
                  <a:lnTo>
                    <a:pt x="129667" y="174029"/>
                  </a:lnTo>
                  <a:lnTo>
                    <a:pt x="129667" y="163449"/>
                  </a:lnTo>
                  <a:lnTo>
                    <a:pt x="129667" y="152868"/>
                  </a:lnTo>
                  <a:lnTo>
                    <a:pt x="129667" y="142240"/>
                  </a:lnTo>
                  <a:lnTo>
                    <a:pt x="129432" y="128811"/>
                  </a:lnTo>
                  <a:lnTo>
                    <a:pt x="119507" y="96520"/>
                  </a:lnTo>
                  <a:lnTo>
                    <a:pt x="113919" y="96520"/>
                  </a:lnTo>
                  <a:lnTo>
                    <a:pt x="107823" y="96520"/>
                  </a:lnTo>
                  <a:lnTo>
                    <a:pt x="95250" y="140843"/>
                  </a:lnTo>
                  <a:lnTo>
                    <a:pt x="95579" y="154267"/>
                  </a:lnTo>
                  <a:lnTo>
                    <a:pt x="110172" y="199675"/>
                  </a:lnTo>
                  <a:lnTo>
                    <a:pt x="159968" y="246915"/>
                  </a:lnTo>
                  <a:lnTo>
                    <a:pt x="184657" y="272256"/>
                  </a:lnTo>
                  <a:lnTo>
                    <a:pt x="215011" y="314960"/>
                  </a:lnTo>
                  <a:lnTo>
                    <a:pt x="228219" y="364093"/>
                  </a:lnTo>
                  <a:lnTo>
                    <a:pt x="232664" y="436372"/>
                  </a:lnTo>
                  <a:lnTo>
                    <a:pt x="232048" y="464778"/>
                  </a:lnTo>
                  <a:lnTo>
                    <a:pt x="227199" y="509684"/>
                  </a:lnTo>
                  <a:lnTo>
                    <a:pt x="208597" y="552640"/>
                  </a:lnTo>
                  <a:lnTo>
                    <a:pt x="170568" y="583142"/>
                  </a:lnTo>
                  <a:lnTo>
                    <a:pt x="119634" y="594233"/>
                  </a:lnTo>
                  <a:lnTo>
                    <a:pt x="99954" y="592861"/>
                  </a:lnTo>
                  <a:lnTo>
                    <a:pt x="50038" y="571627"/>
                  </a:lnTo>
                  <a:lnTo>
                    <a:pt x="17819" y="530889"/>
                  </a:lnTo>
                  <a:lnTo>
                    <a:pt x="5365" y="472043"/>
                  </a:lnTo>
                  <a:lnTo>
                    <a:pt x="3048" y="415290"/>
                  </a:lnTo>
                  <a:lnTo>
                    <a:pt x="3048" y="405955"/>
                  </a:lnTo>
                  <a:lnTo>
                    <a:pt x="3048" y="396621"/>
                  </a:lnTo>
                  <a:lnTo>
                    <a:pt x="3048" y="387286"/>
                  </a:lnTo>
                  <a:lnTo>
                    <a:pt x="3048" y="377952"/>
                  </a:lnTo>
                  <a:lnTo>
                    <a:pt x="26743" y="377952"/>
                  </a:lnTo>
                  <a:lnTo>
                    <a:pt x="50403" y="377952"/>
                  </a:lnTo>
                  <a:lnTo>
                    <a:pt x="74039" y="377952"/>
                  </a:lnTo>
                  <a:lnTo>
                    <a:pt x="97663" y="377952"/>
                  </a:lnTo>
                  <a:lnTo>
                    <a:pt x="97663" y="395287"/>
                  </a:lnTo>
                  <a:lnTo>
                    <a:pt x="97663" y="412623"/>
                  </a:lnTo>
                  <a:lnTo>
                    <a:pt x="97663" y="429958"/>
                  </a:lnTo>
                  <a:lnTo>
                    <a:pt x="97663" y="447294"/>
                  </a:lnTo>
                  <a:lnTo>
                    <a:pt x="97942" y="461940"/>
                  </a:lnTo>
                  <a:lnTo>
                    <a:pt x="109093" y="497713"/>
                  </a:lnTo>
                  <a:lnTo>
                    <a:pt x="115950" y="497713"/>
                  </a:lnTo>
                  <a:lnTo>
                    <a:pt x="122682" y="497713"/>
                  </a:lnTo>
                  <a:lnTo>
                    <a:pt x="135890" y="451485"/>
                  </a:lnTo>
                  <a:lnTo>
                    <a:pt x="135296" y="428561"/>
                  </a:lnTo>
                  <a:lnTo>
                    <a:pt x="126492" y="385699"/>
                  </a:lnTo>
                  <a:lnTo>
                    <a:pt x="96023" y="350926"/>
                  </a:lnTo>
                  <a:lnTo>
                    <a:pt x="78867" y="334010"/>
                  </a:lnTo>
                  <a:lnTo>
                    <a:pt x="61541" y="316837"/>
                  </a:lnTo>
                  <a:lnTo>
                    <a:pt x="28448" y="280797"/>
                  </a:lnTo>
                  <a:lnTo>
                    <a:pt x="8127" y="234950"/>
                  </a:lnTo>
                  <a:lnTo>
                    <a:pt x="502" y="182014"/>
                  </a:lnTo>
                  <a:lnTo>
                    <a:pt x="0" y="160274"/>
                  </a:lnTo>
                  <a:lnTo>
                    <a:pt x="734" y="129702"/>
                  </a:lnTo>
                  <a:lnTo>
                    <a:pt x="6536" y="81799"/>
                  </a:lnTo>
                  <a:lnTo>
                    <a:pt x="26479" y="37560"/>
                  </a:lnTo>
                  <a:lnTo>
                    <a:pt x="62091" y="9429"/>
                  </a:lnTo>
                  <a:lnTo>
                    <a:pt x="110490" y="0"/>
                  </a:lnTo>
                  <a:lnTo>
                    <a:pt x="129621" y="1166"/>
                  </a:lnTo>
                  <a:lnTo>
                    <a:pt x="178180" y="18669"/>
                  </a:lnTo>
                  <a:lnTo>
                    <a:pt x="209613" y="52083"/>
                  </a:lnTo>
                  <a:lnTo>
                    <a:pt x="222011" y="103886"/>
                  </a:lnTo>
                  <a:lnTo>
                    <a:pt x="224282" y="162052"/>
                  </a:lnTo>
                  <a:lnTo>
                    <a:pt x="224282" y="169545"/>
                  </a:lnTo>
                  <a:lnTo>
                    <a:pt x="224282" y="177038"/>
                  </a:lnTo>
                  <a:lnTo>
                    <a:pt x="224282" y="184658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6909054" y="912367"/>
            <a:ext cx="93345" cy="135255"/>
            <a:chOff x="6909054" y="912367"/>
            <a:chExt cx="93345" cy="135255"/>
          </a:xfrm>
        </p:grpSpPr>
        <p:sp>
          <p:nvSpPr>
            <p:cNvPr id="60" name="object 60"/>
            <p:cNvSpPr/>
            <p:nvPr/>
          </p:nvSpPr>
          <p:spPr>
            <a:xfrm>
              <a:off x="6918579" y="921892"/>
              <a:ext cx="74295" cy="116205"/>
            </a:xfrm>
            <a:custGeom>
              <a:avLst/>
              <a:gdLst/>
              <a:ahLst/>
              <a:cxnLst/>
              <a:rect l="l" t="t" r="r" b="b"/>
              <a:pathLst>
                <a:path w="74295" h="116205">
                  <a:moveTo>
                    <a:pt x="73787" y="0"/>
                  </a:moveTo>
                  <a:lnTo>
                    <a:pt x="0" y="0"/>
                  </a:lnTo>
                  <a:lnTo>
                    <a:pt x="0" y="115950"/>
                  </a:lnTo>
                  <a:lnTo>
                    <a:pt x="73787" y="115950"/>
                  </a:lnTo>
                  <a:lnTo>
                    <a:pt x="73787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918579" y="921892"/>
              <a:ext cx="74295" cy="116205"/>
            </a:xfrm>
            <a:custGeom>
              <a:avLst/>
              <a:gdLst/>
              <a:ahLst/>
              <a:cxnLst/>
              <a:rect l="l" t="t" r="r" b="b"/>
              <a:pathLst>
                <a:path w="74295" h="116205">
                  <a:moveTo>
                    <a:pt x="73787" y="0"/>
                  </a:moveTo>
                  <a:lnTo>
                    <a:pt x="73787" y="29029"/>
                  </a:lnTo>
                  <a:lnTo>
                    <a:pt x="73787" y="58023"/>
                  </a:lnTo>
                  <a:lnTo>
                    <a:pt x="73787" y="86993"/>
                  </a:lnTo>
                  <a:lnTo>
                    <a:pt x="73787" y="115950"/>
                  </a:lnTo>
                  <a:lnTo>
                    <a:pt x="55310" y="115950"/>
                  </a:lnTo>
                  <a:lnTo>
                    <a:pt x="36845" y="115950"/>
                  </a:lnTo>
                  <a:lnTo>
                    <a:pt x="18405" y="115950"/>
                  </a:lnTo>
                  <a:lnTo>
                    <a:pt x="0" y="115950"/>
                  </a:lnTo>
                  <a:lnTo>
                    <a:pt x="0" y="86993"/>
                  </a:lnTo>
                  <a:lnTo>
                    <a:pt x="0" y="58023"/>
                  </a:lnTo>
                  <a:lnTo>
                    <a:pt x="0" y="29029"/>
                  </a:lnTo>
                  <a:lnTo>
                    <a:pt x="0" y="0"/>
                  </a:lnTo>
                  <a:lnTo>
                    <a:pt x="18405" y="0"/>
                  </a:lnTo>
                  <a:lnTo>
                    <a:pt x="36845" y="0"/>
                  </a:lnTo>
                  <a:lnTo>
                    <a:pt x="55310" y="0"/>
                  </a:lnTo>
                  <a:lnTo>
                    <a:pt x="73787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6909054" y="1167383"/>
            <a:ext cx="93345" cy="135890"/>
            <a:chOff x="6909054" y="1167383"/>
            <a:chExt cx="93345" cy="135890"/>
          </a:xfrm>
        </p:grpSpPr>
        <p:sp>
          <p:nvSpPr>
            <p:cNvPr id="63" name="object 63"/>
            <p:cNvSpPr/>
            <p:nvPr/>
          </p:nvSpPr>
          <p:spPr>
            <a:xfrm>
              <a:off x="6918579" y="1176908"/>
              <a:ext cx="74295" cy="116839"/>
            </a:xfrm>
            <a:custGeom>
              <a:avLst/>
              <a:gdLst/>
              <a:ahLst/>
              <a:cxnLst/>
              <a:rect l="l" t="t" r="r" b="b"/>
              <a:pathLst>
                <a:path w="74295" h="116840">
                  <a:moveTo>
                    <a:pt x="73787" y="0"/>
                  </a:moveTo>
                  <a:lnTo>
                    <a:pt x="0" y="0"/>
                  </a:lnTo>
                  <a:lnTo>
                    <a:pt x="0" y="116331"/>
                  </a:lnTo>
                  <a:lnTo>
                    <a:pt x="73787" y="116331"/>
                  </a:lnTo>
                  <a:lnTo>
                    <a:pt x="73787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918579" y="1176908"/>
              <a:ext cx="74295" cy="116839"/>
            </a:xfrm>
            <a:custGeom>
              <a:avLst/>
              <a:gdLst/>
              <a:ahLst/>
              <a:cxnLst/>
              <a:rect l="l" t="t" r="r" b="b"/>
              <a:pathLst>
                <a:path w="74295" h="116840">
                  <a:moveTo>
                    <a:pt x="73787" y="0"/>
                  </a:moveTo>
                  <a:lnTo>
                    <a:pt x="73787" y="29053"/>
                  </a:lnTo>
                  <a:lnTo>
                    <a:pt x="73787" y="58118"/>
                  </a:lnTo>
                  <a:lnTo>
                    <a:pt x="73787" y="87207"/>
                  </a:lnTo>
                  <a:lnTo>
                    <a:pt x="73787" y="116331"/>
                  </a:lnTo>
                  <a:lnTo>
                    <a:pt x="55310" y="116331"/>
                  </a:lnTo>
                  <a:lnTo>
                    <a:pt x="36845" y="116331"/>
                  </a:lnTo>
                  <a:lnTo>
                    <a:pt x="18405" y="116331"/>
                  </a:lnTo>
                  <a:lnTo>
                    <a:pt x="0" y="116331"/>
                  </a:lnTo>
                  <a:lnTo>
                    <a:pt x="0" y="87207"/>
                  </a:lnTo>
                  <a:lnTo>
                    <a:pt x="0" y="58118"/>
                  </a:lnTo>
                  <a:lnTo>
                    <a:pt x="0" y="29053"/>
                  </a:lnTo>
                  <a:lnTo>
                    <a:pt x="0" y="0"/>
                  </a:lnTo>
                  <a:lnTo>
                    <a:pt x="18405" y="0"/>
                  </a:lnTo>
                  <a:lnTo>
                    <a:pt x="36845" y="0"/>
                  </a:lnTo>
                  <a:lnTo>
                    <a:pt x="55310" y="0"/>
                  </a:lnTo>
                  <a:lnTo>
                    <a:pt x="73787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457834" y="1533524"/>
            <a:ext cx="1917064" cy="279400"/>
            <a:chOff x="457834" y="1533524"/>
            <a:chExt cx="1917064" cy="279400"/>
          </a:xfrm>
        </p:grpSpPr>
        <p:sp>
          <p:nvSpPr>
            <p:cNvPr id="66" name="object 66"/>
            <p:cNvSpPr/>
            <p:nvPr/>
          </p:nvSpPr>
          <p:spPr>
            <a:xfrm>
              <a:off x="467360" y="1543049"/>
              <a:ext cx="1898014" cy="260350"/>
            </a:xfrm>
            <a:custGeom>
              <a:avLst/>
              <a:gdLst/>
              <a:ahLst/>
              <a:cxnLst/>
              <a:rect l="l" t="t" r="r" b="b"/>
              <a:pathLst>
                <a:path w="1898014" h="260350">
                  <a:moveTo>
                    <a:pt x="305866" y="191135"/>
                  </a:moveTo>
                  <a:lnTo>
                    <a:pt x="292760" y="147434"/>
                  </a:lnTo>
                  <a:lnTo>
                    <a:pt x="242735" y="119227"/>
                  </a:lnTo>
                  <a:lnTo>
                    <a:pt x="155765" y="91401"/>
                  </a:lnTo>
                  <a:lnTo>
                    <a:pt x="144754" y="87426"/>
                  </a:lnTo>
                  <a:lnTo>
                    <a:pt x="136779" y="83820"/>
                  </a:lnTo>
                  <a:lnTo>
                    <a:pt x="131927" y="80518"/>
                  </a:lnTo>
                  <a:lnTo>
                    <a:pt x="127444" y="76200"/>
                  </a:lnTo>
                  <a:lnTo>
                    <a:pt x="125260" y="69977"/>
                  </a:lnTo>
                  <a:lnTo>
                    <a:pt x="125260" y="55245"/>
                  </a:lnTo>
                  <a:lnTo>
                    <a:pt x="127444" y="50292"/>
                  </a:lnTo>
                  <a:lnTo>
                    <a:pt x="135712" y="43688"/>
                  </a:lnTo>
                  <a:lnTo>
                    <a:pt x="141782" y="42164"/>
                  </a:lnTo>
                  <a:lnTo>
                    <a:pt x="157022" y="42164"/>
                  </a:lnTo>
                  <a:lnTo>
                    <a:pt x="162496" y="43434"/>
                  </a:lnTo>
                  <a:lnTo>
                    <a:pt x="168770" y="48133"/>
                  </a:lnTo>
                  <a:lnTo>
                    <a:pt x="170357" y="53594"/>
                  </a:lnTo>
                  <a:lnTo>
                    <a:pt x="170357" y="80772"/>
                  </a:lnTo>
                  <a:lnTo>
                    <a:pt x="294716" y="80772"/>
                  </a:lnTo>
                  <a:lnTo>
                    <a:pt x="294716" y="70993"/>
                  </a:lnTo>
                  <a:lnTo>
                    <a:pt x="293979" y="57137"/>
                  </a:lnTo>
                  <a:lnTo>
                    <a:pt x="275488" y="22669"/>
                  </a:lnTo>
                  <a:lnTo>
                    <a:pt x="234276" y="8128"/>
                  </a:lnTo>
                  <a:lnTo>
                    <a:pt x="193586" y="2019"/>
                  </a:lnTo>
                  <a:lnTo>
                    <a:pt x="145275" y="0"/>
                  </a:lnTo>
                  <a:lnTo>
                    <a:pt x="122326" y="457"/>
                  </a:lnTo>
                  <a:lnTo>
                    <a:pt x="81610" y="4127"/>
                  </a:lnTo>
                  <a:lnTo>
                    <a:pt x="34747" y="16357"/>
                  </a:lnTo>
                  <a:lnTo>
                    <a:pt x="3810" y="45351"/>
                  </a:lnTo>
                  <a:lnTo>
                    <a:pt x="0" y="70104"/>
                  </a:lnTo>
                  <a:lnTo>
                    <a:pt x="647" y="79641"/>
                  </a:lnTo>
                  <a:lnTo>
                    <a:pt x="22631" y="114287"/>
                  </a:lnTo>
                  <a:lnTo>
                    <a:pt x="62103" y="132321"/>
                  </a:lnTo>
                  <a:lnTo>
                    <a:pt x="126250" y="153695"/>
                  </a:lnTo>
                  <a:lnTo>
                    <a:pt x="144221" y="159931"/>
                  </a:lnTo>
                  <a:lnTo>
                    <a:pt x="177838" y="187706"/>
                  </a:lnTo>
                  <a:lnTo>
                    <a:pt x="178625" y="197739"/>
                  </a:lnTo>
                  <a:lnTo>
                    <a:pt x="178625" y="204343"/>
                  </a:lnTo>
                  <a:lnTo>
                    <a:pt x="176428" y="209423"/>
                  </a:lnTo>
                  <a:lnTo>
                    <a:pt x="167868" y="216281"/>
                  </a:lnTo>
                  <a:lnTo>
                    <a:pt x="161201" y="217932"/>
                  </a:lnTo>
                  <a:lnTo>
                    <a:pt x="143383" y="217932"/>
                  </a:lnTo>
                  <a:lnTo>
                    <a:pt x="137299" y="216662"/>
                  </a:lnTo>
                  <a:lnTo>
                    <a:pt x="130340" y="211201"/>
                  </a:lnTo>
                  <a:lnTo>
                    <a:pt x="128447" y="205232"/>
                  </a:lnTo>
                  <a:lnTo>
                    <a:pt x="128447" y="165481"/>
                  </a:lnTo>
                  <a:lnTo>
                    <a:pt x="4076" y="165481"/>
                  </a:lnTo>
                  <a:lnTo>
                    <a:pt x="4076" y="181864"/>
                  </a:lnTo>
                  <a:lnTo>
                    <a:pt x="4800" y="195072"/>
                  </a:lnTo>
                  <a:lnTo>
                    <a:pt x="23368" y="232498"/>
                  </a:lnTo>
                  <a:lnTo>
                    <a:pt x="65811" y="250444"/>
                  </a:lnTo>
                  <a:lnTo>
                    <a:pt x="107454" y="257860"/>
                  </a:lnTo>
                  <a:lnTo>
                    <a:pt x="157314" y="260223"/>
                  </a:lnTo>
                  <a:lnTo>
                    <a:pt x="181102" y="259702"/>
                  </a:lnTo>
                  <a:lnTo>
                    <a:pt x="224040" y="255409"/>
                  </a:lnTo>
                  <a:lnTo>
                    <a:pt x="274142" y="242049"/>
                  </a:lnTo>
                  <a:lnTo>
                    <a:pt x="302666" y="214249"/>
                  </a:lnTo>
                  <a:lnTo>
                    <a:pt x="305054" y="203581"/>
                  </a:lnTo>
                  <a:lnTo>
                    <a:pt x="305866" y="191135"/>
                  </a:lnTo>
                  <a:close/>
                </a:path>
                <a:path w="1898014" h="260350">
                  <a:moveTo>
                    <a:pt x="481711" y="5080"/>
                  </a:moveTo>
                  <a:lnTo>
                    <a:pt x="347789" y="5080"/>
                  </a:lnTo>
                  <a:lnTo>
                    <a:pt x="347789" y="255016"/>
                  </a:lnTo>
                  <a:lnTo>
                    <a:pt x="481711" y="255016"/>
                  </a:lnTo>
                  <a:lnTo>
                    <a:pt x="481711" y="5080"/>
                  </a:lnTo>
                  <a:close/>
                </a:path>
                <a:path w="1898014" h="260350">
                  <a:moveTo>
                    <a:pt x="842518" y="86360"/>
                  </a:moveTo>
                  <a:lnTo>
                    <a:pt x="835977" y="48437"/>
                  </a:lnTo>
                  <a:lnTo>
                    <a:pt x="797864" y="17894"/>
                  </a:lnTo>
                  <a:lnTo>
                    <a:pt x="759625" y="6489"/>
                  </a:lnTo>
                  <a:lnTo>
                    <a:pt x="710768" y="711"/>
                  </a:lnTo>
                  <a:lnTo>
                    <a:pt x="682637" y="0"/>
                  </a:lnTo>
                  <a:lnTo>
                    <a:pt x="654189" y="800"/>
                  </a:lnTo>
                  <a:lnTo>
                    <a:pt x="605510" y="7454"/>
                  </a:lnTo>
                  <a:lnTo>
                    <a:pt x="568350" y="20434"/>
                  </a:lnTo>
                  <a:lnTo>
                    <a:pt x="536041" y="52501"/>
                  </a:lnTo>
                  <a:lnTo>
                    <a:pt x="531596" y="95123"/>
                  </a:lnTo>
                  <a:lnTo>
                    <a:pt x="531596" y="169291"/>
                  </a:lnTo>
                  <a:lnTo>
                    <a:pt x="535381" y="208026"/>
                  </a:lnTo>
                  <a:lnTo>
                    <a:pt x="562952" y="238353"/>
                  </a:lnTo>
                  <a:lnTo>
                    <a:pt x="599300" y="252222"/>
                  </a:lnTo>
                  <a:lnTo>
                    <a:pt x="645629" y="259765"/>
                  </a:lnTo>
                  <a:lnTo>
                    <a:pt x="662228" y="260223"/>
                  </a:lnTo>
                  <a:lnTo>
                    <a:pt x="675894" y="259867"/>
                  </a:lnTo>
                  <a:lnTo>
                    <a:pt x="721385" y="251117"/>
                  </a:lnTo>
                  <a:lnTo>
                    <a:pt x="745858" y="236982"/>
                  </a:lnTo>
                  <a:lnTo>
                    <a:pt x="758304" y="255016"/>
                  </a:lnTo>
                  <a:lnTo>
                    <a:pt x="842518" y="255016"/>
                  </a:lnTo>
                  <a:lnTo>
                    <a:pt x="842518" y="120904"/>
                  </a:lnTo>
                  <a:lnTo>
                    <a:pt x="685825" y="120904"/>
                  </a:lnTo>
                  <a:lnTo>
                    <a:pt x="685825" y="158877"/>
                  </a:lnTo>
                  <a:lnTo>
                    <a:pt x="712800" y="158877"/>
                  </a:lnTo>
                  <a:lnTo>
                    <a:pt x="712800" y="200152"/>
                  </a:lnTo>
                  <a:lnTo>
                    <a:pt x="711212" y="207899"/>
                  </a:lnTo>
                  <a:lnTo>
                    <a:pt x="704240" y="216027"/>
                  </a:lnTo>
                  <a:lnTo>
                    <a:pt x="697572" y="217932"/>
                  </a:lnTo>
                  <a:lnTo>
                    <a:pt x="678853" y="217932"/>
                  </a:lnTo>
                  <a:lnTo>
                    <a:pt x="672680" y="216154"/>
                  </a:lnTo>
                  <a:lnTo>
                    <a:pt x="667105" y="208915"/>
                  </a:lnTo>
                  <a:lnTo>
                    <a:pt x="665403" y="201803"/>
                  </a:lnTo>
                  <a:lnTo>
                    <a:pt x="665403" y="57785"/>
                  </a:lnTo>
                  <a:lnTo>
                    <a:pt x="667105" y="49911"/>
                  </a:lnTo>
                  <a:lnTo>
                    <a:pt x="672782" y="43815"/>
                  </a:lnTo>
                  <a:lnTo>
                    <a:pt x="678459" y="42164"/>
                  </a:lnTo>
                  <a:lnTo>
                    <a:pt x="696277" y="42164"/>
                  </a:lnTo>
                  <a:lnTo>
                    <a:pt x="708723" y="97155"/>
                  </a:lnTo>
                  <a:lnTo>
                    <a:pt x="842518" y="97155"/>
                  </a:lnTo>
                  <a:lnTo>
                    <a:pt x="842518" y="86360"/>
                  </a:lnTo>
                  <a:close/>
                </a:path>
                <a:path w="1898014" h="260350">
                  <a:moveTo>
                    <a:pt x="1193279" y="5080"/>
                  </a:moveTo>
                  <a:lnTo>
                    <a:pt x="1081278" y="5080"/>
                  </a:lnTo>
                  <a:lnTo>
                    <a:pt x="1081278" y="117602"/>
                  </a:lnTo>
                  <a:lnTo>
                    <a:pt x="1062672" y="89433"/>
                  </a:lnTo>
                  <a:lnTo>
                    <a:pt x="1024940" y="33324"/>
                  </a:lnTo>
                  <a:lnTo>
                    <a:pt x="1006348" y="5080"/>
                  </a:lnTo>
                  <a:lnTo>
                    <a:pt x="894461" y="5080"/>
                  </a:lnTo>
                  <a:lnTo>
                    <a:pt x="894461" y="255016"/>
                  </a:lnTo>
                  <a:lnTo>
                    <a:pt x="1006348" y="255016"/>
                  </a:lnTo>
                  <a:lnTo>
                    <a:pt x="1006348" y="141478"/>
                  </a:lnTo>
                  <a:lnTo>
                    <a:pt x="1023594" y="169887"/>
                  </a:lnTo>
                  <a:lnTo>
                    <a:pt x="1075944" y="255016"/>
                  </a:lnTo>
                  <a:lnTo>
                    <a:pt x="1193279" y="255016"/>
                  </a:lnTo>
                  <a:lnTo>
                    <a:pt x="1193279" y="5080"/>
                  </a:lnTo>
                  <a:close/>
                </a:path>
                <a:path w="1898014" h="260350">
                  <a:moveTo>
                    <a:pt x="1552829" y="108712"/>
                  </a:moveTo>
                  <a:lnTo>
                    <a:pt x="1552587" y="91262"/>
                  </a:lnTo>
                  <a:lnTo>
                    <a:pt x="1552587" y="90855"/>
                  </a:lnTo>
                  <a:lnTo>
                    <a:pt x="1551901" y="76568"/>
                  </a:lnTo>
                  <a:lnTo>
                    <a:pt x="1551876" y="75920"/>
                  </a:lnTo>
                  <a:lnTo>
                    <a:pt x="1550746" y="64617"/>
                  </a:lnTo>
                  <a:lnTo>
                    <a:pt x="1550682" y="63893"/>
                  </a:lnTo>
                  <a:lnTo>
                    <a:pt x="1549133" y="55372"/>
                  </a:lnTo>
                  <a:lnTo>
                    <a:pt x="1549019" y="54737"/>
                  </a:lnTo>
                  <a:lnTo>
                    <a:pt x="1546136" y="47129"/>
                  </a:lnTo>
                  <a:lnTo>
                    <a:pt x="1542732" y="42164"/>
                  </a:lnTo>
                  <a:lnTo>
                    <a:pt x="1541170" y="39878"/>
                  </a:lnTo>
                  <a:lnTo>
                    <a:pt x="1534160" y="32918"/>
                  </a:lnTo>
                  <a:lnTo>
                    <a:pt x="1488084" y="10236"/>
                  </a:lnTo>
                  <a:lnTo>
                    <a:pt x="1438363" y="1689"/>
                  </a:lnTo>
                  <a:lnTo>
                    <a:pt x="1439164" y="1689"/>
                  </a:lnTo>
                  <a:lnTo>
                    <a:pt x="1419098" y="457"/>
                  </a:lnTo>
                  <a:lnTo>
                    <a:pt x="1419098" y="57785"/>
                  </a:lnTo>
                  <a:lnTo>
                    <a:pt x="1419047" y="186055"/>
                  </a:lnTo>
                  <a:lnTo>
                    <a:pt x="1407033" y="217932"/>
                  </a:lnTo>
                  <a:lnTo>
                    <a:pt x="1388745" y="217932"/>
                  </a:lnTo>
                  <a:lnTo>
                    <a:pt x="1377061" y="186055"/>
                  </a:lnTo>
                  <a:lnTo>
                    <a:pt x="1377061" y="56515"/>
                  </a:lnTo>
                  <a:lnTo>
                    <a:pt x="1378966" y="48768"/>
                  </a:lnTo>
                  <a:lnTo>
                    <a:pt x="1382776" y="46101"/>
                  </a:lnTo>
                  <a:lnTo>
                    <a:pt x="1386332" y="43434"/>
                  </a:lnTo>
                  <a:lnTo>
                    <a:pt x="1391666" y="42164"/>
                  </a:lnTo>
                  <a:lnTo>
                    <a:pt x="1407033" y="42164"/>
                  </a:lnTo>
                  <a:lnTo>
                    <a:pt x="1412367" y="43815"/>
                  </a:lnTo>
                  <a:lnTo>
                    <a:pt x="1415288" y="46990"/>
                  </a:lnTo>
                  <a:lnTo>
                    <a:pt x="1417701" y="50292"/>
                  </a:lnTo>
                  <a:lnTo>
                    <a:pt x="1419098" y="57785"/>
                  </a:lnTo>
                  <a:lnTo>
                    <a:pt x="1419098" y="457"/>
                  </a:lnTo>
                  <a:lnTo>
                    <a:pt x="1418640" y="419"/>
                  </a:lnTo>
                  <a:lnTo>
                    <a:pt x="1419580" y="419"/>
                  </a:lnTo>
                  <a:lnTo>
                    <a:pt x="1398016" y="0"/>
                  </a:lnTo>
                  <a:lnTo>
                    <a:pt x="1357249" y="1689"/>
                  </a:lnTo>
                  <a:lnTo>
                    <a:pt x="1306207" y="10782"/>
                  </a:lnTo>
                  <a:lnTo>
                    <a:pt x="1269873" y="26797"/>
                  </a:lnTo>
                  <a:lnTo>
                    <a:pt x="1245336" y="64617"/>
                  </a:lnTo>
                  <a:lnTo>
                    <a:pt x="1243457" y="90855"/>
                  </a:lnTo>
                  <a:lnTo>
                    <a:pt x="1243431" y="91262"/>
                  </a:lnTo>
                  <a:lnTo>
                    <a:pt x="1243203" y="108712"/>
                  </a:lnTo>
                  <a:lnTo>
                    <a:pt x="1243203" y="151384"/>
                  </a:lnTo>
                  <a:lnTo>
                    <a:pt x="1243431" y="168922"/>
                  </a:lnTo>
                  <a:lnTo>
                    <a:pt x="1244117" y="183629"/>
                  </a:lnTo>
                  <a:lnTo>
                    <a:pt x="1244155" y="184200"/>
                  </a:lnTo>
                  <a:lnTo>
                    <a:pt x="1245273" y="195554"/>
                  </a:lnTo>
                  <a:lnTo>
                    <a:pt x="1245336" y="196265"/>
                  </a:lnTo>
                  <a:lnTo>
                    <a:pt x="1247013" y="205486"/>
                  </a:lnTo>
                  <a:lnTo>
                    <a:pt x="1249819" y="212852"/>
                  </a:lnTo>
                  <a:lnTo>
                    <a:pt x="1249883" y="213029"/>
                  </a:lnTo>
                  <a:lnTo>
                    <a:pt x="1281658" y="240245"/>
                  </a:lnTo>
                  <a:lnTo>
                    <a:pt x="1323975" y="253619"/>
                  </a:lnTo>
                  <a:lnTo>
                    <a:pt x="1377835" y="259842"/>
                  </a:lnTo>
                  <a:lnTo>
                    <a:pt x="1398016" y="260223"/>
                  </a:lnTo>
                  <a:lnTo>
                    <a:pt x="1417853" y="259842"/>
                  </a:lnTo>
                  <a:lnTo>
                    <a:pt x="1418691" y="259842"/>
                  </a:lnTo>
                  <a:lnTo>
                    <a:pt x="1437309" y="258635"/>
                  </a:lnTo>
                  <a:lnTo>
                    <a:pt x="1437982" y="258635"/>
                  </a:lnTo>
                  <a:lnTo>
                    <a:pt x="1457210" y="256374"/>
                  </a:lnTo>
                  <a:lnTo>
                    <a:pt x="1503807" y="244792"/>
                  </a:lnTo>
                  <a:lnTo>
                    <a:pt x="1541716" y="219684"/>
                  </a:lnTo>
                  <a:lnTo>
                    <a:pt x="1542859" y="217932"/>
                  </a:lnTo>
                  <a:lnTo>
                    <a:pt x="1546517" y="212407"/>
                  </a:lnTo>
                  <a:lnTo>
                    <a:pt x="1552575" y="169252"/>
                  </a:lnTo>
                  <a:lnTo>
                    <a:pt x="1552829" y="151384"/>
                  </a:lnTo>
                  <a:lnTo>
                    <a:pt x="1552829" y="108712"/>
                  </a:lnTo>
                  <a:close/>
                </a:path>
                <a:path w="1898014" h="260350">
                  <a:moveTo>
                    <a:pt x="1897507" y="191135"/>
                  </a:moveTo>
                  <a:lnTo>
                    <a:pt x="1884476" y="147434"/>
                  </a:lnTo>
                  <a:lnTo>
                    <a:pt x="1834464" y="119227"/>
                  </a:lnTo>
                  <a:lnTo>
                    <a:pt x="1747443" y="91401"/>
                  </a:lnTo>
                  <a:lnTo>
                    <a:pt x="1736420" y="87426"/>
                  </a:lnTo>
                  <a:lnTo>
                    <a:pt x="1728457" y="83820"/>
                  </a:lnTo>
                  <a:lnTo>
                    <a:pt x="1723644" y="80518"/>
                  </a:lnTo>
                  <a:lnTo>
                    <a:pt x="1719199" y="76200"/>
                  </a:lnTo>
                  <a:lnTo>
                    <a:pt x="1716913" y="69977"/>
                  </a:lnTo>
                  <a:lnTo>
                    <a:pt x="1716913" y="55245"/>
                  </a:lnTo>
                  <a:lnTo>
                    <a:pt x="1719199" y="50292"/>
                  </a:lnTo>
                  <a:lnTo>
                    <a:pt x="1727454" y="43688"/>
                  </a:lnTo>
                  <a:lnTo>
                    <a:pt x="1733423" y="42164"/>
                  </a:lnTo>
                  <a:lnTo>
                    <a:pt x="1748663" y="42164"/>
                  </a:lnTo>
                  <a:lnTo>
                    <a:pt x="1754124" y="43434"/>
                  </a:lnTo>
                  <a:lnTo>
                    <a:pt x="1760474" y="48133"/>
                  </a:lnTo>
                  <a:lnTo>
                    <a:pt x="1762125" y="53594"/>
                  </a:lnTo>
                  <a:lnTo>
                    <a:pt x="1762125" y="80772"/>
                  </a:lnTo>
                  <a:lnTo>
                    <a:pt x="1886458" y="80772"/>
                  </a:lnTo>
                  <a:lnTo>
                    <a:pt x="1886458" y="70993"/>
                  </a:lnTo>
                  <a:lnTo>
                    <a:pt x="1885708" y="57137"/>
                  </a:lnTo>
                  <a:lnTo>
                    <a:pt x="1867166" y="22669"/>
                  </a:lnTo>
                  <a:lnTo>
                    <a:pt x="1826006" y="8128"/>
                  </a:lnTo>
                  <a:lnTo>
                    <a:pt x="1785340" y="2019"/>
                  </a:lnTo>
                  <a:lnTo>
                    <a:pt x="1736979" y="0"/>
                  </a:lnTo>
                  <a:lnTo>
                    <a:pt x="1714017" y="457"/>
                  </a:lnTo>
                  <a:lnTo>
                    <a:pt x="1673301" y="4127"/>
                  </a:lnTo>
                  <a:lnTo>
                    <a:pt x="1626438" y="16357"/>
                  </a:lnTo>
                  <a:lnTo>
                    <a:pt x="1595539" y="45351"/>
                  </a:lnTo>
                  <a:lnTo>
                    <a:pt x="1591691" y="70104"/>
                  </a:lnTo>
                  <a:lnTo>
                    <a:pt x="1592351" y="79641"/>
                  </a:lnTo>
                  <a:lnTo>
                    <a:pt x="1614449" y="114287"/>
                  </a:lnTo>
                  <a:lnTo>
                    <a:pt x="1653768" y="132321"/>
                  </a:lnTo>
                  <a:lnTo>
                    <a:pt x="1717992" y="153695"/>
                  </a:lnTo>
                  <a:lnTo>
                    <a:pt x="1735963" y="159931"/>
                  </a:lnTo>
                  <a:lnTo>
                    <a:pt x="1769592" y="187706"/>
                  </a:lnTo>
                  <a:lnTo>
                    <a:pt x="1770380" y="197739"/>
                  </a:lnTo>
                  <a:lnTo>
                    <a:pt x="1770380" y="204343"/>
                  </a:lnTo>
                  <a:lnTo>
                    <a:pt x="1768094" y="209423"/>
                  </a:lnTo>
                  <a:lnTo>
                    <a:pt x="1759585" y="216281"/>
                  </a:lnTo>
                  <a:lnTo>
                    <a:pt x="1752854" y="217932"/>
                  </a:lnTo>
                  <a:lnTo>
                    <a:pt x="1735074" y="217932"/>
                  </a:lnTo>
                  <a:lnTo>
                    <a:pt x="1728978" y="216662"/>
                  </a:lnTo>
                  <a:lnTo>
                    <a:pt x="1721993" y="211201"/>
                  </a:lnTo>
                  <a:lnTo>
                    <a:pt x="1720088" y="205232"/>
                  </a:lnTo>
                  <a:lnTo>
                    <a:pt x="1720088" y="165481"/>
                  </a:lnTo>
                  <a:lnTo>
                    <a:pt x="1595755" y="165481"/>
                  </a:lnTo>
                  <a:lnTo>
                    <a:pt x="1595755" y="181864"/>
                  </a:lnTo>
                  <a:lnTo>
                    <a:pt x="1596491" y="195072"/>
                  </a:lnTo>
                  <a:lnTo>
                    <a:pt x="1615109" y="232498"/>
                  </a:lnTo>
                  <a:lnTo>
                    <a:pt x="1657477" y="250444"/>
                  </a:lnTo>
                  <a:lnTo>
                    <a:pt x="1699209" y="257860"/>
                  </a:lnTo>
                  <a:lnTo>
                    <a:pt x="1749044" y="260223"/>
                  </a:lnTo>
                  <a:lnTo>
                    <a:pt x="1772831" y="259702"/>
                  </a:lnTo>
                  <a:lnTo>
                    <a:pt x="1815744" y="255409"/>
                  </a:lnTo>
                  <a:lnTo>
                    <a:pt x="1865845" y="242049"/>
                  </a:lnTo>
                  <a:lnTo>
                    <a:pt x="1894344" y="214249"/>
                  </a:lnTo>
                  <a:lnTo>
                    <a:pt x="1896706" y="203581"/>
                  </a:lnTo>
                  <a:lnTo>
                    <a:pt x="1897507" y="191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67359" y="1543049"/>
              <a:ext cx="1898014" cy="260350"/>
            </a:xfrm>
            <a:custGeom>
              <a:avLst/>
              <a:gdLst/>
              <a:ahLst/>
              <a:cxnLst/>
              <a:rect l="l" t="t" r="r" b="b"/>
              <a:pathLst>
                <a:path w="1898014" h="260350">
                  <a:moveTo>
                    <a:pt x="294716" y="80771"/>
                  </a:moveTo>
                  <a:lnTo>
                    <a:pt x="263639" y="80771"/>
                  </a:lnTo>
                  <a:lnTo>
                    <a:pt x="232541" y="80771"/>
                  </a:lnTo>
                  <a:lnTo>
                    <a:pt x="201442" y="80771"/>
                  </a:lnTo>
                  <a:lnTo>
                    <a:pt x="170357" y="80771"/>
                  </a:lnTo>
                  <a:lnTo>
                    <a:pt x="170357" y="74675"/>
                  </a:lnTo>
                  <a:lnTo>
                    <a:pt x="170357" y="68452"/>
                  </a:lnTo>
                  <a:lnTo>
                    <a:pt x="170357" y="62229"/>
                  </a:lnTo>
                  <a:lnTo>
                    <a:pt x="170357" y="53593"/>
                  </a:lnTo>
                  <a:lnTo>
                    <a:pt x="168770" y="48132"/>
                  </a:lnTo>
                  <a:lnTo>
                    <a:pt x="165582" y="45719"/>
                  </a:lnTo>
                  <a:lnTo>
                    <a:pt x="162496" y="43433"/>
                  </a:lnTo>
                  <a:lnTo>
                    <a:pt x="157022" y="42163"/>
                  </a:lnTo>
                  <a:lnTo>
                    <a:pt x="149745" y="42163"/>
                  </a:lnTo>
                  <a:lnTo>
                    <a:pt x="141782" y="42163"/>
                  </a:lnTo>
                  <a:lnTo>
                    <a:pt x="135712" y="43687"/>
                  </a:lnTo>
                  <a:lnTo>
                    <a:pt x="131622" y="46989"/>
                  </a:lnTo>
                  <a:lnTo>
                    <a:pt x="127444" y="50291"/>
                  </a:lnTo>
                  <a:lnTo>
                    <a:pt x="125260" y="55244"/>
                  </a:lnTo>
                  <a:lnTo>
                    <a:pt x="125260" y="61721"/>
                  </a:lnTo>
                  <a:lnTo>
                    <a:pt x="125260" y="69976"/>
                  </a:lnTo>
                  <a:lnTo>
                    <a:pt x="169760" y="95757"/>
                  </a:lnTo>
                  <a:lnTo>
                    <a:pt x="210378" y="108132"/>
                  </a:lnTo>
                  <a:lnTo>
                    <a:pt x="242746" y="119221"/>
                  </a:lnTo>
                  <a:lnTo>
                    <a:pt x="282575" y="137921"/>
                  </a:lnTo>
                  <a:lnTo>
                    <a:pt x="304411" y="173980"/>
                  </a:lnTo>
                  <a:lnTo>
                    <a:pt x="305866" y="191134"/>
                  </a:lnTo>
                  <a:lnTo>
                    <a:pt x="305065" y="203573"/>
                  </a:lnTo>
                  <a:lnTo>
                    <a:pt x="285189" y="236567"/>
                  </a:lnTo>
                  <a:lnTo>
                    <a:pt x="243141" y="251586"/>
                  </a:lnTo>
                  <a:lnTo>
                    <a:pt x="203361" y="258095"/>
                  </a:lnTo>
                  <a:lnTo>
                    <a:pt x="157314" y="260223"/>
                  </a:lnTo>
                  <a:lnTo>
                    <a:pt x="131369" y="259641"/>
                  </a:lnTo>
                  <a:lnTo>
                    <a:pt x="85598" y="254811"/>
                  </a:lnTo>
                  <a:lnTo>
                    <a:pt x="48355" y="245048"/>
                  </a:lnTo>
                  <a:lnTo>
                    <a:pt x="15836" y="225170"/>
                  </a:lnTo>
                  <a:lnTo>
                    <a:pt x="4076" y="181863"/>
                  </a:lnTo>
                  <a:lnTo>
                    <a:pt x="4076" y="176402"/>
                  </a:lnTo>
                  <a:lnTo>
                    <a:pt x="4076" y="170941"/>
                  </a:lnTo>
                  <a:lnTo>
                    <a:pt x="4076" y="165480"/>
                  </a:lnTo>
                  <a:lnTo>
                    <a:pt x="35146" y="165480"/>
                  </a:lnTo>
                  <a:lnTo>
                    <a:pt x="66224" y="165480"/>
                  </a:lnTo>
                  <a:lnTo>
                    <a:pt x="97320" y="165480"/>
                  </a:lnTo>
                  <a:lnTo>
                    <a:pt x="128447" y="165480"/>
                  </a:lnTo>
                  <a:lnTo>
                    <a:pt x="128447" y="173100"/>
                  </a:lnTo>
                  <a:lnTo>
                    <a:pt x="128447" y="180721"/>
                  </a:lnTo>
                  <a:lnTo>
                    <a:pt x="128447" y="188341"/>
                  </a:lnTo>
                  <a:lnTo>
                    <a:pt x="128447" y="195960"/>
                  </a:lnTo>
                  <a:lnTo>
                    <a:pt x="128447" y="205231"/>
                  </a:lnTo>
                  <a:lnTo>
                    <a:pt x="130340" y="211200"/>
                  </a:lnTo>
                  <a:lnTo>
                    <a:pt x="133819" y="213994"/>
                  </a:lnTo>
                  <a:lnTo>
                    <a:pt x="137299" y="216661"/>
                  </a:lnTo>
                  <a:lnTo>
                    <a:pt x="143383" y="217931"/>
                  </a:lnTo>
                  <a:lnTo>
                    <a:pt x="152234" y="217931"/>
                  </a:lnTo>
                  <a:lnTo>
                    <a:pt x="161201" y="217931"/>
                  </a:lnTo>
                  <a:lnTo>
                    <a:pt x="167868" y="216280"/>
                  </a:lnTo>
                  <a:lnTo>
                    <a:pt x="172250" y="212851"/>
                  </a:lnTo>
                  <a:lnTo>
                    <a:pt x="176428" y="209423"/>
                  </a:lnTo>
                  <a:lnTo>
                    <a:pt x="178625" y="204342"/>
                  </a:lnTo>
                  <a:lnTo>
                    <a:pt x="178625" y="197738"/>
                  </a:lnTo>
                  <a:lnTo>
                    <a:pt x="157560" y="164965"/>
                  </a:lnTo>
                  <a:lnTo>
                    <a:pt x="103644" y="146176"/>
                  </a:lnTo>
                  <a:lnTo>
                    <a:pt x="80755" y="138670"/>
                  </a:lnTo>
                  <a:lnTo>
                    <a:pt x="62103" y="132318"/>
                  </a:lnTo>
                  <a:lnTo>
                    <a:pt x="22640" y="114284"/>
                  </a:lnTo>
                  <a:lnTo>
                    <a:pt x="657" y="79634"/>
                  </a:lnTo>
                  <a:lnTo>
                    <a:pt x="0" y="70103"/>
                  </a:lnTo>
                  <a:lnTo>
                    <a:pt x="952" y="56769"/>
                  </a:lnTo>
                  <a:lnTo>
                    <a:pt x="23782" y="21903"/>
                  </a:lnTo>
                  <a:lnTo>
                    <a:pt x="63817" y="7365"/>
                  </a:lnTo>
                  <a:lnTo>
                    <a:pt x="122326" y="454"/>
                  </a:lnTo>
                  <a:lnTo>
                    <a:pt x="145275" y="0"/>
                  </a:lnTo>
                  <a:lnTo>
                    <a:pt x="170354" y="502"/>
                  </a:lnTo>
                  <a:lnTo>
                    <a:pt x="214912" y="4554"/>
                  </a:lnTo>
                  <a:lnTo>
                    <a:pt x="264861" y="17303"/>
                  </a:lnTo>
                  <a:lnTo>
                    <a:pt x="291795" y="45450"/>
                  </a:lnTo>
                  <a:lnTo>
                    <a:pt x="294716" y="70992"/>
                  </a:lnTo>
                  <a:lnTo>
                    <a:pt x="294716" y="74294"/>
                  </a:lnTo>
                  <a:lnTo>
                    <a:pt x="294716" y="77469"/>
                  </a:lnTo>
                  <a:lnTo>
                    <a:pt x="294716" y="80771"/>
                  </a:lnTo>
                  <a:close/>
                </a:path>
                <a:path w="1898014" h="260350">
                  <a:moveTo>
                    <a:pt x="481711" y="5079"/>
                  </a:moveTo>
                  <a:lnTo>
                    <a:pt x="481711" y="5079"/>
                  </a:lnTo>
                  <a:lnTo>
                    <a:pt x="481711" y="255015"/>
                  </a:lnTo>
                  <a:lnTo>
                    <a:pt x="448198" y="255015"/>
                  </a:lnTo>
                  <a:lnTo>
                    <a:pt x="414712" y="255015"/>
                  </a:lnTo>
                  <a:lnTo>
                    <a:pt x="381244" y="255015"/>
                  </a:lnTo>
                  <a:lnTo>
                    <a:pt x="347789" y="255015"/>
                  </a:lnTo>
                  <a:lnTo>
                    <a:pt x="347789" y="205040"/>
                  </a:lnTo>
                  <a:lnTo>
                    <a:pt x="347789" y="155078"/>
                  </a:lnTo>
                  <a:lnTo>
                    <a:pt x="347789" y="105109"/>
                  </a:lnTo>
                  <a:lnTo>
                    <a:pt x="347789" y="55115"/>
                  </a:lnTo>
                  <a:lnTo>
                    <a:pt x="347789" y="5079"/>
                  </a:lnTo>
                  <a:lnTo>
                    <a:pt x="381244" y="5079"/>
                  </a:lnTo>
                  <a:lnTo>
                    <a:pt x="414712" y="5079"/>
                  </a:lnTo>
                  <a:lnTo>
                    <a:pt x="448198" y="5079"/>
                  </a:lnTo>
                  <a:lnTo>
                    <a:pt x="481711" y="5079"/>
                  </a:lnTo>
                  <a:close/>
                </a:path>
                <a:path w="1898014" h="260350">
                  <a:moveTo>
                    <a:pt x="842518" y="97154"/>
                  </a:moveTo>
                  <a:lnTo>
                    <a:pt x="809073" y="97154"/>
                  </a:lnTo>
                  <a:lnTo>
                    <a:pt x="775625" y="97154"/>
                  </a:lnTo>
                  <a:lnTo>
                    <a:pt x="742175" y="97154"/>
                  </a:lnTo>
                  <a:lnTo>
                    <a:pt x="708723" y="97154"/>
                  </a:lnTo>
                  <a:lnTo>
                    <a:pt x="708723" y="89534"/>
                  </a:lnTo>
                  <a:lnTo>
                    <a:pt x="708723" y="82041"/>
                  </a:lnTo>
                  <a:lnTo>
                    <a:pt x="708723" y="74421"/>
                  </a:lnTo>
                  <a:lnTo>
                    <a:pt x="708480" y="64680"/>
                  </a:lnTo>
                  <a:lnTo>
                    <a:pt x="696277" y="42163"/>
                  </a:lnTo>
                  <a:lnTo>
                    <a:pt x="686714" y="42163"/>
                  </a:lnTo>
                  <a:lnTo>
                    <a:pt x="678459" y="42163"/>
                  </a:lnTo>
                  <a:lnTo>
                    <a:pt x="672782" y="43814"/>
                  </a:lnTo>
                  <a:lnTo>
                    <a:pt x="669886" y="46862"/>
                  </a:lnTo>
                  <a:lnTo>
                    <a:pt x="667105" y="49910"/>
                  </a:lnTo>
                  <a:lnTo>
                    <a:pt x="665403" y="57784"/>
                  </a:lnTo>
                  <a:lnTo>
                    <a:pt x="665403" y="70611"/>
                  </a:lnTo>
                  <a:lnTo>
                    <a:pt x="665403" y="100595"/>
                  </a:lnTo>
                  <a:lnTo>
                    <a:pt x="665403" y="130555"/>
                  </a:lnTo>
                  <a:lnTo>
                    <a:pt x="665403" y="160516"/>
                  </a:lnTo>
                  <a:lnTo>
                    <a:pt x="665403" y="190500"/>
                  </a:lnTo>
                  <a:lnTo>
                    <a:pt x="665403" y="201802"/>
                  </a:lnTo>
                  <a:lnTo>
                    <a:pt x="667105" y="208914"/>
                  </a:lnTo>
                  <a:lnTo>
                    <a:pt x="669886" y="212598"/>
                  </a:lnTo>
                  <a:lnTo>
                    <a:pt x="672680" y="216153"/>
                  </a:lnTo>
                  <a:lnTo>
                    <a:pt x="678853" y="217931"/>
                  </a:lnTo>
                  <a:lnTo>
                    <a:pt x="687717" y="217931"/>
                  </a:lnTo>
                  <a:lnTo>
                    <a:pt x="697572" y="217931"/>
                  </a:lnTo>
                  <a:lnTo>
                    <a:pt x="704240" y="216026"/>
                  </a:lnTo>
                  <a:lnTo>
                    <a:pt x="707720" y="211962"/>
                  </a:lnTo>
                  <a:lnTo>
                    <a:pt x="711212" y="207899"/>
                  </a:lnTo>
                  <a:lnTo>
                    <a:pt x="712800" y="200151"/>
                  </a:lnTo>
                  <a:lnTo>
                    <a:pt x="712800" y="188467"/>
                  </a:lnTo>
                  <a:lnTo>
                    <a:pt x="712800" y="181058"/>
                  </a:lnTo>
                  <a:lnTo>
                    <a:pt x="712800" y="173672"/>
                  </a:lnTo>
                  <a:lnTo>
                    <a:pt x="712800" y="166286"/>
                  </a:lnTo>
                  <a:lnTo>
                    <a:pt x="712800" y="158876"/>
                  </a:lnTo>
                  <a:lnTo>
                    <a:pt x="706067" y="158876"/>
                  </a:lnTo>
                  <a:lnTo>
                    <a:pt x="699312" y="158876"/>
                  </a:lnTo>
                  <a:lnTo>
                    <a:pt x="692558" y="158876"/>
                  </a:lnTo>
                  <a:lnTo>
                    <a:pt x="685825" y="158876"/>
                  </a:lnTo>
                  <a:lnTo>
                    <a:pt x="685825" y="149371"/>
                  </a:lnTo>
                  <a:lnTo>
                    <a:pt x="685825" y="139890"/>
                  </a:lnTo>
                  <a:lnTo>
                    <a:pt x="685825" y="130409"/>
                  </a:lnTo>
                  <a:lnTo>
                    <a:pt x="685825" y="120903"/>
                  </a:lnTo>
                  <a:lnTo>
                    <a:pt x="725014" y="120903"/>
                  </a:lnTo>
                  <a:lnTo>
                    <a:pt x="764181" y="120903"/>
                  </a:lnTo>
                  <a:lnTo>
                    <a:pt x="803343" y="120903"/>
                  </a:lnTo>
                  <a:lnTo>
                    <a:pt x="842518" y="120903"/>
                  </a:lnTo>
                  <a:lnTo>
                    <a:pt x="842518" y="154431"/>
                  </a:lnTo>
                  <a:lnTo>
                    <a:pt x="842518" y="187959"/>
                  </a:lnTo>
                  <a:lnTo>
                    <a:pt x="842518" y="221487"/>
                  </a:lnTo>
                  <a:lnTo>
                    <a:pt x="842518" y="255015"/>
                  </a:lnTo>
                  <a:lnTo>
                    <a:pt x="821467" y="255015"/>
                  </a:lnTo>
                  <a:lnTo>
                    <a:pt x="800415" y="255015"/>
                  </a:lnTo>
                  <a:lnTo>
                    <a:pt x="779361" y="255015"/>
                  </a:lnTo>
                  <a:lnTo>
                    <a:pt x="758304" y="255015"/>
                  </a:lnTo>
                  <a:lnTo>
                    <a:pt x="754227" y="249046"/>
                  </a:lnTo>
                  <a:lnTo>
                    <a:pt x="749947" y="243077"/>
                  </a:lnTo>
                  <a:lnTo>
                    <a:pt x="745858" y="236981"/>
                  </a:lnTo>
                  <a:lnTo>
                    <a:pt x="738602" y="242468"/>
                  </a:lnTo>
                  <a:lnTo>
                    <a:pt x="700572" y="256954"/>
                  </a:lnTo>
                  <a:lnTo>
                    <a:pt x="662228" y="260223"/>
                  </a:lnTo>
                  <a:lnTo>
                    <a:pt x="645632" y="259758"/>
                  </a:lnTo>
                  <a:lnTo>
                    <a:pt x="599300" y="252221"/>
                  </a:lnTo>
                  <a:lnTo>
                    <a:pt x="562965" y="238345"/>
                  </a:lnTo>
                  <a:lnTo>
                    <a:pt x="535381" y="208025"/>
                  </a:lnTo>
                  <a:lnTo>
                    <a:pt x="531596" y="169290"/>
                  </a:lnTo>
                  <a:lnTo>
                    <a:pt x="531596" y="150790"/>
                  </a:lnTo>
                  <a:lnTo>
                    <a:pt x="531596" y="132254"/>
                  </a:lnTo>
                  <a:lnTo>
                    <a:pt x="531596" y="113694"/>
                  </a:lnTo>
                  <a:lnTo>
                    <a:pt x="531596" y="95123"/>
                  </a:lnTo>
                  <a:lnTo>
                    <a:pt x="532083" y="78452"/>
                  </a:lnTo>
                  <a:lnTo>
                    <a:pt x="545409" y="35214"/>
                  </a:lnTo>
                  <a:lnTo>
                    <a:pt x="585355" y="13461"/>
                  </a:lnTo>
                  <a:lnTo>
                    <a:pt x="628472" y="3254"/>
                  </a:lnTo>
                  <a:lnTo>
                    <a:pt x="682637" y="0"/>
                  </a:lnTo>
                  <a:lnTo>
                    <a:pt x="710778" y="700"/>
                  </a:lnTo>
                  <a:lnTo>
                    <a:pt x="759629" y="6482"/>
                  </a:lnTo>
                  <a:lnTo>
                    <a:pt x="797869" y="17885"/>
                  </a:lnTo>
                  <a:lnTo>
                    <a:pt x="830834" y="39369"/>
                  </a:lnTo>
                  <a:lnTo>
                    <a:pt x="842518" y="86359"/>
                  </a:lnTo>
                  <a:lnTo>
                    <a:pt x="842518" y="89915"/>
                  </a:lnTo>
                  <a:lnTo>
                    <a:pt x="842518" y="93599"/>
                  </a:lnTo>
                  <a:lnTo>
                    <a:pt x="842518" y="97154"/>
                  </a:lnTo>
                  <a:close/>
                </a:path>
                <a:path w="1898014" h="260350">
                  <a:moveTo>
                    <a:pt x="1193292" y="5079"/>
                  </a:moveTo>
                  <a:lnTo>
                    <a:pt x="1193292" y="5079"/>
                  </a:lnTo>
                  <a:lnTo>
                    <a:pt x="1193292" y="255015"/>
                  </a:lnTo>
                  <a:lnTo>
                    <a:pt x="1163955" y="255015"/>
                  </a:lnTo>
                  <a:lnTo>
                    <a:pt x="1134617" y="255015"/>
                  </a:lnTo>
                  <a:lnTo>
                    <a:pt x="1105280" y="255015"/>
                  </a:lnTo>
                  <a:lnTo>
                    <a:pt x="1075944" y="255015"/>
                  </a:lnTo>
                  <a:lnTo>
                    <a:pt x="1058622" y="226542"/>
                  </a:lnTo>
                  <a:lnTo>
                    <a:pt x="1041098" y="198199"/>
                  </a:lnTo>
                  <a:lnTo>
                    <a:pt x="1023598" y="169880"/>
                  </a:lnTo>
                  <a:lnTo>
                    <a:pt x="1006348" y="141477"/>
                  </a:lnTo>
                  <a:lnTo>
                    <a:pt x="1006348" y="169862"/>
                  </a:lnTo>
                  <a:lnTo>
                    <a:pt x="1006348" y="198247"/>
                  </a:lnTo>
                  <a:lnTo>
                    <a:pt x="1006348" y="226631"/>
                  </a:lnTo>
                  <a:lnTo>
                    <a:pt x="1006348" y="255015"/>
                  </a:lnTo>
                  <a:lnTo>
                    <a:pt x="978346" y="255015"/>
                  </a:lnTo>
                  <a:lnTo>
                    <a:pt x="950356" y="255015"/>
                  </a:lnTo>
                  <a:lnTo>
                    <a:pt x="922391" y="255015"/>
                  </a:lnTo>
                  <a:lnTo>
                    <a:pt x="894461" y="255015"/>
                  </a:lnTo>
                  <a:lnTo>
                    <a:pt x="894461" y="205040"/>
                  </a:lnTo>
                  <a:lnTo>
                    <a:pt x="894461" y="155078"/>
                  </a:lnTo>
                  <a:lnTo>
                    <a:pt x="894461" y="105109"/>
                  </a:lnTo>
                  <a:lnTo>
                    <a:pt x="894461" y="55115"/>
                  </a:lnTo>
                  <a:lnTo>
                    <a:pt x="894461" y="5079"/>
                  </a:lnTo>
                  <a:lnTo>
                    <a:pt x="922391" y="5079"/>
                  </a:lnTo>
                  <a:lnTo>
                    <a:pt x="950356" y="5079"/>
                  </a:lnTo>
                  <a:lnTo>
                    <a:pt x="978346" y="5079"/>
                  </a:lnTo>
                  <a:lnTo>
                    <a:pt x="1006348" y="5079"/>
                  </a:lnTo>
                  <a:lnTo>
                    <a:pt x="1024949" y="33323"/>
                  </a:lnTo>
                  <a:lnTo>
                    <a:pt x="1043813" y="61388"/>
                  </a:lnTo>
                  <a:lnTo>
                    <a:pt x="1062676" y="89429"/>
                  </a:lnTo>
                  <a:lnTo>
                    <a:pt x="1081278" y="117601"/>
                  </a:lnTo>
                  <a:lnTo>
                    <a:pt x="1081278" y="89554"/>
                  </a:lnTo>
                  <a:lnTo>
                    <a:pt x="1081278" y="61436"/>
                  </a:lnTo>
                  <a:lnTo>
                    <a:pt x="1081278" y="33270"/>
                  </a:lnTo>
                  <a:lnTo>
                    <a:pt x="1081278" y="5079"/>
                  </a:lnTo>
                  <a:lnTo>
                    <a:pt x="1109281" y="5079"/>
                  </a:lnTo>
                  <a:lnTo>
                    <a:pt x="1137285" y="5079"/>
                  </a:lnTo>
                  <a:lnTo>
                    <a:pt x="1165288" y="5079"/>
                  </a:lnTo>
                  <a:lnTo>
                    <a:pt x="1193292" y="5079"/>
                  </a:lnTo>
                  <a:close/>
                </a:path>
                <a:path w="1898014" h="260350">
                  <a:moveTo>
                    <a:pt x="1552829" y="151383"/>
                  </a:moveTo>
                  <a:lnTo>
                    <a:pt x="1550846" y="195550"/>
                  </a:lnTo>
                  <a:lnTo>
                    <a:pt x="1526413" y="233299"/>
                  </a:lnTo>
                  <a:lnTo>
                    <a:pt x="1489944" y="249372"/>
                  </a:lnTo>
                  <a:lnTo>
                    <a:pt x="1438798" y="258540"/>
                  </a:lnTo>
                  <a:lnTo>
                    <a:pt x="1398016" y="260223"/>
                  </a:lnTo>
                  <a:lnTo>
                    <a:pt x="1377838" y="259834"/>
                  </a:lnTo>
                  <a:lnTo>
                    <a:pt x="1323975" y="253618"/>
                  </a:lnTo>
                  <a:lnTo>
                    <a:pt x="1281666" y="240242"/>
                  </a:lnTo>
                  <a:lnTo>
                    <a:pt x="1249886" y="213022"/>
                  </a:lnTo>
                  <a:lnTo>
                    <a:pt x="1243441" y="169249"/>
                  </a:lnTo>
                  <a:lnTo>
                    <a:pt x="1243203" y="151383"/>
                  </a:lnTo>
                  <a:lnTo>
                    <a:pt x="1243203" y="140715"/>
                  </a:lnTo>
                  <a:lnTo>
                    <a:pt x="1243203" y="130047"/>
                  </a:lnTo>
                  <a:lnTo>
                    <a:pt x="1243203" y="119379"/>
                  </a:lnTo>
                  <a:lnTo>
                    <a:pt x="1243203" y="108711"/>
                  </a:lnTo>
                  <a:lnTo>
                    <a:pt x="1243441" y="91251"/>
                  </a:lnTo>
                  <a:lnTo>
                    <a:pt x="1249674" y="47746"/>
                  </a:lnTo>
                  <a:lnTo>
                    <a:pt x="1280257" y="20647"/>
                  </a:lnTo>
                  <a:lnTo>
                    <a:pt x="1321816" y="6984"/>
                  </a:lnTo>
                  <a:lnTo>
                    <a:pt x="1376965" y="412"/>
                  </a:lnTo>
                  <a:lnTo>
                    <a:pt x="1398016" y="0"/>
                  </a:lnTo>
                  <a:lnTo>
                    <a:pt x="1418234" y="386"/>
                  </a:lnTo>
                  <a:lnTo>
                    <a:pt x="1472438" y="6476"/>
                  </a:lnTo>
                  <a:lnTo>
                    <a:pt x="1514425" y="19978"/>
                  </a:lnTo>
                  <a:lnTo>
                    <a:pt x="1546145" y="47128"/>
                  </a:lnTo>
                  <a:lnTo>
                    <a:pt x="1552590" y="90848"/>
                  </a:lnTo>
                  <a:lnTo>
                    <a:pt x="1552829" y="108711"/>
                  </a:lnTo>
                  <a:lnTo>
                    <a:pt x="1552829" y="119379"/>
                  </a:lnTo>
                  <a:lnTo>
                    <a:pt x="1552829" y="130048"/>
                  </a:lnTo>
                  <a:lnTo>
                    <a:pt x="1552829" y="140716"/>
                  </a:lnTo>
                  <a:lnTo>
                    <a:pt x="1552829" y="151383"/>
                  </a:lnTo>
                  <a:close/>
                </a:path>
                <a:path w="1898014" h="260350">
                  <a:moveTo>
                    <a:pt x="1419098" y="69341"/>
                  </a:moveTo>
                  <a:lnTo>
                    <a:pt x="1419098" y="57784"/>
                  </a:lnTo>
                  <a:lnTo>
                    <a:pt x="1417701" y="50291"/>
                  </a:lnTo>
                  <a:lnTo>
                    <a:pt x="1415288" y="46989"/>
                  </a:lnTo>
                  <a:lnTo>
                    <a:pt x="1412367" y="43814"/>
                  </a:lnTo>
                  <a:lnTo>
                    <a:pt x="1407033" y="42163"/>
                  </a:lnTo>
                  <a:lnTo>
                    <a:pt x="1398651" y="42163"/>
                  </a:lnTo>
                  <a:lnTo>
                    <a:pt x="1391666" y="42163"/>
                  </a:lnTo>
                  <a:lnTo>
                    <a:pt x="1386332" y="43433"/>
                  </a:lnTo>
                  <a:lnTo>
                    <a:pt x="1382776" y="46100"/>
                  </a:lnTo>
                  <a:lnTo>
                    <a:pt x="1378966" y="48767"/>
                  </a:lnTo>
                  <a:lnTo>
                    <a:pt x="1377061" y="56514"/>
                  </a:lnTo>
                  <a:lnTo>
                    <a:pt x="1377061" y="69341"/>
                  </a:lnTo>
                  <a:lnTo>
                    <a:pt x="1377061" y="98544"/>
                  </a:lnTo>
                  <a:lnTo>
                    <a:pt x="1377061" y="127698"/>
                  </a:lnTo>
                  <a:lnTo>
                    <a:pt x="1377061" y="156852"/>
                  </a:lnTo>
                  <a:lnTo>
                    <a:pt x="1377061" y="186054"/>
                  </a:lnTo>
                  <a:lnTo>
                    <a:pt x="1377299" y="195867"/>
                  </a:lnTo>
                  <a:lnTo>
                    <a:pt x="1388745" y="217931"/>
                  </a:lnTo>
                  <a:lnTo>
                    <a:pt x="1397762" y="217931"/>
                  </a:lnTo>
                  <a:lnTo>
                    <a:pt x="1407033" y="217931"/>
                  </a:lnTo>
                  <a:lnTo>
                    <a:pt x="1419098" y="184150"/>
                  </a:lnTo>
                  <a:lnTo>
                    <a:pt x="1419098" y="155459"/>
                  </a:lnTo>
                  <a:lnTo>
                    <a:pt x="1419098" y="126745"/>
                  </a:lnTo>
                  <a:lnTo>
                    <a:pt x="1419098" y="98032"/>
                  </a:lnTo>
                  <a:lnTo>
                    <a:pt x="1419098" y="69341"/>
                  </a:lnTo>
                  <a:close/>
                </a:path>
                <a:path w="1898014" h="260350">
                  <a:moveTo>
                    <a:pt x="1886458" y="80771"/>
                  </a:moveTo>
                  <a:lnTo>
                    <a:pt x="1855333" y="80771"/>
                  </a:lnTo>
                  <a:lnTo>
                    <a:pt x="1824243" y="80771"/>
                  </a:lnTo>
                  <a:lnTo>
                    <a:pt x="1793178" y="80771"/>
                  </a:lnTo>
                  <a:lnTo>
                    <a:pt x="1762125" y="80771"/>
                  </a:lnTo>
                  <a:lnTo>
                    <a:pt x="1762125" y="74675"/>
                  </a:lnTo>
                  <a:lnTo>
                    <a:pt x="1762125" y="68452"/>
                  </a:lnTo>
                  <a:lnTo>
                    <a:pt x="1762125" y="62229"/>
                  </a:lnTo>
                  <a:lnTo>
                    <a:pt x="1762125" y="53593"/>
                  </a:lnTo>
                  <a:lnTo>
                    <a:pt x="1760474" y="48132"/>
                  </a:lnTo>
                  <a:lnTo>
                    <a:pt x="1757426" y="45719"/>
                  </a:lnTo>
                  <a:lnTo>
                    <a:pt x="1754124" y="43433"/>
                  </a:lnTo>
                  <a:lnTo>
                    <a:pt x="1748663" y="42163"/>
                  </a:lnTo>
                  <a:lnTo>
                    <a:pt x="1741424" y="42163"/>
                  </a:lnTo>
                  <a:lnTo>
                    <a:pt x="1733423" y="42163"/>
                  </a:lnTo>
                  <a:lnTo>
                    <a:pt x="1727453" y="43687"/>
                  </a:lnTo>
                  <a:lnTo>
                    <a:pt x="1723263" y="46989"/>
                  </a:lnTo>
                  <a:lnTo>
                    <a:pt x="1719199" y="50291"/>
                  </a:lnTo>
                  <a:lnTo>
                    <a:pt x="1716913" y="55244"/>
                  </a:lnTo>
                  <a:lnTo>
                    <a:pt x="1716913" y="61721"/>
                  </a:lnTo>
                  <a:lnTo>
                    <a:pt x="1716913" y="69976"/>
                  </a:lnTo>
                  <a:lnTo>
                    <a:pt x="1761489" y="95757"/>
                  </a:lnTo>
                  <a:lnTo>
                    <a:pt x="1802116" y="108132"/>
                  </a:lnTo>
                  <a:lnTo>
                    <a:pt x="1834467" y="119221"/>
                  </a:lnTo>
                  <a:lnTo>
                    <a:pt x="1874392" y="137921"/>
                  </a:lnTo>
                  <a:lnTo>
                    <a:pt x="1896056" y="173980"/>
                  </a:lnTo>
                  <a:lnTo>
                    <a:pt x="1897507" y="191134"/>
                  </a:lnTo>
                  <a:lnTo>
                    <a:pt x="1896719" y="203573"/>
                  </a:lnTo>
                  <a:lnTo>
                    <a:pt x="1876865" y="236567"/>
                  </a:lnTo>
                  <a:lnTo>
                    <a:pt x="1834896" y="251586"/>
                  </a:lnTo>
                  <a:lnTo>
                    <a:pt x="1795065" y="258095"/>
                  </a:lnTo>
                  <a:lnTo>
                    <a:pt x="1749044" y="260223"/>
                  </a:lnTo>
                  <a:lnTo>
                    <a:pt x="1723110" y="259641"/>
                  </a:lnTo>
                  <a:lnTo>
                    <a:pt x="1677338" y="254811"/>
                  </a:lnTo>
                  <a:lnTo>
                    <a:pt x="1640070" y="245048"/>
                  </a:lnTo>
                  <a:lnTo>
                    <a:pt x="1607566" y="225170"/>
                  </a:lnTo>
                  <a:lnTo>
                    <a:pt x="1595755" y="181863"/>
                  </a:lnTo>
                  <a:lnTo>
                    <a:pt x="1595755" y="176402"/>
                  </a:lnTo>
                  <a:lnTo>
                    <a:pt x="1595755" y="170941"/>
                  </a:lnTo>
                  <a:lnTo>
                    <a:pt x="1595755" y="165480"/>
                  </a:lnTo>
                  <a:lnTo>
                    <a:pt x="1626879" y="165480"/>
                  </a:lnTo>
                  <a:lnTo>
                    <a:pt x="1657969" y="165480"/>
                  </a:lnTo>
                  <a:lnTo>
                    <a:pt x="1689034" y="165480"/>
                  </a:lnTo>
                  <a:lnTo>
                    <a:pt x="1720088" y="165480"/>
                  </a:lnTo>
                  <a:lnTo>
                    <a:pt x="1720088" y="173100"/>
                  </a:lnTo>
                  <a:lnTo>
                    <a:pt x="1720088" y="180721"/>
                  </a:lnTo>
                  <a:lnTo>
                    <a:pt x="1720088" y="188341"/>
                  </a:lnTo>
                  <a:lnTo>
                    <a:pt x="1720088" y="195960"/>
                  </a:lnTo>
                  <a:lnTo>
                    <a:pt x="1720088" y="205231"/>
                  </a:lnTo>
                  <a:lnTo>
                    <a:pt x="1721992" y="211200"/>
                  </a:lnTo>
                  <a:lnTo>
                    <a:pt x="1725549" y="213994"/>
                  </a:lnTo>
                  <a:lnTo>
                    <a:pt x="1728977" y="216661"/>
                  </a:lnTo>
                  <a:lnTo>
                    <a:pt x="1735074" y="217931"/>
                  </a:lnTo>
                  <a:lnTo>
                    <a:pt x="1743964" y="217931"/>
                  </a:lnTo>
                  <a:lnTo>
                    <a:pt x="1752853" y="217931"/>
                  </a:lnTo>
                  <a:lnTo>
                    <a:pt x="1759585" y="216280"/>
                  </a:lnTo>
                  <a:lnTo>
                    <a:pt x="1764029" y="212851"/>
                  </a:lnTo>
                  <a:lnTo>
                    <a:pt x="1768094" y="209423"/>
                  </a:lnTo>
                  <a:lnTo>
                    <a:pt x="1770379" y="204342"/>
                  </a:lnTo>
                  <a:lnTo>
                    <a:pt x="1770379" y="197738"/>
                  </a:lnTo>
                  <a:lnTo>
                    <a:pt x="1749258" y="164965"/>
                  </a:lnTo>
                  <a:lnTo>
                    <a:pt x="1695323" y="146176"/>
                  </a:lnTo>
                  <a:lnTo>
                    <a:pt x="1672413" y="138670"/>
                  </a:lnTo>
                  <a:lnTo>
                    <a:pt x="1653778" y="132318"/>
                  </a:lnTo>
                  <a:lnTo>
                    <a:pt x="1614455" y="114284"/>
                  </a:lnTo>
                  <a:lnTo>
                    <a:pt x="1592359" y="79634"/>
                  </a:lnTo>
                  <a:lnTo>
                    <a:pt x="1591691" y="70103"/>
                  </a:lnTo>
                  <a:lnTo>
                    <a:pt x="1592661" y="56769"/>
                  </a:lnTo>
                  <a:lnTo>
                    <a:pt x="1615477" y="21903"/>
                  </a:lnTo>
                  <a:lnTo>
                    <a:pt x="1655572" y="7365"/>
                  </a:lnTo>
                  <a:lnTo>
                    <a:pt x="1714025" y="454"/>
                  </a:lnTo>
                  <a:lnTo>
                    <a:pt x="1736978" y="0"/>
                  </a:lnTo>
                  <a:lnTo>
                    <a:pt x="1762087" y="502"/>
                  </a:lnTo>
                  <a:lnTo>
                    <a:pt x="1806684" y="4554"/>
                  </a:lnTo>
                  <a:lnTo>
                    <a:pt x="1856565" y="17303"/>
                  </a:lnTo>
                  <a:lnTo>
                    <a:pt x="1883505" y="45450"/>
                  </a:lnTo>
                  <a:lnTo>
                    <a:pt x="1886458" y="70992"/>
                  </a:lnTo>
                  <a:lnTo>
                    <a:pt x="1886458" y="74294"/>
                  </a:lnTo>
                  <a:lnTo>
                    <a:pt x="1886458" y="77469"/>
                  </a:lnTo>
                  <a:lnTo>
                    <a:pt x="1886458" y="80771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2734055" y="1538604"/>
            <a:ext cx="652145" cy="273050"/>
            <a:chOff x="2734055" y="1538604"/>
            <a:chExt cx="652145" cy="273050"/>
          </a:xfrm>
        </p:grpSpPr>
        <p:sp>
          <p:nvSpPr>
            <p:cNvPr id="69" name="object 69"/>
            <p:cNvSpPr/>
            <p:nvPr/>
          </p:nvSpPr>
          <p:spPr>
            <a:xfrm>
              <a:off x="2743581" y="1548129"/>
              <a:ext cx="633095" cy="254000"/>
            </a:xfrm>
            <a:custGeom>
              <a:avLst/>
              <a:gdLst/>
              <a:ahLst/>
              <a:cxnLst/>
              <a:rect l="l" t="t" r="r" b="b"/>
              <a:pathLst>
                <a:path w="633095" h="254000">
                  <a:moveTo>
                    <a:pt x="296164" y="0"/>
                  </a:moveTo>
                  <a:lnTo>
                    <a:pt x="167513" y="0"/>
                  </a:lnTo>
                  <a:lnTo>
                    <a:pt x="167513" y="58293"/>
                  </a:lnTo>
                  <a:lnTo>
                    <a:pt x="167513" y="202946"/>
                  </a:lnTo>
                  <a:lnTo>
                    <a:pt x="166243" y="209931"/>
                  </a:lnTo>
                  <a:lnTo>
                    <a:pt x="160655" y="215773"/>
                  </a:lnTo>
                  <a:lnTo>
                    <a:pt x="155194" y="217297"/>
                  </a:lnTo>
                  <a:lnTo>
                    <a:pt x="139573" y="217297"/>
                  </a:lnTo>
                  <a:lnTo>
                    <a:pt x="134747" y="216027"/>
                  </a:lnTo>
                  <a:lnTo>
                    <a:pt x="132334" y="213360"/>
                  </a:lnTo>
                  <a:lnTo>
                    <a:pt x="129794" y="210693"/>
                  </a:lnTo>
                  <a:lnTo>
                    <a:pt x="128524" y="205232"/>
                  </a:lnTo>
                  <a:lnTo>
                    <a:pt x="128524" y="88646"/>
                  </a:lnTo>
                  <a:lnTo>
                    <a:pt x="129794" y="83439"/>
                  </a:lnTo>
                  <a:lnTo>
                    <a:pt x="132588" y="81153"/>
                  </a:lnTo>
                  <a:lnTo>
                    <a:pt x="135128" y="78867"/>
                  </a:lnTo>
                  <a:lnTo>
                    <a:pt x="140335" y="77724"/>
                  </a:lnTo>
                  <a:lnTo>
                    <a:pt x="155829" y="77724"/>
                  </a:lnTo>
                  <a:lnTo>
                    <a:pt x="161036" y="78867"/>
                  </a:lnTo>
                  <a:lnTo>
                    <a:pt x="163830" y="81661"/>
                  </a:lnTo>
                  <a:lnTo>
                    <a:pt x="166243" y="84201"/>
                  </a:lnTo>
                  <a:lnTo>
                    <a:pt x="167373" y="88646"/>
                  </a:lnTo>
                  <a:lnTo>
                    <a:pt x="167424" y="88823"/>
                  </a:lnTo>
                  <a:lnTo>
                    <a:pt x="167513" y="202946"/>
                  </a:lnTo>
                  <a:lnTo>
                    <a:pt x="167513" y="58293"/>
                  </a:lnTo>
                  <a:lnTo>
                    <a:pt x="121373" y="43840"/>
                  </a:lnTo>
                  <a:lnTo>
                    <a:pt x="87757" y="41529"/>
                  </a:lnTo>
                  <a:lnTo>
                    <a:pt x="72809" y="41973"/>
                  </a:lnTo>
                  <a:lnTo>
                    <a:pt x="59029" y="43307"/>
                  </a:lnTo>
                  <a:lnTo>
                    <a:pt x="45707" y="45720"/>
                  </a:lnTo>
                  <a:lnTo>
                    <a:pt x="45948" y="45720"/>
                  </a:lnTo>
                  <a:lnTo>
                    <a:pt x="34798" y="48895"/>
                  </a:lnTo>
                  <a:lnTo>
                    <a:pt x="3632" y="72097"/>
                  </a:lnTo>
                  <a:lnTo>
                    <a:pt x="0" y="195580"/>
                  </a:lnTo>
                  <a:lnTo>
                    <a:pt x="292" y="202946"/>
                  </a:lnTo>
                  <a:lnTo>
                    <a:pt x="16408" y="237617"/>
                  </a:lnTo>
                  <a:lnTo>
                    <a:pt x="58254" y="251802"/>
                  </a:lnTo>
                  <a:lnTo>
                    <a:pt x="86233" y="253619"/>
                  </a:lnTo>
                  <a:lnTo>
                    <a:pt x="97231" y="253352"/>
                  </a:lnTo>
                  <a:lnTo>
                    <a:pt x="138874" y="246354"/>
                  </a:lnTo>
                  <a:lnTo>
                    <a:pt x="167513" y="235077"/>
                  </a:lnTo>
                  <a:lnTo>
                    <a:pt x="167513" y="249936"/>
                  </a:lnTo>
                  <a:lnTo>
                    <a:pt x="296164" y="249936"/>
                  </a:lnTo>
                  <a:lnTo>
                    <a:pt x="296164" y="235077"/>
                  </a:lnTo>
                  <a:lnTo>
                    <a:pt x="296164" y="217297"/>
                  </a:lnTo>
                  <a:lnTo>
                    <a:pt x="296164" y="77724"/>
                  </a:lnTo>
                  <a:lnTo>
                    <a:pt x="296164" y="58293"/>
                  </a:lnTo>
                  <a:lnTo>
                    <a:pt x="296164" y="0"/>
                  </a:lnTo>
                  <a:close/>
                </a:path>
                <a:path w="633095" h="254000">
                  <a:moveTo>
                    <a:pt x="633095" y="124079"/>
                  </a:moveTo>
                  <a:lnTo>
                    <a:pt x="632688" y="117856"/>
                  </a:lnTo>
                  <a:lnTo>
                    <a:pt x="632193" y="109982"/>
                  </a:lnTo>
                  <a:lnTo>
                    <a:pt x="629539" y="97574"/>
                  </a:lnTo>
                  <a:lnTo>
                    <a:pt x="599579" y="62953"/>
                  </a:lnTo>
                  <a:lnTo>
                    <a:pt x="551040" y="46951"/>
                  </a:lnTo>
                  <a:lnTo>
                    <a:pt x="506374" y="42113"/>
                  </a:lnTo>
                  <a:lnTo>
                    <a:pt x="504317" y="42075"/>
                  </a:lnTo>
                  <a:lnTo>
                    <a:pt x="504317" y="117856"/>
                  </a:lnTo>
                  <a:lnTo>
                    <a:pt x="466725" y="117856"/>
                  </a:lnTo>
                  <a:lnTo>
                    <a:pt x="466725" y="91313"/>
                  </a:lnTo>
                  <a:lnTo>
                    <a:pt x="467741" y="84201"/>
                  </a:lnTo>
                  <a:lnTo>
                    <a:pt x="469900" y="81661"/>
                  </a:lnTo>
                  <a:lnTo>
                    <a:pt x="472186" y="78867"/>
                  </a:lnTo>
                  <a:lnTo>
                    <a:pt x="477647" y="77724"/>
                  </a:lnTo>
                  <a:lnTo>
                    <a:pt x="493903" y="77724"/>
                  </a:lnTo>
                  <a:lnTo>
                    <a:pt x="498602" y="79248"/>
                  </a:lnTo>
                  <a:lnTo>
                    <a:pt x="500761" y="82296"/>
                  </a:lnTo>
                  <a:lnTo>
                    <a:pt x="503047" y="85471"/>
                  </a:lnTo>
                  <a:lnTo>
                    <a:pt x="504139" y="91313"/>
                  </a:lnTo>
                  <a:lnTo>
                    <a:pt x="504240" y="91808"/>
                  </a:lnTo>
                  <a:lnTo>
                    <a:pt x="504317" y="117856"/>
                  </a:lnTo>
                  <a:lnTo>
                    <a:pt x="504317" y="42075"/>
                  </a:lnTo>
                  <a:lnTo>
                    <a:pt x="480568" y="41529"/>
                  </a:lnTo>
                  <a:lnTo>
                    <a:pt x="455612" y="42113"/>
                  </a:lnTo>
                  <a:lnTo>
                    <a:pt x="457949" y="42113"/>
                  </a:lnTo>
                  <a:lnTo>
                    <a:pt x="438759" y="43548"/>
                  </a:lnTo>
                  <a:lnTo>
                    <a:pt x="386435" y="54317"/>
                  </a:lnTo>
                  <a:lnTo>
                    <a:pt x="353314" y="73406"/>
                  </a:lnTo>
                  <a:lnTo>
                    <a:pt x="338328" y="115824"/>
                  </a:lnTo>
                  <a:lnTo>
                    <a:pt x="338328" y="175514"/>
                  </a:lnTo>
                  <a:lnTo>
                    <a:pt x="348932" y="216154"/>
                  </a:lnTo>
                  <a:lnTo>
                    <a:pt x="389839" y="241084"/>
                  </a:lnTo>
                  <a:lnTo>
                    <a:pt x="433616" y="250469"/>
                  </a:lnTo>
                  <a:lnTo>
                    <a:pt x="489331" y="253619"/>
                  </a:lnTo>
                  <a:lnTo>
                    <a:pt x="508342" y="253288"/>
                  </a:lnTo>
                  <a:lnTo>
                    <a:pt x="509117" y="253288"/>
                  </a:lnTo>
                  <a:lnTo>
                    <a:pt x="526719" y="252247"/>
                  </a:lnTo>
                  <a:lnTo>
                    <a:pt x="527215" y="252247"/>
                  </a:lnTo>
                  <a:lnTo>
                    <a:pt x="543407" y="250469"/>
                  </a:lnTo>
                  <a:lnTo>
                    <a:pt x="543763" y="250469"/>
                  </a:lnTo>
                  <a:lnTo>
                    <a:pt x="558571" y="247904"/>
                  </a:lnTo>
                  <a:lnTo>
                    <a:pt x="558787" y="247904"/>
                  </a:lnTo>
                  <a:lnTo>
                    <a:pt x="595490" y="235978"/>
                  </a:lnTo>
                  <a:lnTo>
                    <a:pt x="621728" y="217297"/>
                  </a:lnTo>
                  <a:lnTo>
                    <a:pt x="624941" y="213918"/>
                  </a:lnTo>
                  <a:lnTo>
                    <a:pt x="633095" y="179578"/>
                  </a:lnTo>
                  <a:lnTo>
                    <a:pt x="633095" y="164465"/>
                  </a:lnTo>
                  <a:lnTo>
                    <a:pt x="511302" y="164465"/>
                  </a:lnTo>
                  <a:lnTo>
                    <a:pt x="511302" y="201549"/>
                  </a:lnTo>
                  <a:lnTo>
                    <a:pt x="509651" y="208407"/>
                  </a:lnTo>
                  <a:lnTo>
                    <a:pt x="506603" y="211963"/>
                  </a:lnTo>
                  <a:lnTo>
                    <a:pt x="503047" y="215519"/>
                  </a:lnTo>
                  <a:lnTo>
                    <a:pt x="496697" y="217297"/>
                  </a:lnTo>
                  <a:lnTo>
                    <a:pt x="478917" y="217297"/>
                  </a:lnTo>
                  <a:lnTo>
                    <a:pt x="474218" y="216154"/>
                  </a:lnTo>
                  <a:lnTo>
                    <a:pt x="473837" y="216154"/>
                  </a:lnTo>
                  <a:lnTo>
                    <a:pt x="468122" y="210693"/>
                  </a:lnTo>
                  <a:lnTo>
                    <a:pt x="466725" y="204724"/>
                  </a:lnTo>
                  <a:lnTo>
                    <a:pt x="466725" y="151257"/>
                  </a:lnTo>
                  <a:lnTo>
                    <a:pt x="633095" y="151257"/>
                  </a:lnTo>
                  <a:lnTo>
                    <a:pt x="633095" y="12407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743580" y="1548129"/>
              <a:ext cx="633095" cy="254000"/>
            </a:xfrm>
            <a:custGeom>
              <a:avLst/>
              <a:gdLst/>
              <a:ahLst/>
              <a:cxnLst/>
              <a:rect l="l" t="t" r="r" b="b"/>
              <a:pathLst>
                <a:path w="633095" h="254000">
                  <a:moveTo>
                    <a:pt x="296163" y="0"/>
                  </a:moveTo>
                  <a:lnTo>
                    <a:pt x="296163" y="0"/>
                  </a:lnTo>
                  <a:lnTo>
                    <a:pt x="296163" y="249935"/>
                  </a:lnTo>
                  <a:lnTo>
                    <a:pt x="263989" y="249935"/>
                  </a:lnTo>
                  <a:lnTo>
                    <a:pt x="231838" y="249935"/>
                  </a:lnTo>
                  <a:lnTo>
                    <a:pt x="199687" y="249935"/>
                  </a:lnTo>
                  <a:lnTo>
                    <a:pt x="167512" y="249935"/>
                  </a:lnTo>
                  <a:lnTo>
                    <a:pt x="167512" y="244982"/>
                  </a:lnTo>
                  <a:lnTo>
                    <a:pt x="167512" y="240029"/>
                  </a:lnTo>
                  <a:lnTo>
                    <a:pt x="167512" y="235076"/>
                  </a:lnTo>
                  <a:lnTo>
                    <a:pt x="158192" y="239420"/>
                  </a:lnTo>
                  <a:lnTo>
                    <a:pt x="118487" y="251100"/>
                  </a:lnTo>
                  <a:lnTo>
                    <a:pt x="86232" y="253619"/>
                  </a:lnTo>
                  <a:lnTo>
                    <a:pt x="71723" y="253176"/>
                  </a:lnTo>
                  <a:lnTo>
                    <a:pt x="34289" y="245872"/>
                  </a:lnTo>
                  <a:lnTo>
                    <a:pt x="3643" y="222458"/>
                  </a:lnTo>
                  <a:lnTo>
                    <a:pt x="0" y="195579"/>
                  </a:lnTo>
                  <a:lnTo>
                    <a:pt x="0" y="171652"/>
                  </a:lnTo>
                  <a:lnTo>
                    <a:pt x="0" y="147700"/>
                  </a:lnTo>
                  <a:lnTo>
                    <a:pt x="0" y="123749"/>
                  </a:lnTo>
                  <a:lnTo>
                    <a:pt x="0" y="99822"/>
                  </a:lnTo>
                  <a:lnTo>
                    <a:pt x="420" y="88814"/>
                  </a:lnTo>
                  <a:lnTo>
                    <a:pt x="24602" y="52810"/>
                  </a:lnTo>
                  <a:lnTo>
                    <a:pt x="72820" y="41965"/>
                  </a:lnTo>
                  <a:lnTo>
                    <a:pt x="87756" y="41528"/>
                  </a:lnTo>
                  <a:lnTo>
                    <a:pt x="99427" y="41773"/>
                  </a:lnTo>
                  <a:lnTo>
                    <a:pt x="141259" y="48113"/>
                  </a:lnTo>
                  <a:lnTo>
                    <a:pt x="167512" y="58293"/>
                  </a:lnTo>
                  <a:lnTo>
                    <a:pt x="167512" y="43719"/>
                  </a:lnTo>
                  <a:lnTo>
                    <a:pt x="167512" y="29146"/>
                  </a:lnTo>
                  <a:lnTo>
                    <a:pt x="167512" y="14573"/>
                  </a:lnTo>
                  <a:lnTo>
                    <a:pt x="167512" y="0"/>
                  </a:lnTo>
                  <a:lnTo>
                    <a:pt x="199687" y="0"/>
                  </a:lnTo>
                  <a:lnTo>
                    <a:pt x="231838" y="0"/>
                  </a:lnTo>
                  <a:lnTo>
                    <a:pt x="263989" y="0"/>
                  </a:lnTo>
                  <a:lnTo>
                    <a:pt x="296163" y="0"/>
                  </a:lnTo>
                  <a:close/>
                </a:path>
                <a:path w="633095" h="254000">
                  <a:moveTo>
                    <a:pt x="167512" y="96774"/>
                  </a:moveTo>
                  <a:lnTo>
                    <a:pt x="167512" y="89153"/>
                  </a:lnTo>
                  <a:lnTo>
                    <a:pt x="166243" y="84200"/>
                  </a:lnTo>
                  <a:lnTo>
                    <a:pt x="163830" y="81660"/>
                  </a:lnTo>
                  <a:lnTo>
                    <a:pt x="161036" y="78866"/>
                  </a:lnTo>
                  <a:lnTo>
                    <a:pt x="155829" y="77724"/>
                  </a:lnTo>
                  <a:lnTo>
                    <a:pt x="147827" y="77724"/>
                  </a:lnTo>
                  <a:lnTo>
                    <a:pt x="140335" y="77724"/>
                  </a:lnTo>
                  <a:lnTo>
                    <a:pt x="135127" y="78866"/>
                  </a:lnTo>
                  <a:lnTo>
                    <a:pt x="132587" y="81152"/>
                  </a:lnTo>
                  <a:lnTo>
                    <a:pt x="129793" y="83438"/>
                  </a:lnTo>
                  <a:lnTo>
                    <a:pt x="128524" y="88646"/>
                  </a:lnTo>
                  <a:lnTo>
                    <a:pt x="128524" y="96774"/>
                  </a:lnTo>
                  <a:lnTo>
                    <a:pt x="128524" y="121771"/>
                  </a:lnTo>
                  <a:lnTo>
                    <a:pt x="128524" y="146827"/>
                  </a:lnTo>
                  <a:lnTo>
                    <a:pt x="128524" y="171908"/>
                  </a:lnTo>
                  <a:lnTo>
                    <a:pt x="128524" y="196976"/>
                  </a:lnTo>
                  <a:lnTo>
                    <a:pt x="128524" y="205231"/>
                  </a:lnTo>
                  <a:lnTo>
                    <a:pt x="129793" y="210693"/>
                  </a:lnTo>
                  <a:lnTo>
                    <a:pt x="132333" y="213359"/>
                  </a:lnTo>
                  <a:lnTo>
                    <a:pt x="134746" y="216026"/>
                  </a:lnTo>
                  <a:lnTo>
                    <a:pt x="139573" y="217297"/>
                  </a:lnTo>
                  <a:lnTo>
                    <a:pt x="146938" y="217297"/>
                  </a:lnTo>
                  <a:lnTo>
                    <a:pt x="155194" y="217297"/>
                  </a:lnTo>
                  <a:lnTo>
                    <a:pt x="160655" y="215773"/>
                  </a:lnTo>
                  <a:lnTo>
                    <a:pt x="163449" y="212851"/>
                  </a:lnTo>
                  <a:lnTo>
                    <a:pt x="166243" y="209930"/>
                  </a:lnTo>
                  <a:lnTo>
                    <a:pt x="167512" y="202946"/>
                  </a:lnTo>
                  <a:lnTo>
                    <a:pt x="167512" y="191388"/>
                  </a:lnTo>
                  <a:lnTo>
                    <a:pt x="167512" y="167747"/>
                  </a:lnTo>
                  <a:lnTo>
                    <a:pt x="167512" y="144081"/>
                  </a:lnTo>
                  <a:lnTo>
                    <a:pt x="167512" y="120415"/>
                  </a:lnTo>
                  <a:lnTo>
                    <a:pt x="167512" y="96774"/>
                  </a:lnTo>
                  <a:close/>
                </a:path>
                <a:path w="633095" h="254000">
                  <a:moveTo>
                    <a:pt x="633094" y="151256"/>
                  </a:moveTo>
                  <a:lnTo>
                    <a:pt x="591544" y="151256"/>
                  </a:lnTo>
                  <a:lnTo>
                    <a:pt x="549957" y="151256"/>
                  </a:lnTo>
                  <a:lnTo>
                    <a:pt x="508347" y="151256"/>
                  </a:lnTo>
                  <a:lnTo>
                    <a:pt x="466725" y="151256"/>
                  </a:lnTo>
                  <a:lnTo>
                    <a:pt x="466725" y="162305"/>
                  </a:lnTo>
                  <a:lnTo>
                    <a:pt x="466725" y="173354"/>
                  </a:lnTo>
                  <a:lnTo>
                    <a:pt x="466725" y="184403"/>
                  </a:lnTo>
                  <a:lnTo>
                    <a:pt x="466725" y="195452"/>
                  </a:lnTo>
                  <a:lnTo>
                    <a:pt x="466725" y="204724"/>
                  </a:lnTo>
                  <a:lnTo>
                    <a:pt x="468121" y="210693"/>
                  </a:lnTo>
                  <a:lnTo>
                    <a:pt x="470916" y="213359"/>
                  </a:lnTo>
                  <a:lnTo>
                    <a:pt x="473710" y="216026"/>
                  </a:lnTo>
                  <a:lnTo>
                    <a:pt x="478917" y="217297"/>
                  </a:lnTo>
                  <a:lnTo>
                    <a:pt x="486918" y="217297"/>
                  </a:lnTo>
                  <a:lnTo>
                    <a:pt x="496696" y="217297"/>
                  </a:lnTo>
                  <a:lnTo>
                    <a:pt x="503046" y="215519"/>
                  </a:lnTo>
                  <a:lnTo>
                    <a:pt x="506602" y="211962"/>
                  </a:lnTo>
                  <a:lnTo>
                    <a:pt x="509651" y="208406"/>
                  </a:lnTo>
                  <a:lnTo>
                    <a:pt x="511302" y="201549"/>
                  </a:lnTo>
                  <a:lnTo>
                    <a:pt x="511302" y="191388"/>
                  </a:lnTo>
                  <a:lnTo>
                    <a:pt x="511302" y="184681"/>
                  </a:lnTo>
                  <a:lnTo>
                    <a:pt x="511302" y="177926"/>
                  </a:lnTo>
                  <a:lnTo>
                    <a:pt x="511302" y="171172"/>
                  </a:lnTo>
                  <a:lnTo>
                    <a:pt x="511302" y="164464"/>
                  </a:lnTo>
                  <a:lnTo>
                    <a:pt x="541780" y="164464"/>
                  </a:lnTo>
                  <a:lnTo>
                    <a:pt x="572246" y="164464"/>
                  </a:lnTo>
                  <a:lnTo>
                    <a:pt x="602688" y="164464"/>
                  </a:lnTo>
                  <a:lnTo>
                    <a:pt x="633094" y="164464"/>
                  </a:lnTo>
                  <a:lnTo>
                    <a:pt x="633094" y="169418"/>
                  </a:lnTo>
                  <a:lnTo>
                    <a:pt x="633094" y="174498"/>
                  </a:lnTo>
                  <a:lnTo>
                    <a:pt x="633094" y="179577"/>
                  </a:lnTo>
                  <a:lnTo>
                    <a:pt x="632789" y="188535"/>
                  </a:lnTo>
                  <a:lnTo>
                    <a:pt x="613322" y="224736"/>
                  </a:lnTo>
                  <a:lnTo>
                    <a:pt x="572543" y="244524"/>
                  </a:lnTo>
                  <a:lnTo>
                    <a:pt x="527796" y="252174"/>
                  </a:lnTo>
                  <a:lnTo>
                    <a:pt x="489331" y="253619"/>
                  </a:lnTo>
                  <a:lnTo>
                    <a:pt x="469651" y="253279"/>
                  </a:lnTo>
                  <a:lnTo>
                    <a:pt x="417449" y="247903"/>
                  </a:lnTo>
                  <a:lnTo>
                    <a:pt x="378604" y="236902"/>
                  </a:lnTo>
                  <a:lnTo>
                    <a:pt x="344931" y="210311"/>
                  </a:lnTo>
                  <a:lnTo>
                    <a:pt x="338327" y="175513"/>
                  </a:lnTo>
                  <a:lnTo>
                    <a:pt x="338327" y="160579"/>
                  </a:lnTo>
                  <a:lnTo>
                    <a:pt x="338327" y="145669"/>
                  </a:lnTo>
                  <a:lnTo>
                    <a:pt x="338327" y="130758"/>
                  </a:lnTo>
                  <a:lnTo>
                    <a:pt x="338327" y="115824"/>
                  </a:lnTo>
                  <a:lnTo>
                    <a:pt x="339294" y="103106"/>
                  </a:lnTo>
                  <a:lnTo>
                    <a:pt x="361864" y="66105"/>
                  </a:lnTo>
                  <a:lnTo>
                    <a:pt x="402208" y="49656"/>
                  </a:lnTo>
                  <a:lnTo>
                    <a:pt x="459019" y="42031"/>
                  </a:lnTo>
                  <a:lnTo>
                    <a:pt x="480568" y="41528"/>
                  </a:lnTo>
                  <a:lnTo>
                    <a:pt x="506376" y="42110"/>
                  </a:lnTo>
                  <a:lnTo>
                    <a:pt x="551041" y="46940"/>
                  </a:lnTo>
                  <a:lnTo>
                    <a:pt x="599582" y="62944"/>
                  </a:lnTo>
                  <a:lnTo>
                    <a:pt x="629539" y="97567"/>
                  </a:lnTo>
                  <a:lnTo>
                    <a:pt x="633094" y="124078"/>
                  </a:lnTo>
                  <a:lnTo>
                    <a:pt x="633094" y="130843"/>
                  </a:lnTo>
                  <a:lnTo>
                    <a:pt x="633094" y="137620"/>
                  </a:lnTo>
                  <a:lnTo>
                    <a:pt x="633094" y="144420"/>
                  </a:lnTo>
                  <a:lnTo>
                    <a:pt x="633094" y="151256"/>
                  </a:lnTo>
                  <a:close/>
                </a:path>
                <a:path w="633095" h="254000">
                  <a:moveTo>
                    <a:pt x="504317" y="117855"/>
                  </a:moveTo>
                  <a:lnTo>
                    <a:pt x="504317" y="112902"/>
                  </a:lnTo>
                  <a:lnTo>
                    <a:pt x="504317" y="107950"/>
                  </a:lnTo>
                  <a:lnTo>
                    <a:pt x="504317" y="102870"/>
                  </a:lnTo>
                  <a:lnTo>
                    <a:pt x="504317" y="92201"/>
                  </a:lnTo>
                  <a:lnTo>
                    <a:pt x="503046" y="85471"/>
                  </a:lnTo>
                  <a:lnTo>
                    <a:pt x="500761" y="82296"/>
                  </a:lnTo>
                  <a:lnTo>
                    <a:pt x="498601" y="79248"/>
                  </a:lnTo>
                  <a:lnTo>
                    <a:pt x="493902" y="77724"/>
                  </a:lnTo>
                  <a:lnTo>
                    <a:pt x="486537" y="77724"/>
                  </a:lnTo>
                  <a:lnTo>
                    <a:pt x="477646" y="77724"/>
                  </a:lnTo>
                  <a:lnTo>
                    <a:pt x="472186" y="78866"/>
                  </a:lnTo>
                  <a:lnTo>
                    <a:pt x="469900" y="81660"/>
                  </a:lnTo>
                  <a:lnTo>
                    <a:pt x="467741" y="84200"/>
                  </a:lnTo>
                  <a:lnTo>
                    <a:pt x="466725" y="91312"/>
                  </a:lnTo>
                  <a:lnTo>
                    <a:pt x="466725" y="102870"/>
                  </a:lnTo>
                  <a:lnTo>
                    <a:pt x="466725" y="107950"/>
                  </a:lnTo>
                  <a:lnTo>
                    <a:pt x="466725" y="112902"/>
                  </a:lnTo>
                  <a:lnTo>
                    <a:pt x="466725" y="117855"/>
                  </a:lnTo>
                  <a:lnTo>
                    <a:pt x="476152" y="117855"/>
                  </a:lnTo>
                  <a:lnTo>
                    <a:pt x="485568" y="117855"/>
                  </a:lnTo>
                  <a:lnTo>
                    <a:pt x="494960" y="117855"/>
                  </a:lnTo>
                  <a:lnTo>
                    <a:pt x="504317" y="117855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3757295" y="1489074"/>
            <a:ext cx="3244850" cy="323850"/>
            <a:chOff x="3757295" y="1489074"/>
            <a:chExt cx="3244850" cy="323850"/>
          </a:xfrm>
        </p:grpSpPr>
        <p:sp>
          <p:nvSpPr>
            <p:cNvPr id="72" name="object 72"/>
            <p:cNvSpPr/>
            <p:nvPr/>
          </p:nvSpPr>
          <p:spPr>
            <a:xfrm>
              <a:off x="3766820" y="1498599"/>
              <a:ext cx="3225800" cy="304800"/>
            </a:xfrm>
            <a:custGeom>
              <a:avLst/>
              <a:gdLst/>
              <a:ahLst/>
              <a:cxnLst/>
              <a:rect l="l" t="t" r="r" b="b"/>
              <a:pathLst>
                <a:path w="3225800" h="304800">
                  <a:moveTo>
                    <a:pt x="288417" y="119507"/>
                  </a:moveTo>
                  <a:lnTo>
                    <a:pt x="288099" y="108635"/>
                  </a:lnTo>
                  <a:lnTo>
                    <a:pt x="287159" y="99225"/>
                  </a:lnTo>
                  <a:lnTo>
                    <a:pt x="285851" y="92684"/>
                  </a:lnTo>
                  <a:lnTo>
                    <a:pt x="285800" y="92456"/>
                  </a:lnTo>
                  <a:lnTo>
                    <a:pt x="285572" y="91300"/>
                  </a:lnTo>
                  <a:lnTo>
                    <a:pt x="254965" y="62115"/>
                  </a:lnTo>
                  <a:lnTo>
                    <a:pt x="202730" y="51892"/>
                  </a:lnTo>
                  <a:lnTo>
                    <a:pt x="176403" y="50355"/>
                  </a:lnTo>
                  <a:lnTo>
                    <a:pt x="176403" y="104394"/>
                  </a:lnTo>
                  <a:lnTo>
                    <a:pt x="176403" y="142748"/>
                  </a:lnTo>
                  <a:lnTo>
                    <a:pt x="143637" y="156083"/>
                  </a:lnTo>
                  <a:lnTo>
                    <a:pt x="133858" y="156083"/>
                  </a:lnTo>
                  <a:lnTo>
                    <a:pt x="133858" y="92456"/>
                  </a:lnTo>
                  <a:lnTo>
                    <a:pt x="145859" y="92684"/>
                  </a:lnTo>
                  <a:lnTo>
                    <a:pt x="176403" y="104394"/>
                  </a:lnTo>
                  <a:lnTo>
                    <a:pt x="176403" y="50355"/>
                  </a:lnTo>
                  <a:lnTo>
                    <a:pt x="160629" y="49796"/>
                  </a:lnTo>
                  <a:lnTo>
                    <a:pt x="134874" y="49530"/>
                  </a:lnTo>
                  <a:lnTo>
                    <a:pt x="0" y="49530"/>
                  </a:lnTo>
                  <a:lnTo>
                    <a:pt x="0" y="299466"/>
                  </a:lnTo>
                  <a:lnTo>
                    <a:pt x="133858" y="299466"/>
                  </a:lnTo>
                  <a:lnTo>
                    <a:pt x="133858" y="198882"/>
                  </a:lnTo>
                  <a:lnTo>
                    <a:pt x="169799" y="198882"/>
                  </a:lnTo>
                  <a:lnTo>
                    <a:pt x="209562" y="197421"/>
                  </a:lnTo>
                  <a:lnTo>
                    <a:pt x="253530" y="189725"/>
                  </a:lnTo>
                  <a:lnTo>
                    <a:pt x="285813" y="161988"/>
                  </a:lnTo>
                  <a:lnTo>
                    <a:pt x="287007" y="156083"/>
                  </a:lnTo>
                  <a:lnTo>
                    <a:pt x="287756" y="152476"/>
                  </a:lnTo>
                  <a:lnTo>
                    <a:pt x="288328" y="142748"/>
                  </a:lnTo>
                  <a:lnTo>
                    <a:pt x="288417" y="119507"/>
                  </a:lnTo>
                  <a:close/>
                </a:path>
                <a:path w="3225800" h="304800">
                  <a:moveTo>
                    <a:pt x="631190" y="49530"/>
                  </a:moveTo>
                  <a:lnTo>
                    <a:pt x="497205" y="49530"/>
                  </a:lnTo>
                  <a:lnTo>
                    <a:pt x="497205" y="246253"/>
                  </a:lnTo>
                  <a:lnTo>
                    <a:pt x="495935" y="254000"/>
                  </a:lnTo>
                  <a:lnTo>
                    <a:pt x="491236" y="260731"/>
                  </a:lnTo>
                  <a:lnTo>
                    <a:pt x="485902" y="262382"/>
                  </a:lnTo>
                  <a:lnTo>
                    <a:pt x="470027" y="262382"/>
                  </a:lnTo>
                  <a:lnTo>
                    <a:pt x="464820" y="260858"/>
                  </a:lnTo>
                  <a:lnTo>
                    <a:pt x="462661" y="257810"/>
                  </a:lnTo>
                  <a:lnTo>
                    <a:pt x="460121" y="254762"/>
                  </a:lnTo>
                  <a:lnTo>
                    <a:pt x="458851" y="247904"/>
                  </a:lnTo>
                  <a:lnTo>
                    <a:pt x="458851" y="49530"/>
                  </a:lnTo>
                  <a:lnTo>
                    <a:pt x="324993" y="49530"/>
                  </a:lnTo>
                  <a:lnTo>
                    <a:pt x="325183" y="216801"/>
                  </a:lnTo>
                  <a:lnTo>
                    <a:pt x="330657" y="259359"/>
                  </a:lnTo>
                  <a:lnTo>
                    <a:pt x="370776" y="288759"/>
                  </a:lnTo>
                  <a:lnTo>
                    <a:pt x="419862" y="300558"/>
                  </a:lnTo>
                  <a:lnTo>
                    <a:pt x="460540" y="304228"/>
                  </a:lnTo>
                  <a:lnTo>
                    <a:pt x="482981" y="304673"/>
                  </a:lnTo>
                  <a:lnTo>
                    <a:pt x="503072" y="304292"/>
                  </a:lnTo>
                  <a:lnTo>
                    <a:pt x="555498" y="298323"/>
                  </a:lnTo>
                  <a:lnTo>
                    <a:pt x="594728" y="285788"/>
                  </a:lnTo>
                  <a:lnTo>
                    <a:pt x="627380" y="256413"/>
                  </a:lnTo>
                  <a:lnTo>
                    <a:pt x="631190" y="216535"/>
                  </a:lnTo>
                  <a:lnTo>
                    <a:pt x="631190" y="49530"/>
                  </a:lnTo>
                  <a:close/>
                </a:path>
                <a:path w="3225800" h="304800">
                  <a:moveTo>
                    <a:pt x="981837" y="49530"/>
                  </a:moveTo>
                  <a:lnTo>
                    <a:pt x="869950" y="49530"/>
                  </a:lnTo>
                  <a:lnTo>
                    <a:pt x="869950" y="162052"/>
                  </a:lnTo>
                  <a:lnTo>
                    <a:pt x="851293" y="133883"/>
                  </a:lnTo>
                  <a:lnTo>
                    <a:pt x="813600" y="77774"/>
                  </a:lnTo>
                  <a:lnTo>
                    <a:pt x="795020" y="49530"/>
                  </a:lnTo>
                  <a:lnTo>
                    <a:pt x="683006" y="49530"/>
                  </a:lnTo>
                  <a:lnTo>
                    <a:pt x="683006" y="299466"/>
                  </a:lnTo>
                  <a:lnTo>
                    <a:pt x="795020" y="299466"/>
                  </a:lnTo>
                  <a:lnTo>
                    <a:pt x="795020" y="185928"/>
                  </a:lnTo>
                  <a:lnTo>
                    <a:pt x="812241" y="214337"/>
                  </a:lnTo>
                  <a:lnTo>
                    <a:pt x="864616" y="299466"/>
                  </a:lnTo>
                  <a:lnTo>
                    <a:pt x="981837" y="299466"/>
                  </a:lnTo>
                  <a:lnTo>
                    <a:pt x="981837" y="49530"/>
                  </a:lnTo>
                  <a:close/>
                </a:path>
                <a:path w="3225800" h="304800">
                  <a:moveTo>
                    <a:pt x="1305179" y="49530"/>
                  </a:moveTo>
                  <a:lnTo>
                    <a:pt x="1012698" y="49530"/>
                  </a:lnTo>
                  <a:lnTo>
                    <a:pt x="1012698" y="100330"/>
                  </a:lnTo>
                  <a:lnTo>
                    <a:pt x="1091819" y="100330"/>
                  </a:lnTo>
                  <a:lnTo>
                    <a:pt x="1091819" y="299720"/>
                  </a:lnTo>
                  <a:lnTo>
                    <a:pt x="1225804" y="299720"/>
                  </a:lnTo>
                  <a:lnTo>
                    <a:pt x="1225804" y="100330"/>
                  </a:lnTo>
                  <a:lnTo>
                    <a:pt x="1305179" y="100330"/>
                  </a:lnTo>
                  <a:lnTo>
                    <a:pt x="1305179" y="49530"/>
                  </a:lnTo>
                  <a:close/>
                </a:path>
                <a:path w="3225800" h="304800">
                  <a:moveTo>
                    <a:pt x="1640078" y="49530"/>
                  </a:moveTo>
                  <a:lnTo>
                    <a:pt x="1506220" y="49530"/>
                  </a:lnTo>
                  <a:lnTo>
                    <a:pt x="1506220" y="246253"/>
                  </a:lnTo>
                  <a:lnTo>
                    <a:pt x="1504823" y="254000"/>
                  </a:lnTo>
                  <a:lnTo>
                    <a:pt x="1500251" y="260731"/>
                  </a:lnTo>
                  <a:lnTo>
                    <a:pt x="1494663" y="262382"/>
                  </a:lnTo>
                  <a:lnTo>
                    <a:pt x="1478915" y="262382"/>
                  </a:lnTo>
                  <a:lnTo>
                    <a:pt x="1473708" y="260858"/>
                  </a:lnTo>
                  <a:lnTo>
                    <a:pt x="1471549" y="257810"/>
                  </a:lnTo>
                  <a:lnTo>
                    <a:pt x="1469009" y="254762"/>
                  </a:lnTo>
                  <a:lnTo>
                    <a:pt x="1467739" y="247904"/>
                  </a:lnTo>
                  <a:lnTo>
                    <a:pt x="1467739" y="49530"/>
                  </a:lnTo>
                  <a:lnTo>
                    <a:pt x="1333754" y="49530"/>
                  </a:lnTo>
                  <a:lnTo>
                    <a:pt x="1333754" y="197485"/>
                  </a:lnTo>
                  <a:lnTo>
                    <a:pt x="1333944" y="216801"/>
                  </a:lnTo>
                  <a:lnTo>
                    <a:pt x="1339557" y="259359"/>
                  </a:lnTo>
                  <a:lnTo>
                    <a:pt x="1379626" y="288759"/>
                  </a:lnTo>
                  <a:lnTo>
                    <a:pt x="1428750" y="300558"/>
                  </a:lnTo>
                  <a:lnTo>
                    <a:pt x="1469428" y="304228"/>
                  </a:lnTo>
                  <a:lnTo>
                    <a:pt x="1491869" y="304673"/>
                  </a:lnTo>
                  <a:lnTo>
                    <a:pt x="1511960" y="304292"/>
                  </a:lnTo>
                  <a:lnTo>
                    <a:pt x="1564386" y="298323"/>
                  </a:lnTo>
                  <a:lnTo>
                    <a:pt x="1603616" y="285788"/>
                  </a:lnTo>
                  <a:lnTo>
                    <a:pt x="1636141" y="256413"/>
                  </a:lnTo>
                  <a:lnTo>
                    <a:pt x="1640078" y="216535"/>
                  </a:lnTo>
                  <a:lnTo>
                    <a:pt x="1640078" y="49530"/>
                  </a:lnTo>
                  <a:close/>
                </a:path>
                <a:path w="3225800" h="304800">
                  <a:moveTo>
                    <a:pt x="1999742" y="299466"/>
                  </a:moveTo>
                  <a:lnTo>
                    <a:pt x="1986051" y="254508"/>
                  </a:lnTo>
                  <a:lnTo>
                    <a:pt x="1984514" y="249453"/>
                  </a:lnTo>
                  <a:lnTo>
                    <a:pt x="1972449" y="210312"/>
                  </a:lnTo>
                  <a:lnTo>
                    <a:pt x="1953653" y="149529"/>
                  </a:lnTo>
                  <a:lnTo>
                    <a:pt x="1940052" y="105410"/>
                  </a:lnTo>
                  <a:lnTo>
                    <a:pt x="1938248" y="99555"/>
                  </a:lnTo>
                  <a:lnTo>
                    <a:pt x="1923034" y="49530"/>
                  </a:lnTo>
                  <a:lnTo>
                    <a:pt x="1852168" y="49530"/>
                  </a:lnTo>
                  <a:lnTo>
                    <a:pt x="1852168" y="210312"/>
                  </a:lnTo>
                  <a:lnTo>
                    <a:pt x="1806067" y="210312"/>
                  </a:lnTo>
                  <a:lnTo>
                    <a:pt x="1815172" y="167576"/>
                  </a:lnTo>
                  <a:lnTo>
                    <a:pt x="1831721" y="105410"/>
                  </a:lnTo>
                  <a:lnTo>
                    <a:pt x="1836762" y="135343"/>
                  </a:lnTo>
                  <a:lnTo>
                    <a:pt x="1841944" y="162814"/>
                  </a:lnTo>
                  <a:lnTo>
                    <a:pt x="1847113" y="187820"/>
                  </a:lnTo>
                  <a:lnTo>
                    <a:pt x="1852168" y="210312"/>
                  </a:lnTo>
                  <a:lnTo>
                    <a:pt x="1852168" y="49530"/>
                  </a:lnTo>
                  <a:lnTo>
                    <a:pt x="1729740" y="49530"/>
                  </a:lnTo>
                  <a:lnTo>
                    <a:pt x="1716176" y="99555"/>
                  </a:lnTo>
                  <a:lnTo>
                    <a:pt x="1702422" y="149529"/>
                  </a:lnTo>
                  <a:lnTo>
                    <a:pt x="1688617" y="199478"/>
                  </a:lnTo>
                  <a:lnTo>
                    <a:pt x="1674901" y="249453"/>
                  </a:lnTo>
                  <a:lnTo>
                    <a:pt x="1661414" y="299466"/>
                  </a:lnTo>
                  <a:lnTo>
                    <a:pt x="1799717" y="299466"/>
                  </a:lnTo>
                  <a:lnTo>
                    <a:pt x="1801749" y="288226"/>
                  </a:lnTo>
                  <a:lnTo>
                    <a:pt x="1805927" y="265747"/>
                  </a:lnTo>
                  <a:lnTo>
                    <a:pt x="1807972" y="254508"/>
                  </a:lnTo>
                  <a:lnTo>
                    <a:pt x="1855597" y="254508"/>
                  </a:lnTo>
                  <a:lnTo>
                    <a:pt x="1862963" y="299466"/>
                  </a:lnTo>
                  <a:lnTo>
                    <a:pt x="1999742" y="299466"/>
                  </a:lnTo>
                  <a:close/>
                </a:path>
                <a:path w="3225800" h="304800">
                  <a:moveTo>
                    <a:pt x="2335149" y="134874"/>
                  </a:moveTo>
                  <a:lnTo>
                    <a:pt x="2328227" y="92646"/>
                  </a:lnTo>
                  <a:lnTo>
                    <a:pt x="2290140" y="61442"/>
                  </a:lnTo>
                  <a:lnTo>
                    <a:pt x="2251926" y="50622"/>
                  </a:lnTo>
                  <a:lnTo>
                    <a:pt x="2203107" y="45123"/>
                  </a:lnTo>
                  <a:lnTo>
                    <a:pt x="2174875" y="44450"/>
                  </a:lnTo>
                  <a:lnTo>
                    <a:pt x="2153818" y="44869"/>
                  </a:lnTo>
                  <a:lnTo>
                    <a:pt x="2115312" y="48310"/>
                  </a:lnTo>
                  <a:lnTo>
                    <a:pt x="2067864" y="60058"/>
                  </a:lnTo>
                  <a:lnTo>
                    <a:pt x="2030196" y="84010"/>
                  </a:lnTo>
                  <a:lnTo>
                    <a:pt x="2019020" y="125018"/>
                  </a:lnTo>
                  <a:lnTo>
                    <a:pt x="2018792" y="137668"/>
                  </a:lnTo>
                  <a:lnTo>
                    <a:pt x="2018792" y="210693"/>
                  </a:lnTo>
                  <a:lnTo>
                    <a:pt x="2025802" y="255371"/>
                  </a:lnTo>
                  <a:lnTo>
                    <a:pt x="2064194" y="288620"/>
                  </a:lnTo>
                  <a:lnTo>
                    <a:pt x="2102078" y="298945"/>
                  </a:lnTo>
                  <a:lnTo>
                    <a:pt x="2150605" y="304050"/>
                  </a:lnTo>
                  <a:lnTo>
                    <a:pt x="2178685" y="304673"/>
                  </a:lnTo>
                  <a:lnTo>
                    <a:pt x="2205939" y="303949"/>
                  </a:lnTo>
                  <a:lnTo>
                    <a:pt x="2253704" y="297980"/>
                  </a:lnTo>
                  <a:lnTo>
                    <a:pt x="2291727" y="286169"/>
                  </a:lnTo>
                  <a:lnTo>
                    <a:pt x="2323973" y="264033"/>
                  </a:lnTo>
                  <a:lnTo>
                    <a:pt x="2334412" y="227101"/>
                  </a:lnTo>
                  <a:lnTo>
                    <a:pt x="2335149" y="209169"/>
                  </a:lnTo>
                  <a:lnTo>
                    <a:pt x="2335149" y="199390"/>
                  </a:lnTo>
                  <a:lnTo>
                    <a:pt x="2201291" y="199390"/>
                  </a:lnTo>
                  <a:lnTo>
                    <a:pt x="2201291" y="230759"/>
                  </a:lnTo>
                  <a:lnTo>
                    <a:pt x="2200986" y="240157"/>
                  </a:lnTo>
                  <a:lnTo>
                    <a:pt x="2186940" y="262382"/>
                  </a:lnTo>
                  <a:lnTo>
                    <a:pt x="2166620" y="262382"/>
                  </a:lnTo>
                  <a:lnTo>
                    <a:pt x="2159889" y="260604"/>
                  </a:lnTo>
                  <a:lnTo>
                    <a:pt x="2154301" y="253111"/>
                  </a:lnTo>
                  <a:lnTo>
                    <a:pt x="2152650" y="245237"/>
                  </a:lnTo>
                  <a:lnTo>
                    <a:pt x="2152650" y="104394"/>
                  </a:lnTo>
                  <a:lnTo>
                    <a:pt x="2154301" y="96266"/>
                  </a:lnTo>
                  <a:lnTo>
                    <a:pt x="2159889" y="88519"/>
                  </a:lnTo>
                  <a:lnTo>
                    <a:pt x="2166874" y="86614"/>
                  </a:lnTo>
                  <a:lnTo>
                    <a:pt x="2187956" y="86614"/>
                  </a:lnTo>
                  <a:lnTo>
                    <a:pt x="2194306" y="88265"/>
                  </a:lnTo>
                  <a:lnTo>
                    <a:pt x="2197227" y="91313"/>
                  </a:lnTo>
                  <a:lnTo>
                    <a:pt x="2199894" y="94615"/>
                  </a:lnTo>
                  <a:lnTo>
                    <a:pt x="2201291" y="102362"/>
                  </a:lnTo>
                  <a:lnTo>
                    <a:pt x="2201291" y="158369"/>
                  </a:lnTo>
                  <a:lnTo>
                    <a:pt x="2335149" y="158369"/>
                  </a:lnTo>
                  <a:lnTo>
                    <a:pt x="2335149" y="134874"/>
                  </a:lnTo>
                  <a:close/>
                </a:path>
                <a:path w="3225800" h="304800">
                  <a:moveTo>
                    <a:pt x="2517013" y="49530"/>
                  </a:moveTo>
                  <a:lnTo>
                    <a:pt x="2383155" y="49530"/>
                  </a:lnTo>
                  <a:lnTo>
                    <a:pt x="2383155" y="299466"/>
                  </a:lnTo>
                  <a:lnTo>
                    <a:pt x="2517013" y="299466"/>
                  </a:lnTo>
                  <a:lnTo>
                    <a:pt x="2517013" y="49530"/>
                  </a:lnTo>
                  <a:close/>
                </a:path>
                <a:path w="3225800" h="304800">
                  <a:moveTo>
                    <a:pt x="2829928" y="0"/>
                  </a:moveTo>
                  <a:lnTo>
                    <a:pt x="2716657" y="0"/>
                  </a:lnTo>
                  <a:lnTo>
                    <a:pt x="2702763" y="10502"/>
                  </a:lnTo>
                  <a:lnTo>
                    <a:pt x="2660777" y="41783"/>
                  </a:lnTo>
                  <a:lnTo>
                    <a:pt x="2725293" y="41783"/>
                  </a:lnTo>
                  <a:lnTo>
                    <a:pt x="2829928" y="0"/>
                  </a:lnTo>
                  <a:close/>
                </a:path>
                <a:path w="3225800" h="304800">
                  <a:moveTo>
                    <a:pt x="2876677" y="153162"/>
                  </a:moveTo>
                  <a:lnTo>
                    <a:pt x="2876423" y="135712"/>
                  </a:lnTo>
                  <a:lnTo>
                    <a:pt x="2876410" y="135305"/>
                  </a:lnTo>
                  <a:lnTo>
                    <a:pt x="2875699" y="121018"/>
                  </a:lnTo>
                  <a:lnTo>
                    <a:pt x="2875673" y="120370"/>
                  </a:lnTo>
                  <a:lnTo>
                    <a:pt x="2874543" y="109067"/>
                  </a:lnTo>
                  <a:lnTo>
                    <a:pt x="2874480" y="108343"/>
                  </a:lnTo>
                  <a:lnTo>
                    <a:pt x="2872968" y="99822"/>
                  </a:lnTo>
                  <a:lnTo>
                    <a:pt x="2872854" y="99187"/>
                  </a:lnTo>
                  <a:lnTo>
                    <a:pt x="2869933" y="91579"/>
                  </a:lnTo>
                  <a:lnTo>
                    <a:pt x="2866529" y="86614"/>
                  </a:lnTo>
                  <a:lnTo>
                    <a:pt x="2864967" y="84328"/>
                  </a:lnTo>
                  <a:lnTo>
                    <a:pt x="2825813" y="59156"/>
                  </a:lnTo>
                  <a:lnTo>
                    <a:pt x="2779204" y="48044"/>
                  </a:lnTo>
                  <a:lnTo>
                    <a:pt x="2762123" y="46139"/>
                  </a:lnTo>
                  <a:lnTo>
                    <a:pt x="2762935" y="46139"/>
                  </a:lnTo>
                  <a:lnTo>
                    <a:pt x="2742819" y="44907"/>
                  </a:lnTo>
                  <a:lnTo>
                    <a:pt x="2742819" y="102235"/>
                  </a:lnTo>
                  <a:lnTo>
                    <a:pt x="2742768" y="230505"/>
                  </a:lnTo>
                  <a:lnTo>
                    <a:pt x="2730627" y="262382"/>
                  </a:lnTo>
                  <a:lnTo>
                    <a:pt x="2712466" y="262382"/>
                  </a:lnTo>
                  <a:lnTo>
                    <a:pt x="2700782" y="230505"/>
                  </a:lnTo>
                  <a:lnTo>
                    <a:pt x="2700782" y="100965"/>
                  </a:lnTo>
                  <a:lnTo>
                    <a:pt x="2702814" y="93218"/>
                  </a:lnTo>
                  <a:lnTo>
                    <a:pt x="2706497" y="90551"/>
                  </a:lnTo>
                  <a:lnTo>
                    <a:pt x="2709926" y="87884"/>
                  </a:lnTo>
                  <a:lnTo>
                    <a:pt x="2715387" y="86614"/>
                  </a:lnTo>
                  <a:lnTo>
                    <a:pt x="2730627" y="86614"/>
                  </a:lnTo>
                  <a:lnTo>
                    <a:pt x="2736075" y="88265"/>
                  </a:lnTo>
                  <a:lnTo>
                    <a:pt x="2738882" y="91440"/>
                  </a:lnTo>
                  <a:lnTo>
                    <a:pt x="2741549" y="94742"/>
                  </a:lnTo>
                  <a:lnTo>
                    <a:pt x="2742819" y="102235"/>
                  </a:lnTo>
                  <a:lnTo>
                    <a:pt x="2742819" y="44907"/>
                  </a:lnTo>
                  <a:lnTo>
                    <a:pt x="2742387" y="44869"/>
                  </a:lnTo>
                  <a:lnTo>
                    <a:pt x="2743314" y="44869"/>
                  </a:lnTo>
                  <a:lnTo>
                    <a:pt x="2721737" y="44450"/>
                  </a:lnTo>
                  <a:lnTo>
                    <a:pt x="2680944" y="46139"/>
                  </a:lnTo>
                  <a:lnTo>
                    <a:pt x="2629878" y="55232"/>
                  </a:lnTo>
                  <a:lnTo>
                    <a:pt x="2593594" y="71247"/>
                  </a:lnTo>
                  <a:lnTo>
                    <a:pt x="2569057" y="109067"/>
                  </a:lnTo>
                  <a:lnTo>
                    <a:pt x="2567178" y="135305"/>
                  </a:lnTo>
                  <a:lnTo>
                    <a:pt x="2567152" y="135712"/>
                  </a:lnTo>
                  <a:lnTo>
                    <a:pt x="2566924" y="153162"/>
                  </a:lnTo>
                  <a:lnTo>
                    <a:pt x="2566924" y="195834"/>
                  </a:lnTo>
                  <a:lnTo>
                    <a:pt x="2567152" y="213372"/>
                  </a:lnTo>
                  <a:lnTo>
                    <a:pt x="2567838" y="228079"/>
                  </a:lnTo>
                  <a:lnTo>
                    <a:pt x="2567876" y="228650"/>
                  </a:lnTo>
                  <a:lnTo>
                    <a:pt x="2568994" y="240004"/>
                  </a:lnTo>
                  <a:lnTo>
                    <a:pt x="2569057" y="240715"/>
                  </a:lnTo>
                  <a:lnTo>
                    <a:pt x="2570734" y="249936"/>
                  </a:lnTo>
                  <a:lnTo>
                    <a:pt x="2573591" y="257302"/>
                  </a:lnTo>
                  <a:lnTo>
                    <a:pt x="2573655" y="257479"/>
                  </a:lnTo>
                  <a:lnTo>
                    <a:pt x="2605405" y="284695"/>
                  </a:lnTo>
                  <a:lnTo>
                    <a:pt x="2647696" y="298069"/>
                  </a:lnTo>
                  <a:lnTo>
                    <a:pt x="2701569" y="304292"/>
                  </a:lnTo>
                  <a:lnTo>
                    <a:pt x="2721737" y="304673"/>
                  </a:lnTo>
                  <a:lnTo>
                    <a:pt x="2741574" y="304292"/>
                  </a:lnTo>
                  <a:lnTo>
                    <a:pt x="2742412" y="304292"/>
                  </a:lnTo>
                  <a:lnTo>
                    <a:pt x="2761030" y="303085"/>
                  </a:lnTo>
                  <a:lnTo>
                    <a:pt x="2761704" y="303085"/>
                  </a:lnTo>
                  <a:lnTo>
                    <a:pt x="2780931" y="300824"/>
                  </a:lnTo>
                  <a:lnTo>
                    <a:pt x="2827490" y="289242"/>
                  </a:lnTo>
                  <a:lnTo>
                    <a:pt x="2865450" y="264134"/>
                  </a:lnTo>
                  <a:lnTo>
                    <a:pt x="2866593" y="262382"/>
                  </a:lnTo>
                  <a:lnTo>
                    <a:pt x="2870238" y="256857"/>
                  </a:lnTo>
                  <a:lnTo>
                    <a:pt x="2873121" y="249174"/>
                  </a:lnTo>
                  <a:lnTo>
                    <a:pt x="2874467" y="240715"/>
                  </a:lnTo>
                  <a:lnTo>
                    <a:pt x="2874581" y="240004"/>
                  </a:lnTo>
                  <a:lnTo>
                    <a:pt x="2875648" y="228650"/>
                  </a:lnTo>
                  <a:lnTo>
                    <a:pt x="2875699" y="228079"/>
                  </a:lnTo>
                  <a:lnTo>
                    <a:pt x="2876397" y="213702"/>
                  </a:lnTo>
                  <a:lnTo>
                    <a:pt x="2876677" y="195834"/>
                  </a:lnTo>
                  <a:lnTo>
                    <a:pt x="2876677" y="153162"/>
                  </a:lnTo>
                  <a:close/>
                </a:path>
                <a:path w="3225800" h="304800">
                  <a:moveTo>
                    <a:pt x="3225419" y="49530"/>
                  </a:moveTo>
                  <a:lnTo>
                    <a:pt x="3113532" y="49530"/>
                  </a:lnTo>
                  <a:lnTo>
                    <a:pt x="3113532" y="162052"/>
                  </a:lnTo>
                  <a:lnTo>
                    <a:pt x="3057106" y="77774"/>
                  </a:lnTo>
                  <a:lnTo>
                    <a:pt x="3038475" y="49530"/>
                  </a:lnTo>
                  <a:lnTo>
                    <a:pt x="2926461" y="49530"/>
                  </a:lnTo>
                  <a:lnTo>
                    <a:pt x="2926461" y="299466"/>
                  </a:lnTo>
                  <a:lnTo>
                    <a:pt x="3038475" y="299466"/>
                  </a:lnTo>
                  <a:lnTo>
                    <a:pt x="3038475" y="185928"/>
                  </a:lnTo>
                  <a:lnTo>
                    <a:pt x="3108071" y="299466"/>
                  </a:lnTo>
                  <a:lnTo>
                    <a:pt x="3225419" y="299466"/>
                  </a:lnTo>
                  <a:lnTo>
                    <a:pt x="3225419" y="4953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766820" y="1548129"/>
              <a:ext cx="2000250" cy="255270"/>
            </a:xfrm>
            <a:custGeom>
              <a:avLst/>
              <a:gdLst/>
              <a:ahLst/>
              <a:cxnLst/>
              <a:rect l="l" t="t" r="r" b="b"/>
              <a:pathLst>
                <a:path w="2000250" h="255269">
                  <a:moveTo>
                    <a:pt x="0" y="0"/>
                  </a:moveTo>
                  <a:lnTo>
                    <a:pt x="33718" y="0"/>
                  </a:lnTo>
                  <a:lnTo>
                    <a:pt x="67436" y="0"/>
                  </a:lnTo>
                  <a:lnTo>
                    <a:pt x="101155" y="0"/>
                  </a:lnTo>
                  <a:lnTo>
                    <a:pt x="134874" y="0"/>
                  </a:lnTo>
                  <a:lnTo>
                    <a:pt x="160639" y="261"/>
                  </a:lnTo>
                  <a:lnTo>
                    <a:pt x="202739" y="2357"/>
                  </a:lnTo>
                  <a:lnTo>
                    <a:pt x="244792" y="9366"/>
                  </a:lnTo>
                  <a:lnTo>
                    <a:pt x="280148" y="29936"/>
                  </a:lnTo>
                  <a:lnTo>
                    <a:pt x="288416" y="69976"/>
                  </a:lnTo>
                  <a:lnTo>
                    <a:pt x="288416" y="77215"/>
                  </a:lnTo>
                  <a:lnTo>
                    <a:pt x="288416" y="84454"/>
                  </a:lnTo>
                  <a:lnTo>
                    <a:pt x="288416" y="91821"/>
                  </a:lnTo>
                  <a:lnTo>
                    <a:pt x="287758" y="102937"/>
                  </a:lnTo>
                  <a:lnTo>
                    <a:pt x="263937" y="136334"/>
                  </a:lnTo>
                  <a:lnTo>
                    <a:pt x="226359" y="146030"/>
                  </a:lnTo>
                  <a:lnTo>
                    <a:pt x="169799" y="149351"/>
                  </a:lnTo>
                  <a:lnTo>
                    <a:pt x="160843" y="149351"/>
                  </a:lnTo>
                  <a:lnTo>
                    <a:pt x="151876" y="149351"/>
                  </a:lnTo>
                  <a:lnTo>
                    <a:pt x="142884" y="149351"/>
                  </a:lnTo>
                  <a:lnTo>
                    <a:pt x="133857" y="149351"/>
                  </a:lnTo>
                  <a:lnTo>
                    <a:pt x="133857" y="174480"/>
                  </a:lnTo>
                  <a:lnTo>
                    <a:pt x="133857" y="199596"/>
                  </a:lnTo>
                  <a:lnTo>
                    <a:pt x="133857" y="224736"/>
                  </a:lnTo>
                  <a:lnTo>
                    <a:pt x="133857" y="249935"/>
                  </a:lnTo>
                  <a:lnTo>
                    <a:pt x="100405" y="249935"/>
                  </a:lnTo>
                  <a:lnTo>
                    <a:pt x="66928" y="249935"/>
                  </a:lnTo>
                  <a:lnTo>
                    <a:pt x="33452" y="249935"/>
                  </a:lnTo>
                  <a:lnTo>
                    <a:pt x="0" y="249935"/>
                  </a:lnTo>
                  <a:lnTo>
                    <a:pt x="0" y="199960"/>
                  </a:lnTo>
                  <a:lnTo>
                    <a:pt x="0" y="149998"/>
                  </a:lnTo>
                  <a:lnTo>
                    <a:pt x="0" y="100029"/>
                  </a:lnTo>
                  <a:lnTo>
                    <a:pt x="0" y="50035"/>
                  </a:lnTo>
                  <a:lnTo>
                    <a:pt x="0" y="0"/>
                  </a:lnTo>
                  <a:close/>
                </a:path>
                <a:path w="2000250" h="255269">
                  <a:moveTo>
                    <a:pt x="133857" y="42925"/>
                  </a:moveTo>
                  <a:lnTo>
                    <a:pt x="133857" y="58812"/>
                  </a:lnTo>
                  <a:lnTo>
                    <a:pt x="133857" y="74675"/>
                  </a:lnTo>
                  <a:lnTo>
                    <a:pt x="133857" y="90539"/>
                  </a:lnTo>
                  <a:lnTo>
                    <a:pt x="133857" y="106425"/>
                  </a:lnTo>
                  <a:lnTo>
                    <a:pt x="137667" y="106552"/>
                  </a:lnTo>
                  <a:lnTo>
                    <a:pt x="140842" y="106552"/>
                  </a:lnTo>
                  <a:lnTo>
                    <a:pt x="143637" y="106552"/>
                  </a:lnTo>
                  <a:lnTo>
                    <a:pt x="152255" y="106287"/>
                  </a:lnTo>
                  <a:lnTo>
                    <a:pt x="176402" y="93218"/>
                  </a:lnTo>
                  <a:lnTo>
                    <a:pt x="176402" y="83947"/>
                  </a:lnTo>
                  <a:lnTo>
                    <a:pt x="176402" y="77088"/>
                  </a:lnTo>
                  <a:lnTo>
                    <a:pt x="176402" y="70103"/>
                  </a:lnTo>
                  <a:lnTo>
                    <a:pt x="176402" y="63373"/>
                  </a:lnTo>
                  <a:lnTo>
                    <a:pt x="176402" y="54863"/>
                  </a:lnTo>
                  <a:lnTo>
                    <a:pt x="173608" y="49402"/>
                  </a:lnTo>
                  <a:lnTo>
                    <a:pt x="168147" y="46608"/>
                  </a:lnTo>
                  <a:lnTo>
                    <a:pt x="163004" y="44961"/>
                  </a:lnTo>
                  <a:lnTo>
                    <a:pt x="155575" y="43815"/>
                  </a:lnTo>
                  <a:lnTo>
                    <a:pt x="145859" y="43144"/>
                  </a:lnTo>
                  <a:lnTo>
                    <a:pt x="133857" y="42925"/>
                  </a:lnTo>
                  <a:close/>
                </a:path>
                <a:path w="2000250" h="255269">
                  <a:moveTo>
                    <a:pt x="631189" y="0"/>
                  </a:moveTo>
                  <a:lnTo>
                    <a:pt x="631189" y="41792"/>
                  </a:lnTo>
                  <a:lnTo>
                    <a:pt x="631189" y="83550"/>
                  </a:lnTo>
                  <a:lnTo>
                    <a:pt x="631189" y="125283"/>
                  </a:lnTo>
                  <a:lnTo>
                    <a:pt x="631189" y="167004"/>
                  </a:lnTo>
                  <a:lnTo>
                    <a:pt x="630951" y="180201"/>
                  </a:lnTo>
                  <a:lnTo>
                    <a:pt x="619744" y="218503"/>
                  </a:lnTo>
                  <a:lnTo>
                    <a:pt x="583136" y="241172"/>
                  </a:lnTo>
                  <a:lnTo>
                    <a:pt x="539327" y="251606"/>
                  </a:lnTo>
                  <a:lnTo>
                    <a:pt x="482980" y="255143"/>
                  </a:lnTo>
                  <a:lnTo>
                    <a:pt x="460545" y="254688"/>
                  </a:lnTo>
                  <a:lnTo>
                    <a:pt x="419865" y="251017"/>
                  </a:lnTo>
                  <a:lnTo>
                    <a:pt x="370776" y="239220"/>
                  </a:lnTo>
                  <a:lnTo>
                    <a:pt x="334930" y="216185"/>
                  </a:lnTo>
                  <a:lnTo>
                    <a:pt x="325185" y="167268"/>
                  </a:lnTo>
                  <a:lnTo>
                    <a:pt x="324992" y="147954"/>
                  </a:lnTo>
                  <a:lnTo>
                    <a:pt x="324992" y="110996"/>
                  </a:lnTo>
                  <a:lnTo>
                    <a:pt x="324992" y="74025"/>
                  </a:lnTo>
                  <a:lnTo>
                    <a:pt x="324992" y="37030"/>
                  </a:lnTo>
                  <a:lnTo>
                    <a:pt x="324992" y="0"/>
                  </a:lnTo>
                  <a:lnTo>
                    <a:pt x="358445" y="0"/>
                  </a:lnTo>
                  <a:lnTo>
                    <a:pt x="391922" y="0"/>
                  </a:lnTo>
                  <a:lnTo>
                    <a:pt x="425398" y="0"/>
                  </a:lnTo>
                  <a:lnTo>
                    <a:pt x="458850" y="0"/>
                  </a:lnTo>
                  <a:lnTo>
                    <a:pt x="458850" y="46916"/>
                  </a:lnTo>
                  <a:lnTo>
                    <a:pt x="458850" y="93773"/>
                  </a:lnTo>
                  <a:lnTo>
                    <a:pt x="458850" y="140606"/>
                  </a:lnTo>
                  <a:lnTo>
                    <a:pt x="458850" y="187451"/>
                  </a:lnTo>
                  <a:lnTo>
                    <a:pt x="458850" y="198374"/>
                  </a:lnTo>
                  <a:lnTo>
                    <a:pt x="460120" y="205231"/>
                  </a:lnTo>
                  <a:lnTo>
                    <a:pt x="462660" y="208279"/>
                  </a:lnTo>
                  <a:lnTo>
                    <a:pt x="464819" y="211327"/>
                  </a:lnTo>
                  <a:lnTo>
                    <a:pt x="470026" y="212851"/>
                  </a:lnTo>
                  <a:lnTo>
                    <a:pt x="477265" y="212851"/>
                  </a:lnTo>
                  <a:lnTo>
                    <a:pt x="485901" y="212851"/>
                  </a:lnTo>
                  <a:lnTo>
                    <a:pt x="491235" y="211200"/>
                  </a:lnTo>
                  <a:lnTo>
                    <a:pt x="493775" y="207772"/>
                  </a:lnTo>
                  <a:lnTo>
                    <a:pt x="495934" y="204470"/>
                  </a:lnTo>
                  <a:lnTo>
                    <a:pt x="497204" y="196723"/>
                  </a:lnTo>
                  <a:lnTo>
                    <a:pt x="497204" y="184150"/>
                  </a:lnTo>
                  <a:lnTo>
                    <a:pt x="497204" y="138142"/>
                  </a:lnTo>
                  <a:lnTo>
                    <a:pt x="497204" y="92122"/>
                  </a:lnTo>
                  <a:lnTo>
                    <a:pt x="497204" y="46079"/>
                  </a:lnTo>
                  <a:lnTo>
                    <a:pt x="497204" y="0"/>
                  </a:lnTo>
                  <a:lnTo>
                    <a:pt x="530731" y="0"/>
                  </a:lnTo>
                  <a:lnTo>
                    <a:pt x="564245" y="0"/>
                  </a:lnTo>
                  <a:lnTo>
                    <a:pt x="597735" y="0"/>
                  </a:lnTo>
                  <a:lnTo>
                    <a:pt x="631189" y="0"/>
                  </a:lnTo>
                  <a:close/>
                </a:path>
                <a:path w="2000250" h="255269">
                  <a:moveTo>
                    <a:pt x="981837" y="0"/>
                  </a:moveTo>
                  <a:lnTo>
                    <a:pt x="981837" y="0"/>
                  </a:lnTo>
                  <a:lnTo>
                    <a:pt x="981837" y="249935"/>
                  </a:lnTo>
                  <a:lnTo>
                    <a:pt x="952573" y="249935"/>
                  </a:lnTo>
                  <a:lnTo>
                    <a:pt x="923274" y="249935"/>
                  </a:lnTo>
                  <a:lnTo>
                    <a:pt x="893951" y="249935"/>
                  </a:lnTo>
                  <a:lnTo>
                    <a:pt x="864615" y="249935"/>
                  </a:lnTo>
                  <a:lnTo>
                    <a:pt x="847240" y="221462"/>
                  </a:lnTo>
                  <a:lnTo>
                    <a:pt x="829722" y="193119"/>
                  </a:lnTo>
                  <a:lnTo>
                    <a:pt x="812252" y="164800"/>
                  </a:lnTo>
                  <a:lnTo>
                    <a:pt x="795019" y="136398"/>
                  </a:lnTo>
                  <a:lnTo>
                    <a:pt x="795019" y="164782"/>
                  </a:lnTo>
                  <a:lnTo>
                    <a:pt x="795019" y="193167"/>
                  </a:lnTo>
                  <a:lnTo>
                    <a:pt x="795019" y="221551"/>
                  </a:lnTo>
                  <a:lnTo>
                    <a:pt x="795019" y="249935"/>
                  </a:lnTo>
                  <a:lnTo>
                    <a:pt x="767016" y="249935"/>
                  </a:lnTo>
                  <a:lnTo>
                    <a:pt x="739013" y="249935"/>
                  </a:lnTo>
                  <a:lnTo>
                    <a:pt x="711009" y="249935"/>
                  </a:lnTo>
                  <a:lnTo>
                    <a:pt x="683005" y="249935"/>
                  </a:lnTo>
                  <a:lnTo>
                    <a:pt x="683005" y="199960"/>
                  </a:lnTo>
                  <a:lnTo>
                    <a:pt x="683005" y="149998"/>
                  </a:lnTo>
                  <a:lnTo>
                    <a:pt x="683005" y="100029"/>
                  </a:lnTo>
                  <a:lnTo>
                    <a:pt x="683005" y="50035"/>
                  </a:lnTo>
                  <a:lnTo>
                    <a:pt x="683005" y="0"/>
                  </a:lnTo>
                  <a:lnTo>
                    <a:pt x="711009" y="0"/>
                  </a:lnTo>
                  <a:lnTo>
                    <a:pt x="739012" y="0"/>
                  </a:lnTo>
                  <a:lnTo>
                    <a:pt x="767016" y="0"/>
                  </a:lnTo>
                  <a:lnTo>
                    <a:pt x="795019" y="0"/>
                  </a:lnTo>
                  <a:lnTo>
                    <a:pt x="813603" y="28243"/>
                  </a:lnTo>
                  <a:lnTo>
                    <a:pt x="832437" y="56308"/>
                  </a:lnTo>
                  <a:lnTo>
                    <a:pt x="851294" y="84349"/>
                  </a:lnTo>
                  <a:lnTo>
                    <a:pt x="869950" y="112522"/>
                  </a:lnTo>
                  <a:lnTo>
                    <a:pt x="869950" y="84474"/>
                  </a:lnTo>
                  <a:lnTo>
                    <a:pt x="869950" y="56356"/>
                  </a:lnTo>
                  <a:lnTo>
                    <a:pt x="869950" y="28190"/>
                  </a:lnTo>
                  <a:lnTo>
                    <a:pt x="869950" y="0"/>
                  </a:lnTo>
                  <a:lnTo>
                    <a:pt x="897951" y="0"/>
                  </a:lnTo>
                  <a:lnTo>
                    <a:pt x="925941" y="0"/>
                  </a:lnTo>
                  <a:lnTo>
                    <a:pt x="953906" y="0"/>
                  </a:lnTo>
                  <a:lnTo>
                    <a:pt x="981837" y="0"/>
                  </a:lnTo>
                  <a:close/>
                </a:path>
                <a:path w="2000250" h="255269">
                  <a:moveTo>
                    <a:pt x="1305178" y="0"/>
                  </a:moveTo>
                  <a:lnTo>
                    <a:pt x="1305178" y="12553"/>
                  </a:lnTo>
                  <a:lnTo>
                    <a:pt x="1305178" y="25082"/>
                  </a:lnTo>
                  <a:lnTo>
                    <a:pt x="1305178" y="37611"/>
                  </a:lnTo>
                  <a:lnTo>
                    <a:pt x="1305178" y="50164"/>
                  </a:lnTo>
                  <a:lnTo>
                    <a:pt x="1285347" y="50164"/>
                  </a:lnTo>
                  <a:lnTo>
                    <a:pt x="1265491" y="50164"/>
                  </a:lnTo>
                  <a:lnTo>
                    <a:pt x="1245635" y="50164"/>
                  </a:lnTo>
                  <a:lnTo>
                    <a:pt x="1225803" y="50164"/>
                  </a:lnTo>
                  <a:lnTo>
                    <a:pt x="1225803" y="100077"/>
                  </a:lnTo>
                  <a:lnTo>
                    <a:pt x="1225803" y="150002"/>
                  </a:lnTo>
                  <a:lnTo>
                    <a:pt x="1225803" y="199951"/>
                  </a:lnTo>
                  <a:lnTo>
                    <a:pt x="1225803" y="249935"/>
                  </a:lnTo>
                  <a:lnTo>
                    <a:pt x="1192349" y="249935"/>
                  </a:lnTo>
                  <a:lnTo>
                    <a:pt x="1158859" y="249935"/>
                  </a:lnTo>
                  <a:lnTo>
                    <a:pt x="1125345" y="249935"/>
                  </a:lnTo>
                  <a:lnTo>
                    <a:pt x="1091818" y="249935"/>
                  </a:lnTo>
                  <a:lnTo>
                    <a:pt x="1091818" y="199951"/>
                  </a:lnTo>
                  <a:lnTo>
                    <a:pt x="1091818" y="150002"/>
                  </a:lnTo>
                  <a:lnTo>
                    <a:pt x="1091818" y="100077"/>
                  </a:lnTo>
                  <a:lnTo>
                    <a:pt x="1091818" y="50164"/>
                  </a:lnTo>
                  <a:lnTo>
                    <a:pt x="1072080" y="50164"/>
                  </a:lnTo>
                  <a:lnTo>
                    <a:pt x="1052306" y="50164"/>
                  </a:lnTo>
                  <a:lnTo>
                    <a:pt x="1032508" y="50164"/>
                  </a:lnTo>
                  <a:lnTo>
                    <a:pt x="1012697" y="50164"/>
                  </a:lnTo>
                  <a:lnTo>
                    <a:pt x="1012697" y="37611"/>
                  </a:lnTo>
                  <a:lnTo>
                    <a:pt x="1012697" y="25082"/>
                  </a:lnTo>
                  <a:lnTo>
                    <a:pt x="1012697" y="12553"/>
                  </a:lnTo>
                  <a:lnTo>
                    <a:pt x="1012697" y="0"/>
                  </a:lnTo>
                  <a:lnTo>
                    <a:pt x="1061465" y="0"/>
                  </a:lnTo>
                  <a:lnTo>
                    <a:pt x="1110229" y="0"/>
                  </a:lnTo>
                  <a:lnTo>
                    <a:pt x="1158986" y="0"/>
                  </a:lnTo>
                  <a:lnTo>
                    <a:pt x="1207732" y="0"/>
                  </a:lnTo>
                  <a:lnTo>
                    <a:pt x="1256464" y="0"/>
                  </a:lnTo>
                  <a:lnTo>
                    <a:pt x="1305178" y="0"/>
                  </a:lnTo>
                  <a:close/>
                </a:path>
                <a:path w="2000250" h="255269">
                  <a:moveTo>
                    <a:pt x="1640077" y="0"/>
                  </a:moveTo>
                  <a:lnTo>
                    <a:pt x="1640077" y="41792"/>
                  </a:lnTo>
                  <a:lnTo>
                    <a:pt x="1640077" y="83550"/>
                  </a:lnTo>
                  <a:lnTo>
                    <a:pt x="1640077" y="125283"/>
                  </a:lnTo>
                  <a:lnTo>
                    <a:pt x="1640077" y="167004"/>
                  </a:lnTo>
                  <a:lnTo>
                    <a:pt x="1639837" y="180201"/>
                  </a:lnTo>
                  <a:lnTo>
                    <a:pt x="1628616" y="218503"/>
                  </a:lnTo>
                  <a:lnTo>
                    <a:pt x="1592024" y="241172"/>
                  </a:lnTo>
                  <a:lnTo>
                    <a:pt x="1548215" y="251606"/>
                  </a:lnTo>
                  <a:lnTo>
                    <a:pt x="1491868" y="255143"/>
                  </a:lnTo>
                  <a:lnTo>
                    <a:pt x="1469433" y="254688"/>
                  </a:lnTo>
                  <a:lnTo>
                    <a:pt x="1428753" y="251017"/>
                  </a:lnTo>
                  <a:lnTo>
                    <a:pt x="1379632" y="239220"/>
                  </a:lnTo>
                  <a:lnTo>
                    <a:pt x="1343834" y="216185"/>
                  </a:lnTo>
                  <a:lnTo>
                    <a:pt x="1333948" y="167268"/>
                  </a:lnTo>
                  <a:lnTo>
                    <a:pt x="1333753" y="147954"/>
                  </a:lnTo>
                  <a:lnTo>
                    <a:pt x="1333753" y="110996"/>
                  </a:lnTo>
                  <a:lnTo>
                    <a:pt x="1333753" y="74025"/>
                  </a:lnTo>
                  <a:lnTo>
                    <a:pt x="1333753" y="37030"/>
                  </a:lnTo>
                  <a:lnTo>
                    <a:pt x="1333753" y="0"/>
                  </a:lnTo>
                  <a:lnTo>
                    <a:pt x="1367333" y="0"/>
                  </a:lnTo>
                  <a:lnTo>
                    <a:pt x="1400841" y="0"/>
                  </a:lnTo>
                  <a:lnTo>
                    <a:pt x="1434302" y="0"/>
                  </a:lnTo>
                  <a:lnTo>
                    <a:pt x="1467739" y="0"/>
                  </a:lnTo>
                  <a:lnTo>
                    <a:pt x="1467739" y="46916"/>
                  </a:lnTo>
                  <a:lnTo>
                    <a:pt x="1467739" y="93773"/>
                  </a:lnTo>
                  <a:lnTo>
                    <a:pt x="1467739" y="140606"/>
                  </a:lnTo>
                  <a:lnTo>
                    <a:pt x="1467739" y="187451"/>
                  </a:lnTo>
                  <a:lnTo>
                    <a:pt x="1467739" y="198374"/>
                  </a:lnTo>
                  <a:lnTo>
                    <a:pt x="1469008" y="205231"/>
                  </a:lnTo>
                  <a:lnTo>
                    <a:pt x="1471549" y="208279"/>
                  </a:lnTo>
                  <a:lnTo>
                    <a:pt x="1473707" y="211327"/>
                  </a:lnTo>
                  <a:lnTo>
                    <a:pt x="1478914" y="212851"/>
                  </a:lnTo>
                  <a:lnTo>
                    <a:pt x="1486153" y="212851"/>
                  </a:lnTo>
                  <a:lnTo>
                    <a:pt x="1494663" y="212851"/>
                  </a:lnTo>
                  <a:lnTo>
                    <a:pt x="1500251" y="211200"/>
                  </a:lnTo>
                  <a:lnTo>
                    <a:pt x="1502664" y="207772"/>
                  </a:lnTo>
                  <a:lnTo>
                    <a:pt x="1504822" y="204470"/>
                  </a:lnTo>
                  <a:lnTo>
                    <a:pt x="1506219" y="196723"/>
                  </a:lnTo>
                  <a:lnTo>
                    <a:pt x="1506219" y="184150"/>
                  </a:lnTo>
                  <a:lnTo>
                    <a:pt x="1506219" y="138142"/>
                  </a:lnTo>
                  <a:lnTo>
                    <a:pt x="1506219" y="92122"/>
                  </a:lnTo>
                  <a:lnTo>
                    <a:pt x="1506219" y="46079"/>
                  </a:lnTo>
                  <a:lnTo>
                    <a:pt x="1506219" y="0"/>
                  </a:lnTo>
                  <a:lnTo>
                    <a:pt x="1539672" y="0"/>
                  </a:lnTo>
                  <a:lnTo>
                    <a:pt x="1573149" y="0"/>
                  </a:lnTo>
                  <a:lnTo>
                    <a:pt x="1606625" y="0"/>
                  </a:lnTo>
                  <a:lnTo>
                    <a:pt x="1640077" y="0"/>
                  </a:lnTo>
                  <a:close/>
                </a:path>
                <a:path w="2000250" h="255269">
                  <a:moveTo>
                    <a:pt x="1923033" y="0"/>
                  </a:moveTo>
                  <a:lnTo>
                    <a:pt x="1938253" y="50023"/>
                  </a:lnTo>
                  <a:lnTo>
                    <a:pt x="1953656" y="99992"/>
                  </a:lnTo>
                  <a:lnTo>
                    <a:pt x="1969119" y="149943"/>
                  </a:lnTo>
                  <a:lnTo>
                    <a:pt x="1984522" y="199912"/>
                  </a:lnTo>
                  <a:lnTo>
                    <a:pt x="1999741" y="249935"/>
                  </a:lnTo>
                  <a:lnTo>
                    <a:pt x="1965547" y="249935"/>
                  </a:lnTo>
                  <a:lnTo>
                    <a:pt x="1931352" y="249935"/>
                  </a:lnTo>
                  <a:lnTo>
                    <a:pt x="1897157" y="249935"/>
                  </a:lnTo>
                  <a:lnTo>
                    <a:pt x="1862963" y="249935"/>
                  </a:lnTo>
                  <a:lnTo>
                    <a:pt x="1861133" y="238696"/>
                  </a:lnTo>
                  <a:lnTo>
                    <a:pt x="1859279" y="227456"/>
                  </a:lnTo>
                  <a:lnTo>
                    <a:pt x="1857426" y="216217"/>
                  </a:lnTo>
                  <a:lnTo>
                    <a:pt x="1855596" y="204977"/>
                  </a:lnTo>
                  <a:lnTo>
                    <a:pt x="1843690" y="204977"/>
                  </a:lnTo>
                  <a:lnTo>
                    <a:pt x="1831784" y="204977"/>
                  </a:lnTo>
                  <a:lnTo>
                    <a:pt x="1819878" y="204977"/>
                  </a:lnTo>
                  <a:lnTo>
                    <a:pt x="1807971" y="204977"/>
                  </a:lnTo>
                  <a:lnTo>
                    <a:pt x="1805932" y="216217"/>
                  </a:lnTo>
                  <a:lnTo>
                    <a:pt x="1803844" y="227456"/>
                  </a:lnTo>
                  <a:lnTo>
                    <a:pt x="1801756" y="238696"/>
                  </a:lnTo>
                  <a:lnTo>
                    <a:pt x="1799716" y="249935"/>
                  </a:lnTo>
                  <a:lnTo>
                    <a:pt x="1765141" y="249935"/>
                  </a:lnTo>
                  <a:lnTo>
                    <a:pt x="1730565" y="249935"/>
                  </a:lnTo>
                  <a:lnTo>
                    <a:pt x="1695989" y="249935"/>
                  </a:lnTo>
                  <a:lnTo>
                    <a:pt x="1661414" y="249935"/>
                  </a:lnTo>
                  <a:lnTo>
                    <a:pt x="1674908" y="199912"/>
                  </a:lnTo>
                  <a:lnTo>
                    <a:pt x="1688628" y="149943"/>
                  </a:lnTo>
                  <a:lnTo>
                    <a:pt x="1702433" y="99992"/>
                  </a:lnTo>
                  <a:lnTo>
                    <a:pt x="1716184" y="50023"/>
                  </a:lnTo>
                  <a:lnTo>
                    <a:pt x="1729739" y="0"/>
                  </a:lnTo>
                  <a:lnTo>
                    <a:pt x="1778105" y="0"/>
                  </a:lnTo>
                  <a:lnTo>
                    <a:pt x="1826434" y="0"/>
                  </a:lnTo>
                  <a:lnTo>
                    <a:pt x="1874740" y="0"/>
                  </a:lnTo>
                  <a:lnTo>
                    <a:pt x="1923033" y="0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3362" y="1594484"/>
              <a:ext cx="65150" cy="123951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785612" y="1498599"/>
              <a:ext cx="1207135" cy="304800"/>
            </a:xfrm>
            <a:custGeom>
              <a:avLst/>
              <a:gdLst/>
              <a:ahLst/>
              <a:cxnLst/>
              <a:rect l="l" t="t" r="r" b="b"/>
              <a:pathLst>
                <a:path w="1207134" h="304800">
                  <a:moveTo>
                    <a:pt x="316357" y="158368"/>
                  </a:moveTo>
                  <a:lnTo>
                    <a:pt x="282850" y="158368"/>
                  </a:lnTo>
                  <a:lnTo>
                    <a:pt x="249380" y="158368"/>
                  </a:lnTo>
                  <a:lnTo>
                    <a:pt x="215933" y="158368"/>
                  </a:lnTo>
                  <a:lnTo>
                    <a:pt x="182499" y="158368"/>
                  </a:lnTo>
                  <a:lnTo>
                    <a:pt x="182499" y="147583"/>
                  </a:lnTo>
                  <a:lnTo>
                    <a:pt x="182499" y="136763"/>
                  </a:lnTo>
                  <a:lnTo>
                    <a:pt x="182499" y="125918"/>
                  </a:lnTo>
                  <a:lnTo>
                    <a:pt x="182499" y="115061"/>
                  </a:lnTo>
                  <a:lnTo>
                    <a:pt x="182499" y="102361"/>
                  </a:lnTo>
                  <a:lnTo>
                    <a:pt x="181101" y="94614"/>
                  </a:lnTo>
                  <a:lnTo>
                    <a:pt x="178435" y="91312"/>
                  </a:lnTo>
                  <a:lnTo>
                    <a:pt x="175513" y="88264"/>
                  </a:lnTo>
                  <a:lnTo>
                    <a:pt x="169163" y="86613"/>
                  </a:lnTo>
                  <a:lnTo>
                    <a:pt x="159258" y="86613"/>
                  </a:lnTo>
                  <a:lnTo>
                    <a:pt x="148082" y="86613"/>
                  </a:lnTo>
                  <a:lnTo>
                    <a:pt x="141097" y="88518"/>
                  </a:lnTo>
                  <a:lnTo>
                    <a:pt x="138302" y="92455"/>
                  </a:lnTo>
                  <a:lnTo>
                    <a:pt x="135509" y="96265"/>
                  </a:lnTo>
                  <a:lnTo>
                    <a:pt x="133858" y="104393"/>
                  </a:lnTo>
                  <a:lnTo>
                    <a:pt x="133858" y="117093"/>
                  </a:lnTo>
                  <a:lnTo>
                    <a:pt x="133858" y="146051"/>
                  </a:lnTo>
                  <a:lnTo>
                    <a:pt x="133858" y="175021"/>
                  </a:lnTo>
                  <a:lnTo>
                    <a:pt x="133858" y="204015"/>
                  </a:lnTo>
                  <a:lnTo>
                    <a:pt x="133858" y="233044"/>
                  </a:lnTo>
                  <a:lnTo>
                    <a:pt x="133858" y="245236"/>
                  </a:lnTo>
                  <a:lnTo>
                    <a:pt x="135509" y="253110"/>
                  </a:lnTo>
                  <a:lnTo>
                    <a:pt x="138302" y="256920"/>
                  </a:lnTo>
                  <a:lnTo>
                    <a:pt x="141097" y="260603"/>
                  </a:lnTo>
                  <a:lnTo>
                    <a:pt x="147827" y="262381"/>
                  </a:lnTo>
                  <a:lnTo>
                    <a:pt x="158241" y="262381"/>
                  </a:lnTo>
                  <a:lnTo>
                    <a:pt x="168148" y="262381"/>
                  </a:lnTo>
                  <a:lnTo>
                    <a:pt x="182499" y="230758"/>
                  </a:lnTo>
                  <a:lnTo>
                    <a:pt x="182499" y="222875"/>
                  </a:lnTo>
                  <a:lnTo>
                    <a:pt x="182499" y="215026"/>
                  </a:lnTo>
                  <a:lnTo>
                    <a:pt x="182499" y="207202"/>
                  </a:lnTo>
                  <a:lnTo>
                    <a:pt x="182499" y="199389"/>
                  </a:lnTo>
                  <a:lnTo>
                    <a:pt x="215933" y="199389"/>
                  </a:lnTo>
                  <a:lnTo>
                    <a:pt x="249380" y="199389"/>
                  </a:lnTo>
                  <a:lnTo>
                    <a:pt x="282850" y="199389"/>
                  </a:lnTo>
                  <a:lnTo>
                    <a:pt x="316357" y="199389"/>
                  </a:lnTo>
                  <a:lnTo>
                    <a:pt x="316357" y="202691"/>
                  </a:lnTo>
                  <a:lnTo>
                    <a:pt x="316357" y="205866"/>
                  </a:lnTo>
                  <a:lnTo>
                    <a:pt x="316357" y="209168"/>
                  </a:lnTo>
                  <a:lnTo>
                    <a:pt x="315628" y="227099"/>
                  </a:lnTo>
                  <a:lnTo>
                    <a:pt x="305180" y="264032"/>
                  </a:lnTo>
                  <a:lnTo>
                    <a:pt x="272944" y="286160"/>
                  </a:lnTo>
                  <a:lnTo>
                    <a:pt x="234920" y="297975"/>
                  </a:lnTo>
                  <a:lnTo>
                    <a:pt x="187156" y="303948"/>
                  </a:lnTo>
                  <a:lnTo>
                    <a:pt x="159892" y="304673"/>
                  </a:lnTo>
                  <a:lnTo>
                    <a:pt x="131820" y="304047"/>
                  </a:lnTo>
                  <a:lnTo>
                    <a:pt x="83294" y="298940"/>
                  </a:lnTo>
                  <a:lnTo>
                    <a:pt x="45414" y="288615"/>
                  </a:lnTo>
                  <a:lnTo>
                    <a:pt x="12446" y="265683"/>
                  </a:lnTo>
                  <a:lnTo>
                    <a:pt x="783" y="227947"/>
                  </a:lnTo>
                  <a:lnTo>
                    <a:pt x="0" y="210692"/>
                  </a:lnTo>
                  <a:lnTo>
                    <a:pt x="0" y="192478"/>
                  </a:lnTo>
                  <a:lnTo>
                    <a:pt x="0" y="174228"/>
                  </a:lnTo>
                  <a:lnTo>
                    <a:pt x="0" y="155954"/>
                  </a:lnTo>
                  <a:lnTo>
                    <a:pt x="0" y="137667"/>
                  </a:lnTo>
                  <a:lnTo>
                    <a:pt x="236" y="125015"/>
                  </a:lnTo>
                  <a:lnTo>
                    <a:pt x="11414" y="84010"/>
                  </a:lnTo>
                  <a:lnTo>
                    <a:pt x="49085" y="60055"/>
                  </a:lnTo>
                  <a:lnTo>
                    <a:pt x="96521" y="48307"/>
                  </a:lnTo>
                  <a:lnTo>
                    <a:pt x="135038" y="44862"/>
                  </a:lnTo>
                  <a:lnTo>
                    <a:pt x="156083" y="44450"/>
                  </a:lnTo>
                  <a:lnTo>
                    <a:pt x="184326" y="45122"/>
                  </a:lnTo>
                  <a:lnTo>
                    <a:pt x="233146" y="50611"/>
                  </a:lnTo>
                  <a:lnTo>
                    <a:pt x="271359" y="61432"/>
                  </a:lnTo>
                  <a:lnTo>
                    <a:pt x="304291" y="83184"/>
                  </a:lnTo>
                  <a:lnTo>
                    <a:pt x="316357" y="134874"/>
                  </a:lnTo>
                  <a:lnTo>
                    <a:pt x="316357" y="142748"/>
                  </a:lnTo>
                  <a:lnTo>
                    <a:pt x="316357" y="150494"/>
                  </a:lnTo>
                  <a:lnTo>
                    <a:pt x="316357" y="158368"/>
                  </a:lnTo>
                  <a:close/>
                </a:path>
                <a:path w="1207134" h="304800">
                  <a:moveTo>
                    <a:pt x="498221" y="49529"/>
                  </a:moveTo>
                  <a:lnTo>
                    <a:pt x="498221" y="49529"/>
                  </a:lnTo>
                  <a:lnTo>
                    <a:pt x="498221" y="299465"/>
                  </a:lnTo>
                  <a:lnTo>
                    <a:pt x="464714" y="299465"/>
                  </a:lnTo>
                  <a:lnTo>
                    <a:pt x="431244" y="299465"/>
                  </a:lnTo>
                  <a:lnTo>
                    <a:pt x="397797" y="299465"/>
                  </a:lnTo>
                  <a:lnTo>
                    <a:pt x="364363" y="299465"/>
                  </a:lnTo>
                  <a:lnTo>
                    <a:pt x="364363" y="249490"/>
                  </a:lnTo>
                  <a:lnTo>
                    <a:pt x="364363" y="199528"/>
                  </a:lnTo>
                  <a:lnTo>
                    <a:pt x="364363" y="149559"/>
                  </a:lnTo>
                  <a:lnTo>
                    <a:pt x="364363" y="99565"/>
                  </a:lnTo>
                  <a:lnTo>
                    <a:pt x="364363" y="49529"/>
                  </a:lnTo>
                  <a:lnTo>
                    <a:pt x="397797" y="49529"/>
                  </a:lnTo>
                  <a:lnTo>
                    <a:pt x="431244" y="49529"/>
                  </a:lnTo>
                  <a:lnTo>
                    <a:pt x="464714" y="49529"/>
                  </a:lnTo>
                  <a:lnTo>
                    <a:pt x="498221" y="49529"/>
                  </a:lnTo>
                  <a:close/>
                </a:path>
                <a:path w="1207134" h="304800">
                  <a:moveTo>
                    <a:pt x="857885" y="195833"/>
                  </a:moveTo>
                  <a:lnTo>
                    <a:pt x="855795" y="240000"/>
                  </a:lnTo>
                  <a:lnTo>
                    <a:pt x="831468" y="277749"/>
                  </a:lnTo>
                  <a:lnTo>
                    <a:pt x="794821" y="293822"/>
                  </a:lnTo>
                  <a:lnTo>
                    <a:pt x="743727" y="302990"/>
                  </a:lnTo>
                  <a:lnTo>
                    <a:pt x="702945" y="304673"/>
                  </a:lnTo>
                  <a:lnTo>
                    <a:pt x="682785" y="304284"/>
                  </a:lnTo>
                  <a:lnTo>
                    <a:pt x="628903" y="298068"/>
                  </a:lnTo>
                  <a:lnTo>
                    <a:pt x="586613" y="284692"/>
                  </a:lnTo>
                  <a:lnTo>
                    <a:pt x="554866" y="257472"/>
                  </a:lnTo>
                  <a:lnTo>
                    <a:pt x="548370" y="213699"/>
                  </a:lnTo>
                  <a:lnTo>
                    <a:pt x="548132" y="195833"/>
                  </a:lnTo>
                  <a:lnTo>
                    <a:pt x="548132" y="185165"/>
                  </a:lnTo>
                  <a:lnTo>
                    <a:pt x="548132" y="174497"/>
                  </a:lnTo>
                  <a:lnTo>
                    <a:pt x="548132" y="163829"/>
                  </a:lnTo>
                  <a:lnTo>
                    <a:pt x="548132" y="153161"/>
                  </a:lnTo>
                  <a:lnTo>
                    <a:pt x="548370" y="135701"/>
                  </a:lnTo>
                  <a:lnTo>
                    <a:pt x="554603" y="92196"/>
                  </a:lnTo>
                  <a:lnTo>
                    <a:pt x="585184" y="65097"/>
                  </a:lnTo>
                  <a:lnTo>
                    <a:pt x="626617" y="51434"/>
                  </a:lnTo>
                  <a:lnTo>
                    <a:pt x="681892" y="44862"/>
                  </a:lnTo>
                  <a:lnTo>
                    <a:pt x="702945" y="44450"/>
                  </a:lnTo>
                  <a:lnTo>
                    <a:pt x="723181" y="44836"/>
                  </a:lnTo>
                  <a:lnTo>
                    <a:pt x="777366" y="50926"/>
                  </a:lnTo>
                  <a:lnTo>
                    <a:pt x="819407" y="64428"/>
                  </a:lnTo>
                  <a:lnTo>
                    <a:pt x="851148" y="91578"/>
                  </a:lnTo>
                  <a:lnTo>
                    <a:pt x="857629" y="135298"/>
                  </a:lnTo>
                  <a:lnTo>
                    <a:pt x="857885" y="153161"/>
                  </a:lnTo>
                  <a:lnTo>
                    <a:pt x="857885" y="163829"/>
                  </a:lnTo>
                  <a:lnTo>
                    <a:pt x="857885" y="174498"/>
                  </a:lnTo>
                  <a:lnTo>
                    <a:pt x="857885" y="185166"/>
                  </a:lnTo>
                  <a:lnTo>
                    <a:pt x="857885" y="195833"/>
                  </a:lnTo>
                  <a:close/>
                </a:path>
                <a:path w="1207134" h="304800">
                  <a:moveTo>
                    <a:pt x="724027" y="113791"/>
                  </a:moveTo>
                  <a:lnTo>
                    <a:pt x="724027" y="102234"/>
                  </a:lnTo>
                  <a:lnTo>
                    <a:pt x="722757" y="94741"/>
                  </a:lnTo>
                  <a:lnTo>
                    <a:pt x="720089" y="91439"/>
                  </a:lnTo>
                  <a:lnTo>
                    <a:pt x="717295" y="88264"/>
                  </a:lnTo>
                  <a:lnTo>
                    <a:pt x="711835" y="86613"/>
                  </a:lnTo>
                  <a:lnTo>
                    <a:pt x="703579" y="86613"/>
                  </a:lnTo>
                  <a:lnTo>
                    <a:pt x="696595" y="86613"/>
                  </a:lnTo>
                  <a:lnTo>
                    <a:pt x="691134" y="87883"/>
                  </a:lnTo>
                  <a:lnTo>
                    <a:pt x="687704" y="90550"/>
                  </a:lnTo>
                  <a:lnTo>
                    <a:pt x="684022" y="93217"/>
                  </a:lnTo>
                  <a:lnTo>
                    <a:pt x="681989" y="100964"/>
                  </a:lnTo>
                  <a:lnTo>
                    <a:pt x="681989" y="113791"/>
                  </a:lnTo>
                  <a:lnTo>
                    <a:pt x="681989" y="142994"/>
                  </a:lnTo>
                  <a:lnTo>
                    <a:pt x="681989" y="172148"/>
                  </a:lnTo>
                  <a:lnTo>
                    <a:pt x="681989" y="201302"/>
                  </a:lnTo>
                  <a:lnTo>
                    <a:pt x="681989" y="230504"/>
                  </a:lnTo>
                  <a:lnTo>
                    <a:pt x="682228" y="240317"/>
                  </a:lnTo>
                  <a:lnTo>
                    <a:pt x="693674" y="262381"/>
                  </a:lnTo>
                  <a:lnTo>
                    <a:pt x="702690" y="262381"/>
                  </a:lnTo>
                  <a:lnTo>
                    <a:pt x="711835" y="262381"/>
                  </a:lnTo>
                  <a:lnTo>
                    <a:pt x="724027" y="228600"/>
                  </a:lnTo>
                  <a:lnTo>
                    <a:pt x="724027" y="199909"/>
                  </a:lnTo>
                  <a:lnTo>
                    <a:pt x="724027" y="171195"/>
                  </a:lnTo>
                  <a:lnTo>
                    <a:pt x="724027" y="142482"/>
                  </a:lnTo>
                  <a:lnTo>
                    <a:pt x="724027" y="113791"/>
                  </a:lnTo>
                  <a:close/>
                </a:path>
                <a:path w="1207134" h="304800">
                  <a:moveTo>
                    <a:pt x="811148" y="0"/>
                  </a:moveTo>
                  <a:lnTo>
                    <a:pt x="784939" y="10475"/>
                  </a:lnTo>
                  <a:lnTo>
                    <a:pt x="758729" y="20843"/>
                  </a:lnTo>
                  <a:lnTo>
                    <a:pt x="732567" y="31236"/>
                  </a:lnTo>
                  <a:lnTo>
                    <a:pt x="706501" y="41782"/>
                  </a:lnTo>
                  <a:lnTo>
                    <a:pt x="690383" y="41782"/>
                  </a:lnTo>
                  <a:lnTo>
                    <a:pt x="674242" y="41782"/>
                  </a:lnTo>
                  <a:lnTo>
                    <a:pt x="658102" y="41782"/>
                  </a:lnTo>
                  <a:lnTo>
                    <a:pt x="641985" y="41782"/>
                  </a:lnTo>
                  <a:lnTo>
                    <a:pt x="655949" y="31289"/>
                  </a:lnTo>
                  <a:lnTo>
                    <a:pt x="669972" y="20891"/>
                  </a:lnTo>
                  <a:lnTo>
                    <a:pt x="683972" y="10493"/>
                  </a:lnTo>
                  <a:lnTo>
                    <a:pt x="697864" y="0"/>
                  </a:lnTo>
                  <a:lnTo>
                    <a:pt x="726227" y="0"/>
                  </a:lnTo>
                  <a:lnTo>
                    <a:pt x="754554" y="0"/>
                  </a:lnTo>
                  <a:lnTo>
                    <a:pt x="782857" y="0"/>
                  </a:lnTo>
                  <a:lnTo>
                    <a:pt x="811148" y="0"/>
                  </a:lnTo>
                  <a:close/>
                </a:path>
                <a:path w="1207134" h="304800">
                  <a:moveTo>
                    <a:pt x="1206627" y="49529"/>
                  </a:moveTo>
                  <a:lnTo>
                    <a:pt x="1206627" y="49529"/>
                  </a:lnTo>
                  <a:lnTo>
                    <a:pt x="1206627" y="299465"/>
                  </a:lnTo>
                  <a:lnTo>
                    <a:pt x="1177343" y="299465"/>
                  </a:lnTo>
                  <a:lnTo>
                    <a:pt x="1148000" y="299465"/>
                  </a:lnTo>
                  <a:lnTo>
                    <a:pt x="1118633" y="299465"/>
                  </a:lnTo>
                  <a:lnTo>
                    <a:pt x="1089279" y="299465"/>
                  </a:lnTo>
                  <a:lnTo>
                    <a:pt x="1071975" y="270992"/>
                  </a:lnTo>
                  <a:lnTo>
                    <a:pt x="1054480" y="242649"/>
                  </a:lnTo>
                  <a:lnTo>
                    <a:pt x="1036986" y="214330"/>
                  </a:lnTo>
                  <a:lnTo>
                    <a:pt x="1019683" y="185927"/>
                  </a:lnTo>
                  <a:lnTo>
                    <a:pt x="1019683" y="214312"/>
                  </a:lnTo>
                  <a:lnTo>
                    <a:pt x="1019683" y="242697"/>
                  </a:lnTo>
                  <a:lnTo>
                    <a:pt x="1019683" y="271081"/>
                  </a:lnTo>
                  <a:lnTo>
                    <a:pt x="1019683" y="299465"/>
                  </a:lnTo>
                  <a:lnTo>
                    <a:pt x="991679" y="299465"/>
                  </a:lnTo>
                  <a:lnTo>
                    <a:pt x="963675" y="299465"/>
                  </a:lnTo>
                  <a:lnTo>
                    <a:pt x="935672" y="299465"/>
                  </a:lnTo>
                  <a:lnTo>
                    <a:pt x="907668" y="299465"/>
                  </a:lnTo>
                  <a:lnTo>
                    <a:pt x="907668" y="249490"/>
                  </a:lnTo>
                  <a:lnTo>
                    <a:pt x="907668" y="199528"/>
                  </a:lnTo>
                  <a:lnTo>
                    <a:pt x="907668" y="149559"/>
                  </a:lnTo>
                  <a:lnTo>
                    <a:pt x="907668" y="99565"/>
                  </a:lnTo>
                  <a:lnTo>
                    <a:pt x="907668" y="49529"/>
                  </a:lnTo>
                  <a:lnTo>
                    <a:pt x="935672" y="49529"/>
                  </a:lnTo>
                  <a:lnTo>
                    <a:pt x="963676" y="49529"/>
                  </a:lnTo>
                  <a:lnTo>
                    <a:pt x="991679" y="49529"/>
                  </a:lnTo>
                  <a:lnTo>
                    <a:pt x="1019683" y="49529"/>
                  </a:lnTo>
                  <a:lnTo>
                    <a:pt x="1038322" y="77773"/>
                  </a:lnTo>
                  <a:lnTo>
                    <a:pt x="1057163" y="105838"/>
                  </a:lnTo>
                  <a:lnTo>
                    <a:pt x="1076029" y="133879"/>
                  </a:lnTo>
                  <a:lnTo>
                    <a:pt x="1094739" y="162051"/>
                  </a:lnTo>
                  <a:lnTo>
                    <a:pt x="1094739" y="134004"/>
                  </a:lnTo>
                  <a:lnTo>
                    <a:pt x="1094739" y="105886"/>
                  </a:lnTo>
                  <a:lnTo>
                    <a:pt x="1094739" y="77720"/>
                  </a:lnTo>
                  <a:lnTo>
                    <a:pt x="1094739" y="49529"/>
                  </a:lnTo>
                  <a:lnTo>
                    <a:pt x="1122741" y="49529"/>
                  </a:lnTo>
                  <a:lnTo>
                    <a:pt x="1150731" y="49529"/>
                  </a:lnTo>
                  <a:lnTo>
                    <a:pt x="1178696" y="49529"/>
                  </a:lnTo>
                  <a:lnTo>
                    <a:pt x="1206627" y="49529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808812" y="1969261"/>
            <a:ext cx="314960" cy="252729"/>
            <a:chOff x="808812" y="1969261"/>
            <a:chExt cx="314960" cy="252729"/>
          </a:xfrm>
        </p:grpSpPr>
        <p:sp>
          <p:nvSpPr>
            <p:cNvPr id="77" name="object 77"/>
            <p:cNvSpPr/>
            <p:nvPr/>
          </p:nvSpPr>
          <p:spPr>
            <a:xfrm>
              <a:off x="818337" y="1978786"/>
              <a:ext cx="295910" cy="233679"/>
            </a:xfrm>
            <a:custGeom>
              <a:avLst/>
              <a:gdLst/>
              <a:ahLst/>
              <a:cxnLst/>
              <a:rect l="l" t="t" r="r" b="b"/>
              <a:pathLst>
                <a:path w="295909" h="233680">
                  <a:moveTo>
                    <a:pt x="295414" y="0"/>
                  </a:moveTo>
                  <a:lnTo>
                    <a:pt x="179323" y="0"/>
                  </a:lnTo>
                  <a:lnTo>
                    <a:pt x="158711" y="138175"/>
                  </a:lnTo>
                  <a:lnTo>
                    <a:pt x="116395" y="0"/>
                  </a:lnTo>
                  <a:lnTo>
                    <a:pt x="0" y="0"/>
                  </a:lnTo>
                  <a:lnTo>
                    <a:pt x="17452" y="42804"/>
                  </a:lnTo>
                  <a:lnTo>
                    <a:pt x="52842" y="128319"/>
                  </a:lnTo>
                  <a:lnTo>
                    <a:pt x="78257" y="190880"/>
                  </a:lnTo>
                  <a:lnTo>
                    <a:pt x="78257" y="195961"/>
                  </a:lnTo>
                  <a:lnTo>
                    <a:pt x="75374" y="198247"/>
                  </a:lnTo>
                  <a:lnTo>
                    <a:pt x="64010" y="199802"/>
                  </a:lnTo>
                  <a:lnTo>
                    <a:pt x="55757" y="200278"/>
                  </a:lnTo>
                  <a:lnTo>
                    <a:pt x="31165" y="200659"/>
                  </a:lnTo>
                  <a:lnTo>
                    <a:pt x="31165" y="233299"/>
                  </a:lnTo>
                  <a:lnTo>
                    <a:pt x="133663" y="233080"/>
                  </a:lnTo>
                  <a:lnTo>
                    <a:pt x="172673" y="231263"/>
                  </a:lnTo>
                  <a:lnTo>
                    <a:pt x="217017" y="221079"/>
                  </a:lnTo>
                  <a:lnTo>
                    <a:pt x="247234" y="188249"/>
                  </a:lnTo>
                  <a:lnTo>
                    <a:pt x="258876" y="148208"/>
                  </a:lnTo>
                  <a:lnTo>
                    <a:pt x="29541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18337" y="1978786"/>
              <a:ext cx="295910" cy="233679"/>
            </a:xfrm>
            <a:custGeom>
              <a:avLst/>
              <a:gdLst/>
              <a:ahLst/>
              <a:cxnLst/>
              <a:rect l="l" t="t" r="r" b="b"/>
              <a:pathLst>
                <a:path w="295909" h="233680">
                  <a:moveTo>
                    <a:pt x="295414" y="0"/>
                  </a:moveTo>
                  <a:lnTo>
                    <a:pt x="286344" y="37034"/>
                  </a:lnTo>
                  <a:lnTo>
                    <a:pt x="277145" y="74056"/>
                  </a:lnTo>
                  <a:lnTo>
                    <a:pt x="267946" y="111103"/>
                  </a:lnTo>
                  <a:lnTo>
                    <a:pt x="258876" y="148208"/>
                  </a:lnTo>
                  <a:lnTo>
                    <a:pt x="247234" y="188249"/>
                  </a:lnTo>
                  <a:lnTo>
                    <a:pt x="217017" y="221079"/>
                  </a:lnTo>
                  <a:lnTo>
                    <a:pt x="172673" y="231263"/>
                  </a:lnTo>
                  <a:lnTo>
                    <a:pt x="133663" y="233080"/>
                  </a:lnTo>
                  <a:lnTo>
                    <a:pt x="108724" y="233299"/>
                  </a:lnTo>
                  <a:lnTo>
                    <a:pt x="89326" y="233299"/>
                  </a:lnTo>
                  <a:lnTo>
                    <a:pt x="69945" y="233299"/>
                  </a:lnTo>
                  <a:lnTo>
                    <a:pt x="50563" y="233299"/>
                  </a:lnTo>
                  <a:lnTo>
                    <a:pt x="31165" y="233299"/>
                  </a:lnTo>
                  <a:lnTo>
                    <a:pt x="31165" y="225180"/>
                  </a:lnTo>
                  <a:lnTo>
                    <a:pt x="31165" y="217027"/>
                  </a:lnTo>
                  <a:lnTo>
                    <a:pt x="31165" y="208849"/>
                  </a:lnTo>
                  <a:lnTo>
                    <a:pt x="31165" y="200659"/>
                  </a:lnTo>
                  <a:lnTo>
                    <a:pt x="44816" y="200564"/>
                  </a:lnTo>
                  <a:lnTo>
                    <a:pt x="78257" y="195961"/>
                  </a:lnTo>
                  <a:lnTo>
                    <a:pt x="78257" y="192658"/>
                  </a:lnTo>
                  <a:lnTo>
                    <a:pt x="78257" y="190880"/>
                  </a:lnTo>
                  <a:lnTo>
                    <a:pt x="75564" y="183896"/>
                  </a:lnTo>
                  <a:lnTo>
                    <a:pt x="70294" y="171196"/>
                  </a:lnTo>
                  <a:lnTo>
                    <a:pt x="52842" y="128319"/>
                  </a:lnTo>
                  <a:lnTo>
                    <a:pt x="35147" y="85550"/>
                  </a:lnTo>
                  <a:lnTo>
                    <a:pt x="17452" y="42804"/>
                  </a:lnTo>
                  <a:lnTo>
                    <a:pt x="0" y="0"/>
                  </a:lnTo>
                  <a:lnTo>
                    <a:pt x="29104" y="0"/>
                  </a:lnTo>
                  <a:lnTo>
                    <a:pt x="58192" y="0"/>
                  </a:lnTo>
                  <a:lnTo>
                    <a:pt x="87284" y="0"/>
                  </a:lnTo>
                  <a:lnTo>
                    <a:pt x="116395" y="0"/>
                  </a:lnTo>
                  <a:lnTo>
                    <a:pt x="126900" y="34555"/>
                  </a:lnTo>
                  <a:lnTo>
                    <a:pt x="137553" y="69087"/>
                  </a:lnTo>
                  <a:lnTo>
                    <a:pt x="148206" y="103620"/>
                  </a:lnTo>
                  <a:lnTo>
                    <a:pt x="158711" y="138175"/>
                  </a:lnTo>
                  <a:lnTo>
                    <a:pt x="163793" y="103620"/>
                  </a:lnTo>
                  <a:lnTo>
                    <a:pt x="168979" y="69088"/>
                  </a:lnTo>
                  <a:lnTo>
                    <a:pt x="174185" y="34555"/>
                  </a:lnTo>
                  <a:lnTo>
                    <a:pt x="179323" y="0"/>
                  </a:lnTo>
                  <a:lnTo>
                    <a:pt x="208352" y="0"/>
                  </a:lnTo>
                  <a:lnTo>
                    <a:pt x="237364" y="0"/>
                  </a:lnTo>
                  <a:lnTo>
                    <a:pt x="266379" y="0"/>
                  </a:lnTo>
                  <a:lnTo>
                    <a:pt x="295414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" name="object 79"/>
          <p:cNvGrpSpPr/>
          <p:nvPr/>
        </p:nvGrpSpPr>
        <p:grpSpPr>
          <a:xfrm>
            <a:off x="1694052" y="1918969"/>
            <a:ext cx="1917064" cy="279400"/>
            <a:chOff x="1694052" y="1918969"/>
            <a:chExt cx="1917064" cy="279400"/>
          </a:xfrm>
        </p:grpSpPr>
        <p:sp>
          <p:nvSpPr>
            <p:cNvPr id="80" name="object 80"/>
            <p:cNvSpPr/>
            <p:nvPr/>
          </p:nvSpPr>
          <p:spPr>
            <a:xfrm>
              <a:off x="1703578" y="1928494"/>
              <a:ext cx="1898014" cy="260350"/>
            </a:xfrm>
            <a:custGeom>
              <a:avLst/>
              <a:gdLst/>
              <a:ahLst/>
              <a:cxnLst/>
              <a:rect l="l" t="t" r="r" b="b"/>
              <a:pathLst>
                <a:path w="1898014" h="260350">
                  <a:moveTo>
                    <a:pt x="305943" y="191135"/>
                  </a:moveTo>
                  <a:lnTo>
                    <a:pt x="292811" y="147434"/>
                  </a:lnTo>
                  <a:lnTo>
                    <a:pt x="242773" y="119176"/>
                  </a:lnTo>
                  <a:lnTo>
                    <a:pt x="155803" y="91351"/>
                  </a:lnTo>
                  <a:lnTo>
                    <a:pt x="144780" y="87376"/>
                  </a:lnTo>
                  <a:lnTo>
                    <a:pt x="136791" y="83794"/>
                  </a:lnTo>
                  <a:lnTo>
                    <a:pt x="131953" y="80518"/>
                  </a:lnTo>
                  <a:lnTo>
                    <a:pt x="127508" y="76200"/>
                  </a:lnTo>
                  <a:lnTo>
                    <a:pt x="125222" y="69977"/>
                  </a:lnTo>
                  <a:lnTo>
                    <a:pt x="125222" y="55118"/>
                  </a:lnTo>
                  <a:lnTo>
                    <a:pt x="127508" y="50292"/>
                  </a:lnTo>
                  <a:lnTo>
                    <a:pt x="135763" y="43688"/>
                  </a:lnTo>
                  <a:lnTo>
                    <a:pt x="141859" y="42164"/>
                  </a:lnTo>
                  <a:lnTo>
                    <a:pt x="156972" y="42164"/>
                  </a:lnTo>
                  <a:lnTo>
                    <a:pt x="162560" y="43434"/>
                  </a:lnTo>
                  <a:lnTo>
                    <a:pt x="168783" y="48006"/>
                  </a:lnTo>
                  <a:lnTo>
                    <a:pt x="170434" y="53594"/>
                  </a:lnTo>
                  <a:lnTo>
                    <a:pt x="170434" y="80772"/>
                  </a:lnTo>
                  <a:lnTo>
                    <a:pt x="294767" y="80772"/>
                  </a:lnTo>
                  <a:lnTo>
                    <a:pt x="294767" y="70866"/>
                  </a:lnTo>
                  <a:lnTo>
                    <a:pt x="294017" y="57086"/>
                  </a:lnTo>
                  <a:lnTo>
                    <a:pt x="275475" y="22720"/>
                  </a:lnTo>
                  <a:lnTo>
                    <a:pt x="234315" y="8128"/>
                  </a:lnTo>
                  <a:lnTo>
                    <a:pt x="193649" y="1968"/>
                  </a:lnTo>
                  <a:lnTo>
                    <a:pt x="145288" y="0"/>
                  </a:lnTo>
                  <a:lnTo>
                    <a:pt x="122351" y="444"/>
                  </a:lnTo>
                  <a:lnTo>
                    <a:pt x="81661" y="4076"/>
                  </a:lnTo>
                  <a:lnTo>
                    <a:pt x="34747" y="16357"/>
                  </a:lnTo>
                  <a:lnTo>
                    <a:pt x="3848" y="45351"/>
                  </a:lnTo>
                  <a:lnTo>
                    <a:pt x="0" y="70104"/>
                  </a:lnTo>
                  <a:lnTo>
                    <a:pt x="660" y="79641"/>
                  </a:lnTo>
                  <a:lnTo>
                    <a:pt x="22694" y="114287"/>
                  </a:lnTo>
                  <a:lnTo>
                    <a:pt x="62115" y="132321"/>
                  </a:lnTo>
                  <a:lnTo>
                    <a:pt x="126250" y="153695"/>
                  </a:lnTo>
                  <a:lnTo>
                    <a:pt x="144221" y="159918"/>
                  </a:lnTo>
                  <a:lnTo>
                    <a:pt x="177901" y="187718"/>
                  </a:lnTo>
                  <a:lnTo>
                    <a:pt x="178689" y="197739"/>
                  </a:lnTo>
                  <a:lnTo>
                    <a:pt x="178689" y="204343"/>
                  </a:lnTo>
                  <a:lnTo>
                    <a:pt x="176403" y="209423"/>
                  </a:lnTo>
                  <a:lnTo>
                    <a:pt x="167894" y="216281"/>
                  </a:lnTo>
                  <a:lnTo>
                    <a:pt x="161163" y="217932"/>
                  </a:lnTo>
                  <a:lnTo>
                    <a:pt x="143383" y="217932"/>
                  </a:lnTo>
                  <a:lnTo>
                    <a:pt x="137287" y="216662"/>
                  </a:lnTo>
                  <a:lnTo>
                    <a:pt x="130302" y="211201"/>
                  </a:lnTo>
                  <a:lnTo>
                    <a:pt x="128397" y="205232"/>
                  </a:lnTo>
                  <a:lnTo>
                    <a:pt x="128397" y="165481"/>
                  </a:lnTo>
                  <a:lnTo>
                    <a:pt x="4064" y="165481"/>
                  </a:lnTo>
                  <a:lnTo>
                    <a:pt x="4064" y="181864"/>
                  </a:lnTo>
                  <a:lnTo>
                    <a:pt x="4800" y="195072"/>
                  </a:lnTo>
                  <a:lnTo>
                    <a:pt x="23418" y="232498"/>
                  </a:lnTo>
                  <a:lnTo>
                    <a:pt x="65786" y="250444"/>
                  </a:lnTo>
                  <a:lnTo>
                    <a:pt x="107569" y="257860"/>
                  </a:lnTo>
                  <a:lnTo>
                    <a:pt x="157353" y="260223"/>
                  </a:lnTo>
                  <a:lnTo>
                    <a:pt x="181152" y="259689"/>
                  </a:lnTo>
                  <a:lnTo>
                    <a:pt x="224104" y="255358"/>
                  </a:lnTo>
                  <a:lnTo>
                    <a:pt x="274154" y="242049"/>
                  </a:lnTo>
                  <a:lnTo>
                    <a:pt x="302717" y="214261"/>
                  </a:lnTo>
                  <a:lnTo>
                    <a:pt x="305130" y="203581"/>
                  </a:lnTo>
                  <a:lnTo>
                    <a:pt x="305943" y="191135"/>
                  </a:lnTo>
                  <a:close/>
                </a:path>
                <a:path w="1898014" h="260350">
                  <a:moveTo>
                    <a:pt x="481711" y="5080"/>
                  </a:moveTo>
                  <a:lnTo>
                    <a:pt x="347853" y="5080"/>
                  </a:lnTo>
                  <a:lnTo>
                    <a:pt x="347853" y="255016"/>
                  </a:lnTo>
                  <a:lnTo>
                    <a:pt x="481711" y="255016"/>
                  </a:lnTo>
                  <a:lnTo>
                    <a:pt x="481711" y="5080"/>
                  </a:lnTo>
                  <a:close/>
                </a:path>
                <a:path w="1898014" h="260350">
                  <a:moveTo>
                    <a:pt x="842518" y="86233"/>
                  </a:moveTo>
                  <a:lnTo>
                    <a:pt x="835977" y="48425"/>
                  </a:lnTo>
                  <a:lnTo>
                    <a:pt x="797953" y="17843"/>
                  </a:lnTo>
                  <a:lnTo>
                    <a:pt x="759650" y="6438"/>
                  </a:lnTo>
                  <a:lnTo>
                    <a:pt x="710755" y="698"/>
                  </a:lnTo>
                  <a:lnTo>
                    <a:pt x="682625" y="0"/>
                  </a:lnTo>
                  <a:lnTo>
                    <a:pt x="654164" y="800"/>
                  </a:lnTo>
                  <a:lnTo>
                    <a:pt x="605497" y="7404"/>
                  </a:lnTo>
                  <a:lnTo>
                    <a:pt x="568375" y="20396"/>
                  </a:lnTo>
                  <a:lnTo>
                    <a:pt x="536117" y="52501"/>
                  </a:lnTo>
                  <a:lnTo>
                    <a:pt x="531622" y="95123"/>
                  </a:lnTo>
                  <a:lnTo>
                    <a:pt x="531622" y="169291"/>
                  </a:lnTo>
                  <a:lnTo>
                    <a:pt x="535432" y="208026"/>
                  </a:lnTo>
                  <a:lnTo>
                    <a:pt x="562965" y="238239"/>
                  </a:lnTo>
                  <a:lnTo>
                    <a:pt x="599313" y="252222"/>
                  </a:lnTo>
                  <a:lnTo>
                    <a:pt x="645655" y="259753"/>
                  </a:lnTo>
                  <a:lnTo>
                    <a:pt x="662305" y="260223"/>
                  </a:lnTo>
                  <a:lnTo>
                    <a:pt x="675957" y="259867"/>
                  </a:lnTo>
                  <a:lnTo>
                    <a:pt x="721448" y="251117"/>
                  </a:lnTo>
                  <a:lnTo>
                    <a:pt x="745871" y="237109"/>
                  </a:lnTo>
                  <a:lnTo>
                    <a:pt x="758317" y="255016"/>
                  </a:lnTo>
                  <a:lnTo>
                    <a:pt x="842518" y="255016"/>
                  </a:lnTo>
                  <a:lnTo>
                    <a:pt x="842518" y="120904"/>
                  </a:lnTo>
                  <a:lnTo>
                    <a:pt x="685800" y="120904"/>
                  </a:lnTo>
                  <a:lnTo>
                    <a:pt x="685800" y="158877"/>
                  </a:lnTo>
                  <a:lnTo>
                    <a:pt x="712851" y="158877"/>
                  </a:lnTo>
                  <a:lnTo>
                    <a:pt x="712851" y="200025"/>
                  </a:lnTo>
                  <a:lnTo>
                    <a:pt x="711200" y="207899"/>
                  </a:lnTo>
                  <a:lnTo>
                    <a:pt x="704342" y="215900"/>
                  </a:lnTo>
                  <a:lnTo>
                    <a:pt x="697611" y="217932"/>
                  </a:lnTo>
                  <a:lnTo>
                    <a:pt x="678815" y="217932"/>
                  </a:lnTo>
                  <a:lnTo>
                    <a:pt x="672846" y="216154"/>
                  </a:lnTo>
                  <a:lnTo>
                    <a:pt x="667131" y="208915"/>
                  </a:lnTo>
                  <a:lnTo>
                    <a:pt x="665480" y="201803"/>
                  </a:lnTo>
                  <a:lnTo>
                    <a:pt x="665480" y="57785"/>
                  </a:lnTo>
                  <a:lnTo>
                    <a:pt x="667131" y="49911"/>
                  </a:lnTo>
                  <a:lnTo>
                    <a:pt x="672846" y="43688"/>
                  </a:lnTo>
                  <a:lnTo>
                    <a:pt x="678434" y="42164"/>
                  </a:lnTo>
                  <a:lnTo>
                    <a:pt x="696341" y="42164"/>
                  </a:lnTo>
                  <a:lnTo>
                    <a:pt x="708787" y="97155"/>
                  </a:lnTo>
                  <a:lnTo>
                    <a:pt x="842518" y="97155"/>
                  </a:lnTo>
                  <a:lnTo>
                    <a:pt x="842518" y="86233"/>
                  </a:lnTo>
                  <a:close/>
                </a:path>
                <a:path w="1898014" h="260350">
                  <a:moveTo>
                    <a:pt x="1193292" y="5080"/>
                  </a:moveTo>
                  <a:lnTo>
                    <a:pt x="1081405" y="5080"/>
                  </a:lnTo>
                  <a:lnTo>
                    <a:pt x="1081405" y="117602"/>
                  </a:lnTo>
                  <a:lnTo>
                    <a:pt x="1062736" y="89433"/>
                  </a:lnTo>
                  <a:lnTo>
                    <a:pt x="1025004" y="33324"/>
                  </a:lnTo>
                  <a:lnTo>
                    <a:pt x="1006348" y="5080"/>
                  </a:lnTo>
                  <a:lnTo>
                    <a:pt x="894461" y="5080"/>
                  </a:lnTo>
                  <a:lnTo>
                    <a:pt x="894461" y="255016"/>
                  </a:lnTo>
                  <a:lnTo>
                    <a:pt x="1006348" y="255016"/>
                  </a:lnTo>
                  <a:lnTo>
                    <a:pt x="1006348" y="141478"/>
                  </a:lnTo>
                  <a:lnTo>
                    <a:pt x="1075944" y="255016"/>
                  </a:lnTo>
                  <a:lnTo>
                    <a:pt x="1193292" y="255016"/>
                  </a:lnTo>
                  <a:lnTo>
                    <a:pt x="1193292" y="5080"/>
                  </a:lnTo>
                  <a:close/>
                </a:path>
                <a:path w="1898014" h="260350">
                  <a:moveTo>
                    <a:pt x="1552829" y="108712"/>
                  </a:moveTo>
                  <a:lnTo>
                    <a:pt x="1552587" y="91236"/>
                  </a:lnTo>
                  <a:lnTo>
                    <a:pt x="1551914" y="76517"/>
                  </a:lnTo>
                  <a:lnTo>
                    <a:pt x="1551889" y="75920"/>
                  </a:lnTo>
                  <a:lnTo>
                    <a:pt x="1550797" y="64566"/>
                  </a:lnTo>
                  <a:lnTo>
                    <a:pt x="1550733" y="63893"/>
                  </a:lnTo>
                  <a:lnTo>
                    <a:pt x="1549247" y="55372"/>
                  </a:lnTo>
                  <a:lnTo>
                    <a:pt x="1549146" y="54737"/>
                  </a:lnTo>
                  <a:lnTo>
                    <a:pt x="1546199" y="47129"/>
                  </a:lnTo>
                  <a:lnTo>
                    <a:pt x="1542770" y="42164"/>
                  </a:lnTo>
                  <a:lnTo>
                    <a:pt x="1541208" y="39878"/>
                  </a:lnTo>
                  <a:lnTo>
                    <a:pt x="1502105" y="14706"/>
                  </a:lnTo>
                  <a:lnTo>
                    <a:pt x="1455483" y="3543"/>
                  </a:lnTo>
                  <a:lnTo>
                    <a:pt x="1419098" y="431"/>
                  </a:lnTo>
                  <a:lnTo>
                    <a:pt x="1419098" y="57785"/>
                  </a:lnTo>
                  <a:lnTo>
                    <a:pt x="1419047" y="185928"/>
                  </a:lnTo>
                  <a:lnTo>
                    <a:pt x="1407033" y="217932"/>
                  </a:lnTo>
                  <a:lnTo>
                    <a:pt x="1388872" y="217932"/>
                  </a:lnTo>
                  <a:lnTo>
                    <a:pt x="1377061" y="185928"/>
                  </a:lnTo>
                  <a:lnTo>
                    <a:pt x="1377061" y="56515"/>
                  </a:lnTo>
                  <a:lnTo>
                    <a:pt x="1378966" y="48768"/>
                  </a:lnTo>
                  <a:lnTo>
                    <a:pt x="1382776" y="46101"/>
                  </a:lnTo>
                  <a:lnTo>
                    <a:pt x="1386332" y="43434"/>
                  </a:lnTo>
                  <a:lnTo>
                    <a:pt x="1391666" y="42164"/>
                  </a:lnTo>
                  <a:lnTo>
                    <a:pt x="1407033" y="42164"/>
                  </a:lnTo>
                  <a:lnTo>
                    <a:pt x="1412367" y="43688"/>
                  </a:lnTo>
                  <a:lnTo>
                    <a:pt x="1415288" y="46990"/>
                  </a:lnTo>
                  <a:lnTo>
                    <a:pt x="1417701" y="50292"/>
                  </a:lnTo>
                  <a:lnTo>
                    <a:pt x="1419098" y="57785"/>
                  </a:lnTo>
                  <a:lnTo>
                    <a:pt x="1419098" y="431"/>
                  </a:lnTo>
                  <a:lnTo>
                    <a:pt x="1418920" y="419"/>
                  </a:lnTo>
                  <a:lnTo>
                    <a:pt x="1420507" y="419"/>
                  </a:lnTo>
                  <a:lnTo>
                    <a:pt x="1398016" y="0"/>
                  </a:lnTo>
                  <a:lnTo>
                    <a:pt x="1357287" y="1676"/>
                  </a:lnTo>
                  <a:lnTo>
                    <a:pt x="1306207" y="10731"/>
                  </a:lnTo>
                  <a:lnTo>
                    <a:pt x="1269873" y="26797"/>
                  </a:lnTo>
                  <a:lnTo>
                    <a:pt x="1245463" y="63893"/>
                  </a:lnTo>
                  <a:lnTo>
                    <a:pt x="1245336" y="64566"/>
                  </a:lnTo>
                  <a:lnTo>
                    <a:pt x="1244206" y="75920"/>
                  </a:lnTo>
                  <a:lnTo>
                    <a:pt x="1244155" y="76517"/>
                  </a:lnTo>
                  <a:lnTo>
                    <a:pt x="1243457" y="90855"/>
                  </a:lnTo>
                  <a:lnTo>
                    <a:pt x="1243431" y="91236"/>
                  </a:lnTo>
                  <a:lnTo>
                    <a:pt x="1243203" y="108712"/>
                  </a:lnTo>
                  <a:lnTo>
                    <a:pt x="1243203" y="151384"/>
                  </a:lnTo>
                  <a:lnTo>
                    <a:pt x="1243431" y="168922"/>
                  </a:lnTo>
                  <a:lnTo>
                    <a:pt x="1244117" y="183629"/>
                  </a:lnTo>
                  <a:lnTo>
                    <a:pt x="1244155" y="184200"/>
                  </a:lnTo>
                  <a:lnTo>
                    <a:pt x="1245273" y="195554"/>
                  </a:lnTo>
                  <a:lnTo>
                    <a:pt x="1245336" y="196265"/>
                  </a:lnTo>
                  <a:lnTo>
                    <a:pt x="1270889" y="233934"/>
                  </a:lnTo>
                  <a:lnTo>
                    <a:pt x="1308265" y="249936"/>
                  </a:lnTo>
                  <a:lnTo>
                    <a:pt x="1358798" y="258635"/>
                  </a:lnTo>
                  <a:lnTo>
                    <a:pt x="1398016" y="260223"/>
                  </a:lnTo>
                  <a:lnTo>
                    <a:pt x="1417040" y="259842"/>
                  </a:lnTo>
                  <a:lnTo>
                    <a:pt x="1418450" y="259842"/>
                  </a:lnTo>
                  <a:lnTo>
                    <a:pt x="1457325" y="256324"/>
                  </a:lnTo>
                  <a:lnTo>
                    <a:pt x="1503832" y="244792"/>
                  </a:lnTo>
                  <a:lnTo>
                    <a:pt x="1541729" y="219633"/>
                  </a:lnTo>
                  <a:lnTo>
                    <a:pt x="1542846" y="217932"/>
                  </a:lnTo>
                  <a:lnTo>
                    <a:pt x="1546517" y="212356"/>
                  </a:lnTo>
                  <a:lnTo>
                    <a:pt x="1552575" y="169252"/>
                  </a:lnTo>
                  <a:lnTo>
                    <a:pt x="1552829" y="151384"/>
                  </a:lnTo>
                  <a:lnTo>
                    <a:pt x="1552829" y="108712"/>
                  </a:lnTo>
                  <a:close/>
                </a:path>
                <a:path w="1898014" h="260350">
                  <a:moveTo>
                    <a:pt x="1897634" y="191135"/>
                  </a:moveTo>
                  <a:lnTo>
                    <a:pt x="1884502" y="147434"/>
                  </a:lnTo>
                  <a:lnTo>
                    <a:pt x="1834515" y="119176"/>
                  </a:lnTo>
                  <a:lnTo>
                    <a:pt x="1747520" y="91351"/>
                  </a:lnTo>
                  <a:lnTo>
                    <a:pt x="1736509" y="87376"/>
                  </a:lnTo>
                  <a:lnTo>
                    <a:pt x="1728533" y="83794"/>
                  </a:lnTo>
                  <a:lnTo>
                    <a:pt x="1723644" y="80518"/>
                  </a:lnTo>
                  <a:lnTo>
                    <a:pt x="1719199" y="76200"/>
                  </a:lnTo>
                  <a:lnTo>
                    <a:pt x="1716913" y="69977"/>
                  </a:lnTo>
                  <a:lnTo>
                    <a:pt x="1716913" y="55118"/>
                  </a:lnTo>
                  <a:lnTo>
                    <a:pt x="1719199" y="50292"/>
                  </a:lnTo>
                  <a:lnTo>
                    <a:pt x="1727454" y="43688"/>
                  </a:lnTo>
                  <a:lnTo>
                    <a:pt x="1733423" y="42164"/>
                  </a:lnTo>
                  <a:lnTo>
                    <a:pt x="1748790" y="42164"/>
                  </a:lnTo>
                  <a:lnTo>
                    <a:pt x="1754251" y="43434"/>
                  </a:lnTo>
                  <a:lnTo>
                    <a:pt x="1760601" y="48006"/>
                  </a:lnTo>
                  <a:lnTo>
                    <a:pt x="1762125" y="53594"/>
                  </a:lnTo>
                  <a:lnTo>
                    <a:pt x="1762125" y="80772"/>
                  </a:lnTo>
                  <a:lnTo>
                    <a:pt x="1886458" y="80772"/>
                  </a:lnTo>
                  <a:lnTo>
                    <a:pt x="1886458" y="70866"/>
                  </a:lnTo>
                  <a:lnTo>
                    <a:pt x="1885708" y="57086"/>
                  </a:lnTo>
                  <a:lnTo>
                    <a:pt x="1867166" y="22720"/>
                  </a:lnTo>
                  <a:lnTo>
                    <a:pt x="1826133" y="8128"/>
                  </a:lnTo>
                  <a:lnTo>
                    <a:pt x="1785404" y="1968"/>
                  </a:lnTo>
                  <a:lnTo>
                    <a:pt x="1736979" y="0"/>
                  </a:lnTo>
                  <a:lnTo>
                    <a:pt x="1714042" y="444"/>
                  </a:lnTo>
                  <a:lnTo>
                    <a:pt x="1673352" y="4076"/>
                  </a:lnTo>
                  <a:lnTo>
                    <a:pt x="1626438" y="16357"/>
                  </a:lnTo>
                  <a:lnTo>
                    <a:pt x="1595539" y="45351"/>
                  </a:lnTo>
                  <a:lnTo>
                    <a:pt x="1591691" y="70104"/>
                  </a:lnTo>
                  <a:lnTo>
                    <a:pt x="1592351" y="79641"/>
                  </a:lnTo>
                  <a:lnTo>
                    <a:pt x="1614462" y="114287"/>
                  </a:lnTo>
                  <a:lnTo>
                    <a:pt x="1653819" y="132321"/>
                  </a:lnTo>
                  <a:lnTo>
                    <a:pt x="1717992" y="153695"/>
                  </a:lnTo>
                  <a:lnTo>
                    <a:pt x="1735963" y="159918"/>
                  </a:lnTo>
                  <a:lnTo>
                    <a:pt x="1769592" y="187718"/>
                  </a:lnTo>
                  <a:lnTo>
                    <a:pt x="1770380" y="197739"/>
                  </a:lnTo>
                  <a:lnTo>
                    <a:pt x="1770380" y="204343"/>
                  </a:lnTo>
                  <a:lnTo>
                    <a:pt x="1768094" y="209423"/>
                  </a:lnTo>
                  <a:lnTo>
                    <a:pt x="1759712" y="216281"/>
                  </a:lnTo>
                  <a:lnTo>
                    <a:pt x="1752854" y="217932"/>
                  </a:lnTo>
                  <a:lnTo>
                    <a:pt x="1735074" y="217932"/>
                  </a:lnTo>
                  <a:lnTo>
                    <a:pt x="1728978" y="216662"/>
                  </a:lnTo>
                  <a:lnTo>
                    <a:pt x="1722120" y="211201"/>
                  </a:lnTo>
                  <a:lnTo>
                    <a:pt x="1720088" y="205232"/>
                  </a:lnTo>
                  <a:lnTo>
                    <a:pt x="1720088" y="165481"/>
                  </a:lnTo>
                  <a:lnTo>
                    <a:pt x="1595882" y="165481"/>
                  </a:lnTo>
                  <a:lnTo>
                    <a:pt x="1595882" y="181864"/>
                  </a:lnTo>
                  <a:lnTo>
                    <a:pt x="1596618" y="195072"/>
                  </a:lnTo>
                  <a:lnTo>
                    <a:pt x="1615160" y="232498"/>
                  </a:lnTo>
                  <a:lnTo>
                    <a:pt x="1657477" y="250444"/>
                  </a:lnTo>
                  <a:lnTo>
                    <a:pt x="1699272" y="257860"/>
                  </a:lnTo>
                  <a:lnTo>
                    <a:pt x="1749171" y="260223"/>
                  </a:lnTo>
                  <a:lnTo>
                    <a:pt x="1772958" y="259689"/>
                  </a:lnTo>
                  <a:lnTo>
                    <a:pt x="1815820" y="255358"/>
                  </a:lnTo>
                  <a:lnTo>
                    <a:pt x="1865896" y="242049"/>
                  </a:lnTo>
                  <a:lnTo>
                    <a:pt x="1894459" y="214261"/>
                  </a:lnTo>
                  <a:lnTo>
                    <a:pt x="1896833" y="203581"/>
                  </a:lnTo>
                  <a:lnTo>
                    <a:pt x="1897634" y="1911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703577" y="1928494"/>
              <a:ext cx="1898014" cy="260350"/>
            </a:xfrm>
            <a:custGeom>
              <a:avLst/>
              <a:gdLst/>
              <a:ahLst/>
              <a:cxnLst/>
              <a:rect l="l" t="t" r="r" b="b"/>
              <a:pathLst>
                <a:path w="1898014" h="260350">
                  <a:moveTo>
                    <a:pt x="294767" y="80772"/>
                  </a:moveTo>
                  <a:lnTo>
                    <a:pt x="263695" y="80772"/>
                  </a:lnTo>
                  <a:lnTo>
                    <a:pt x="232600" y="80772"/>
                  </a:lnTo>
                  <a:lnTo>
                    <a:pt x="201505" y="80772"/>
                  </a:lnTo>
                  <a:lnTo>
                    <a:pt x="170434" y="80772"/>
                  </a:lnTo>
                  <a:lnTo>
                    <a:pt x="170434" y="74675"/>
                  </a:lnTo>
                  <a:lnTo>
                    <a:pt x="170434" y="68453"/>
                  </a:lnTo>
                  <a:lnTo>
                    <a:pt x="170434" y="62357"/>
                  </a:lnTo>
                  <a:lnTo>
                    <a:pt x="170434" y="53594"/>
                  </a:lnTo>
                  <a:lnTo>
                    <a:pt x="168783" y="48006"/>
                  </a:lnTo>
                  <a:lnTo>
                    <a:pt x="165608" y="45720"/>
                  </a:lnTo>
                  <a:lnTo>
                    <a:pt x="162560" y="43434"/>
                  </a:lnTo>
                  <a:lnTo>
                    <a:pt x="156972" y="42164"/>
                  </a:lnTo>
                  <a:lnTo>
                    <a:pt x="149733" y="42164"/>
                  </a:lnTo>
                  <a:lnTo>
                    <a:pt x="141859" y="42164"/>
                  </a:lnTo>
                  <a:lnTo>
                    <a:pt x="135763" y="43688"/>
                  </a:lnTo>
                  <a:lnTo>
                    <a:pt x="131699" y="46990"/>
                  </a:lnTo>
                  <a:lnTo>
                    <a:pt x="127508" y="50292"/>
                  </a:lnTo>
                  <a:lnTo>
                    <a:pt x="125222" y="55118"/>
                  </a:lnTo>
                  <a:lnTo>
                    <a:pt x="125222" y="61595"/>
                  </a:lnTo>
                  <a:lnTo>
                    <a:pt x="125222" y="69976"/>
                  </a:lnTo>
                  <a:lnTo>
                    <a:pt x="127508" y="76200"/>
                  </a:lnTo>
                  <a:lnTo>
                    <a:pt x="169799" y="95758"/>
                  </a:lnTo>
                  <a:lnTo>
                    <a:pt x="210389" y="108114"/>
                  </a:lnTo>
                  <a:lnTo>
                    <a:pt x="242776" y="119173"/>
                  </a:lnTo>
                  <a:lnTo>
                    <a:pt x="282702" y="137922"/>
                  </a:lnTo>
                  <a:lnTo>
                    <a:pt x="304472" y="173980"/>
                  </a:lnTo>
                  <a:lnTo>
                    <a:pt x="305943" y="191135"/>
                  </a:lnTo>
                  <a:lnTo>
                    <a:pt x="305135" y="203573"/>
                  </a:lnTo>
                  <a:lnTo>
                    <a:pt x="285210" y="236567"/>
                  </a:lnTo>
                  <a:lnTo>
                    <a:pt x="243205" y="251587"/>
                  </a:lnTo>
                  <a:lnTo>
                    <a:pt x="203422" y="258048"/>
                  </a:lnTo>
                  <a:lnTo>
                    <a:pt x="157353" y="260223"/>
                  </a:lnTo>
                  <a:lnTo>
                    <a:pt x="131472" y="259641"/>
                  </a:lnTo>
                  <a:lnTo>
                    <a:pt x="85665" y="254811"/>
                  </a:lnTo>
                  <a:lnTo>
                    <a:pt x="48379" y="245048"/>
                  </a:lnTo>
                  <a:lnTo>
                    <a:pt x="15875" y="225171"/>
                  </a:lnTo>
                  <a:lnTo>
                    <a:pt x="4064" y="181864"/>
                  </a:lnTo>
                  <a:lnTo>
                    <a:pt x="4064" y="176403"/>
                  </a:lnTo>
                  <a:lnTo>
                    <a:pt x="4064" y="170942"/>
                  </a:lnTo>
                  <a:lnTo>
                    <a:pt x="4064" y="165481"/>
                  </a:lnTo>
                  <a:lnTo>
                    <a:pt x="35135" y="165481"/>
                  </a:lnTo>
                  <a:lnTo>
                    <a:pt x="66230" y="165481"/>
                  </a:lnTo>
                  <a:lnTo>
                    <a:pt x="97325" y="165481"/>
                  </a:lnTo>
                  <a:lnTo>
                    <a:pt x="128397" y="165481"/>
                  </a:lnTo>
                  <a:lnTo>
                    <a:pt x="128397" y="173101"/>
                  </a:lnTo>
                  <a:lnTo>
                    <a:pt x="128397" y="180721"/>
                  </a:lnTo>
                  <a:lnTo>
                    <a:pt x="128397" y="188341"/>
                  </a:lnTo>
                  <a:lnTo>
                    <a:pt x="128397" y="195961"/>
                  </a:lnTo>
                  <a:lnTo>
                    <a:pt x="128397" y="205232"/>
                  </a:lnTo>
                  <a:lnTo>
                    <a:pt x="130302" y="211200"/>
                  </a:lnTo>
                  <a:lnTo>
                    <a:pt x="133858" y="213995"/>
                  </a:lnTo>
                  <a:lnTo>
                    <a:pt x="137287" y="216662"/>
                  </a:lnTo>
                  <a:lnTo>
                    <a:pt x="143383" y="217932"/>
                  </a:lnTo>
                  <a:lnTo>
                    <a:pt x="152273" y="217932"/>
                  </a:lnTo>
                  <a:lnTo>
                    <a:pt x="161163" y="217932"/>
                  </a:lnTo>
                  <a:lnTo>
                    <a:pt x="167894" y="216281"/>
                  </a:lnTo>
                  <a:lnTo>
                    <a:pt x="172212" y="212851"/>
                  </a:lnTo>
                  <a:lnTo>
                    <a:pt x="176403" y="209423"/>
                  </a:lnTo>
                  <a:lnTo>
                    <a:pt x="178689" y="204343"/>
                  </a:lnTo>
                  <a:lnTo>
                    <a:pt x="178689" y="197739"/>
                  </a:lnTo>
                  <a:lnTo>
                    <a:pt x="157549" y="164911"/>
                  </a:lnTo>
                  <a:lnTo>
                    <a:pt x="103632" y="146176"/>
                  </a:lnTo>
                  <a:lnTo>
                    <a:pt x="80773" y="138670"/>
                  </a:lnTo>
                  <a:lnTo>
                    <a:pt x="62118" y="132318"/>
                  </a:lnTo>
                  <a:lnTo>
                    <a:pt x="22701" y="114284"/>
                  </a:lnTo>
                  <a:lnTo>
                    <a:pt x="668" y="79634"/>
                  </a:lnTo>
                  <a:lnTo>
                    <a:pt x="0" y="70104"/>
                  </a:lnTo>
                  <a:lnTo>
                    <a:pt x="970" y="56769"/>
                  </a:lnTo>
                  <a:lnTo>
                    <a:pt x="23786" y="21903"/>
                  </a:lnTo>
                  <a:lnTo>
                    <a:pt x="63881" y="7366"/>
                  </a:lnTo>
                  <a:lnTo>
                    <a:pt x="122352" y="436"/>
                  </a:lnTo>
                  <a:lnTo>
                    <a:pt x="145288" y="0"/>
                  </a:lnTo>
                  <a:lnTo>
                    <a:pt x="170396" y="484"/>
                  </a:lnTo>
                  <a:lnTo>
                    <a:pt x="214993" y="4500"/>
                  </a:lnTo>
                  <a:lnTo>
                    <a:pt x="264874" y="17319"/>
                  </a:lnTo>
                  <a:lnTo>
                    <a:pt x="291814" y="45450"/>
                  </a:lnTo>
                  <a:lnTo>
                    <a:pt x="294767" y="70866"/>
                  </a:lnTo>
                  <a:lnTo>
                    <a:pt x="294767" y="74295"/>
                  </a:lnTo>
                  <a:lnTo>
                    <a:pt x="294767" y="77470"/>
                  </a:lnTo>
                  <a:lnTo>
                    <a:pt x="294767" y="80772"/>
                  </a:lnTo>
                  <a:close/>
                </a:path>
                <a:path w="1898014" h="260350">
                  <a:moveTo>
                    <a:pt x="481711" y="5080"/>
                  </a:moveTo>
                  <a:lnTo>
                    <a:pt x="481711" y="5080"/>
                  </a:lnTo>
                  <a:lnTo>
                    <a:pt x="481711" y="255016"/>
                  </a:lnTo>
                  <a:lnTo>
                    <a:pt x="448258" y="255016"/>
                  </a:lnTo>
                  <a:lnTo>
                    <a:pt x="414781" y="255016"/>
                  </a:lnTo>
                  <a:lnTo>
                    <a:pt x="381305" y="255016"/>
                  </a:lnTo>
                  <a:lnTo>
                    <a:pt x="347853" y="255016"/>
                  </a:lnTo>
                  <a:lnTo>
                    <a:pt x="347853" y="205040"/>
                  </a:lnTo>
                  <a:lnTo>
                    <a:pt x="347853" y="155078"/>
                  </a:lnTo>
                  <a:lnTo>
                    <a:pt x="347853" y="105109"/>
                  </a:lnTo>
                  <a:lnTo>
                    <a:pt x="347853" y="55115"/>
                  </a:lnTo>
                  <a:lnTo>
                    <a:pt x="347853" y="5080"/>
                  </a:lnTo>
                  <a:lnTo>
                    <a:pt x="381305" y="5080"/>
                  </a:lnTo>
                  <a:lnTo>
                    <a:pt x="414782" y="5080"/>
                  </a:lnTo>
                  <a:lnTo>
                    <a:pt x="448258" y="5080"/>
                  </a:lnTo>
                  <a:lnTo>
                    <a:pt x="481711" y="5080"/>
                  </a:lnTo>
                  <a:close/>
                </a:path>
                <a:path w="1898014" h="260350">
                  <a:moveTo>
                    <a:pt x="842518" y="97155"/>
                  </a:moveTo>
                  <a:lnTo>
                    <a:pt x="809085" y="97155"/>
                  </a:lnTo>
                  <a:lnTo>
                    <a:pt x="775652" y="97155"/>
                  </a:lnTo>
                  <a:lnTo>
                    <a:pt x="742219" y="97155"/>
                  </a:lnTo>
                  <a:lnTo>
                    <a:pt x="708787" y="97155"/>
                  </a:lnTo>
                  <a:lnTo>
                    <a:pt x="708787" y="89535"/>
                  </a:lnTo>
                  <a:lnTo>
                    <a:pt x="708787" y="82042"/>
                  </a:lnTo>
                  <a:lnTo>
                    <a:pt x="708787" y="74422"/>
                  </a:lnTo>
                  <a:lnTo>
                    <a:pt x="708531" y="64678"/>
                  </a:lnTo>
                  <a:lnTo>
                    <a:pt x="696341" y="42164"/>
                  </a:lnTo>
                  <a:lnTo>
                    <a:pt x="686689" y="42164"/>
                  </a:lnTo>
                  <a:lnTo>
                    <a:pt x="678434" y="42164"/>
                  </a:lnTo>
                  <a:lnTo>
                    <a:pt x="672846" y="43688"/>
                  </a:lnTo>
                  <a:lnTo>
                    <a:pt x="669925" y="46863"/>
                  </a:lnTo>
                  <a:lnTo>
                    <a:pt x="667131" y="49911"/>
                  </a:lnTo>
                  <a:lnTo>
                    <a:pt x="665480" y="57785"/>
                  </a:lnTo>
                  <a:lnTo>
                    <a:pt x="665480" y="70612"/>
                  </a:lnTo>
                  <a:lnTo>
                    <a:pt x="665480" y="100595"/>
                  </a:lnTo>
                  <a:lnTo>
                    <a:pt x="665480" y="130555"/>
                  </a:lnTo>
                  <a:lnTo>
                    <a:pt x="665480" y="160516"/>
                  </a:lnTo>
                  <a:lnTo>
                    <a:pt x="665480" y="190500"/>
                  </a:lnTo>
                  <a:lnTo>
                    <a:pt x="665480" y="201803"/>
                  </a:lnTo>
                  <a:lnTo>
                    <a:pt x="667131" y="208915"/>
                  </a:lnTo>
                  <a:lnTo>
                    <a:pt x="669925" y="212598"/>
                  </a:lnTo>
                  <a:lnTo>
                    <a:pt x="672846" y="216154"/>
                  </a:lnTo>
                  <a:lnTo>
                    <a:pt x="678815" y="217932"/>
                  </a:lnTo>
                  <a:lnTo>
                    <a:pt x="687705" y="217932"/>
                  </a:lnTo>
                  <a:lnTo>
                    <a:pt x="697611" y="217932"/>
                  </a:lnTo>
                  <a:lnTo>
                    <a:pt x="704342" y="215900"/>
                  </a:lnTo>
                  <a:lnTo>
                    <a:pt x="707771" y="211963"/>
                  </a:lnTo>
                  <a:lnTo>
                    <a:pt x="711200" y="207899"/>
                  </a:lnTo>
                  <a:lnTo>
                    <a:pt x="712851" y="200025"/>
                  </a:lnTo>
                  <a:lnTo>
                    <a:pt x="712851" y="188468"/>
                  </a:lnTo>
                  <a:lnTo>
                    <a:pt x="712851" y="181058"/>
                  </a:lnTo>
                  <a:lnTo>
                    <a:pt x="712851" y="173672"/>
                  </a:lnTo>
                  <a:lnTo>
                    <a:pt x="712851" y="166286"/>
                  </a:lnTo>
                  <a:lnTo>
                    <a:pt x="712851" y="158876"/>
                  </a:lnTo>
                  <a:lnTo>
                    <a:pt x="706088" y="158876"/>
                  </a:lnTo>
                  <a:lnTo>
                    <a:pt x="699325" y="158876"/>
                  </a:lnTo>
                  <a:lnTo>
                    <a:pt x="692562" y="158876"/>
                  </a:lnTo>
                  <a:lnTo>
                    <a:pt x="685800" y="158876"/>
                  </a:lnTo>
                  <a:lnTo>
                    <a:pt x="685800" y="149371"/>
                  </a:lnTo>
                  <a:lnTo>
                    <a:pt x="685800" y="139890"/>
                  </a:lnTo>
                  <a:lnTo>
                    <a:pt x="685800" y="130409"/>
                  </a:lnTo>
                  <a:lnTo>
                    <a:pt x="685800" y="120904"/>
                  </a:lnTo>
                  <a:lnTo>
                    <a:pt x="725021" y="120904"/>
                  </a:lnTo>
                  <a:lnTo>
                    <a:pt x="764206" y="120904"/>
                  </a:lnTo>
                  <a:lnTo>
                    <a:pt x="803368" y="120904"/>
                  </a:lnTo>
                  <a:lnTo>
                    <a:pt x="842518" y="120904"/>
                  </a:lnTo>
                  <a:lnTo>
                    <a:pt x="842518" y="154432"/>
                  </a:lnTo>
                  <a:lnTo>
                    <a:pt x="842518" y="187960"/>
                  </a:lnTo>
                  <a:lnTo>
                    <a:pt x="842518" y="221488"/>
                  </a:lnTo>
                  <a:lnTo>
                    <a:pt x="842518" y="255016"/>
                  </a:lnTo>
                  <a:lnTo>
                    <a:pt x="821467" y="255016"/>
                  </a:lnTo>
                  <a:lnTo>
                    <a:pt x="800417" y="255016"/>
                  </a:lnTo>
                  <a:lnTo>
                    <a:pt x="779367" y="255016"/>
                  </a:lnTo>
                  <a:lnTo>
                    <a:pt x="758317" y="255016"/>
                  </a:lnTo>
                  <a:lnTo>
                    <a:pt x="754253" y="249047"/>
                  </a:lnTo>
                  <a:lnTo>
                    <a:pt x="749935" y="243078"/>
                  </a:lnTo>
                  <a:lnTo>
                    <a:pt x="745871" y="237109"/>
                  </a:lnTo>
                  <a:lnTo>
                    <a:pt x="738637" y="242522"/>
                  </a:lnTo>
                  <a:lnTo>
                    <a:pt x="700631" y="256954"/>
                  </a:lnTo>
                  <a:lnTo>
                    <a:pt x="662305" y="260223"/>
                  </a:lnTo>
                  <a:lnTo>
                    <a:pt x="645658" y="259740"/>
                  </a:lnTo>
                  <a:lnTo>
                    <a:pt x="599313" y="252222"/>
                  </a:lnTo>
                  <a:lnTo>
                    <a:pt x="562969" y="238238"/>
                  </a:lnTo>
                  <a:lnTo>
                    <a:pt x="535432" y="208025"/>
                  </a:lnTo>
                  <a:lnTo>
                    <a:pt x="531622" y="169291"/>
                  </a:lnTo>
                  <a:lnTo>
                    <a:pt x="531622" y="150790"/>
                  </a:lnTo>
                  <a:lnTo>
                    <a:pt x="531622" y="132254"/>
                  </a:lnTo>
                  <a:lnTo>
                    <a:pt x="531622" y="113694"/>
                  </a:lnTo>
                  <a:lnTo>
                    <a:pt x="531622" y="95123"/>
                  </a:lnTo>
                  <a:lnTo>
                    <a:pt x="532122" y="78452"/>
                  </a:lnTo>
                  <a:lnTo>
                    <a:pt x="545445" y="35266"/>
                  </a:lnTo>
                  <a:lnTo>
                    <a:pt x="585343" y="13335"/>
                  </a:lnTo>
                  <a:lnTo>
                    <a:pt x="628459" y="3238"/>
                  </a:lnTo>
                  <a:lnTo>
                    <a:pt x="682625" y="0"/>
                  </a:lnTo>
                  <a:lnTo>
                    <a:pt x="710761" y="698"/>
                  </a:lnTo>
                  <a:lnTo>
                    <a:pt x="759652" y="6429"/>
                  </a:lnTo>
                  <a:lnTo>
                    <a:pt x="797954" y="17831"/>
                  </a:lnTo>
                  <a:lnTo>
                    <a:pt x="830834" y="39370"/>
                  </a:lnTo>
                  <a:lnTo>
                    <a:pt x="842518" y="86233"/>
                  </a:lnTo>
                  <a:lnTo>
                    <a:pt x="842518" y="89916"/>
                  </a:lnTo>
                  <a:lnTo>
                    <a:pt x="842518" y="93599"/>
                  </a:lnTo>
                  <a:lnTo>
                    <a:pt x="842518" y="97155"/>
                  </a:lnTo>
                  <a:close/>
                </a:path>
                <a:path w="1898014" h="260350">
                  <a:moveTo>
                    <a:pt x="1193292" y="5080"/>
                  </a:moveTo>
                  <a:lnTo>
                    <a:pt x="1193292" y="5080"/>
                  </a:lnTo>
                  <a:lnTo>
                    <a:pt x="1193292" y="255016"/>
                  </a:lnTo>
                  <a:lnTo>
                    <a:pt x="1163955" y="255016"/>
                  </a:lnTo>
                  <a:lnTo>
                    <a:pt x="1134618" y="255016"/>
                  </a:lnTo>
                  <a:lnTo>
                    <a:pt x="1105281" y="255016"/>
                  </a:lnTo>
                  <a:lnTo>
                    <a:pt x="1075944" y="255016"/>
                  </a:lnTo>
                  <a:lnTo>
                    <a:pt x="1058640" y="226542"/>
                  </a:lnTo>
                  <a:lnTo>
                    <a:pt x="1041146" y="198199"/>
                  </a:lnTo>
                  <a:lnTo>
                    <a:pt x="1023651" y="169880"/>
                  </a:lnTo>
                  <a:lnTo>
                    <a:pt x="1006348" y="141478"/>
                  </a:lnTo>
                  <a:lnTo>
                    <a:pt x="1006348" y="169862"/>
                  </a:lnTo>
                  <a:lnTo>
                    <a:pt x="1006348" y="198247"/>
                  </a:lnTo>
                  <a:lnTo>
                    <a:pt x="1006348" y="226631"/>
                  </a:lnTo>
                  <a:lnTo>
                    <a:pt x="1006348" y="255016"/>
                  </a:lnTo>
                  <a:lnTo>
                    <a:pt x="978364" y="255016"/>
                  </a:lnTo>
                  <a:lnTo>
                    <a:pt x="950404" y="255016"/>
                  </a:lnTo>
                  <a:lnTo>
                    <a:pt x="922444" y="255016"/>
                  </a:lnTo>
                  <a:lnTo>
                    <a:pt x="894461" y="255016"/>
                  </a:lnTo>
                  <a:lnTo>
                    <a:pt x="894461" y="205040"/>
                  </a:lnTo>
                  <a:lnTo>
                    <a:pt x="894461" y="155078"/>
                  </a:lnTo>
                  <a:lnTo>
                    <a:pt x="894461" y="105109"/>
                  </a:lnTo>
                  <a:lnTo>
                    <a:pt x="894461" y="55115"/>
                  </a:lnTo>
                  <a:lnTo>
                    <a:pt x="894461" y="5080"/>
                  </a:lnTo>
                  <a:lnTo>
                    <a:pt x="922444" y="5080"/>
                  </a:lnTo>
                  <a:lnTo>
                    <a:pt x="950404" y="5080"/>
                  </a:lnTo>
                  <a:lnTo>
                    <a:pt x="978364" y="5080"/>
                  </a:lnTo>
                  <a:lnTo>
                    <a:pt x="1006348" y="5080"/>
                  </a:lnTo>
                  <a:lnTo>
                    <a:pt x="1025005" y="33323"/>
                  </a:lnTo>
                  <a:lnTo>
                    <a:pt x="1043876" y="61388"/>
                  </a:lnTo>
                  <a:lnTo>
                    <a:pt x="1062747" y="89429"/>
                  </a:lnTo>
                  <a:lnTo>
                    <a:pt x="1081405" y="117601"/>
                  </a:lnTo>
                  <a:lnTo>
                    <a:pt x="1081405" y="89501"/>
                  </a:lnTo>
                  <a:lnTo>
                    <a:pt x="1081405" y="61388"/>
                  </a:lnTo>
                  <a:lnTo>
                    <a:pt x="1081405" y="33252"/>
                  </a:lnTo>
                  <a:lnTo>
                    <a:pt x="1081405" y="5080"/>
                  </a:lnTo>
                  <a:lnTo>
                    <a:pt x="1109335" y="5080"/>
                  </a:lnTo>
                  <a:lnTo>
                    <a:pt x="1137300" y="5080"/>
                  </a:lnTo>
                  <a:lnTo>
                    <a:pt x="1165290" y="5080"/>
                  </a:lnTo>
                  <a:lnTo>
                    <a:pt x="1193292" y="5080"/>
                  </a:lnTo>
                  <a:close/>
                </a:path>
                <a:path w="1898014" h="260350">
                  <a:moveTo>
                    <a:pt x="1552829" y="151384"/>
                  </a:moveTo>
                  <a:lnTo>
                    <a:pt x="1550846" y="195550"/>
                  </a:lnTo>
                  <a:lnTo>
                    <a:pt x="1526540" y="233299"/>
                  </a:lnTo>
                  <a:lnTo>
                    <a:pt x="1489999" y="249372"/>
                  </a:lnTo>
                  <a:lnTo>
                    <a:pt x="1438862" y="258492"/>
                  </a:lnTo>
                  <a:lnTo>
                    <a:pt x="1398016" y="260223"/>
                  </a:lnTo>
                  <a:lnTo>
                    <a:pt x="1377838" y="259834"/>
                  </a:lnTo>
                  <a:lnTo>
                    <a:pt x="1323975" y="253619"/>
                  </a:lnTo>
                  <a:lnTo>
                    <a:pt x="1281666" y="240188"/>
                  </a:lnTo>
                  <a:lnTo>
                    <a:pt x="1249904" y="213074"/>
                  </a:lnTo>
                  <a:lnTo>
                    <a:pt x="1243441" y="169249"/>
                  </a:lnTo>
                  <a:lnTo>
                    <a:pt x="1243203" y="151384"/>
                  </a:lnTo>
                  <a:lnTo>
                    <a:pt x="1243203" y="140716"/>
                  </a:lnTo>
                  <a:lnTo>
                    <a:pt x="1243203" y="130048"/>
                  </a:lnTo>
                  <a:lnTo>
                    <a:pt x="1243203" y="119379"/>
                  </a:lnTo>
                  <a:lnTo>
                    <a:pt x="1243203" y="108712"/>
                  </a:lnTo>
                  <a:lnTo>
                    <a:pt x="1243441" y="91233"/>
                  </a:lnTo>
                  <a:lnTo>
                    <a:pt x="1249674" y="47746"/>
                  </a:lnTo>
                  <a:lnTo>
                    <a:pt x="1280257" y="20645"/>
                  </a:lnTo>
                  <a:lnTo>
                    <a:pt x="1321816" y="6858"/>
                  </a:lnTo>
                  <a:lnTo>
                    <a:pt x="1377019" y="410"/>
                  </a:lnTo>
                  <a:lnTo>
                    <a:pt x="1398016" y="0"/>
                  </a:lnTo>
                  <a:lnTo>
                    <a:pt x="1418236" y="369"/>
                  </a:lnTo>
                  <a:lnTo>
                    <a:pt x="1472565" y="6476"/>
                  </a:lnTo>
                  <a:lnTo>
                    <a:pt x="1514480" y="19978"/>
                  </a:lnTo>
                  <a:lnTo>
                    <a:pt x="1546201" y="47128"/>
                  </a:lnTo>
                  <a:lnTo>
                    <a:pt x="1552592" y="90848"/>
                  </a:lnTo>
                  <a:lnTo>
                    <a:pt x="1552829" y="108712"/>
                  </a:lnTo>
                  <a:lnTo>
                    <a:pt x="1552829" y="119380"/>
                  </a:lnTo>
                  <a:lnTo>
                    <a:pt x="1552829" y="130048"/>
                  </a:lnTo>
                  <a:lnTo>
                    <a:pt x="1552829" y="140716"/>
                  </a:lnTo>
                  <a:lnTo>
                    <a:pt x="1552829" y="151384"/>
                  </a:lnTo>
                  <a:close/>
                </a:path>
                <a:path w="1898014" h="260350">
                  <a:moveTo>
                    <a:pt x="1419098" y="69342"/>
                  </a:moveTo>
                  <a:lnTo>
                    <a:pt x="1419098" y="57785"/>
                  </a:lnTo>
                  <a:lnTo>
                    <a:pt x="1417701" y="50292"/>
                  </a:lnTo>
                  <a:lnTo>
                    <a:pt x="1415288" y="46990"/>
                  </a:lnTo>
                  <a:lnTo>
                    <a:pt x="1412367" y="43688"/>
                  </a:lnTo>
                  <a:lnTo>
                    <a:pt x="1407033" y="42164"/>
                  </a:lnTo>
                  <a:lnTo>
                    <a:pt x="1398778" y="42164"/>
                  </a:lnTo>
                  <a:lnTo>
                    <a:pt x="1391666" y="42164"/>
                  </a:lnTo>
                  <a:lnTo>
                    <a:pt x="1386332" y="43434"/>
                  </a:lnTo>
                  <a:lnTo>
                    <a:pt x="1382776" y="46100"/>
                  </a:lnTo>
                  <a:lnTo>
                    <a:pt x="1378966" y="48768"/>
                  </a:lnTo>
                  <a:lnTo>
                    <a:pt x="1377061" y="56515"/>
                  </a:lnTo>
                  <a:lnTo>
                    <a:pt x="1377061" y="69342"/>
                  </a:lnTo>
                  <a:lnTo>
                    <a:pt x="1377061" y="98506"/>
                  </a:lnTo>
                  <a:lnTo>
                    <a:pt x="1377061" y="127682"/>
                  </a:lnTo>
                  <a:lnTo>
                    <a:pt x="1377061" y="156835"/>
                  </a:lnTo>
                  <a:lnTo>
                    <a:pt x="1377061" y="185928"/>
                  </a:lnTo>
                  <a:lnTo>
                    <a:pt x="1377316" y="195814"/>
                  </a:lnTo>
                  <a:lnTo>
                    <a:pt x="1388872" y="217932"/>
                  </a:lnTo>
                  <a:lnTo>
                    <a:pt x="1397762" y="217932"/>
                  </a:lnTo>
                  <a:lnTo>
                    <a:pt x="1407033" y="217932"/>
                  </a:lnTo>
                  <a:lnTo>
                    <a:pt x="1419098" y="184150"/>
                  </a:lnTo>
                  <a:lnTo>
                    <a:pt x="1419098" y="155459"/>
                  </a:lnTo>
                  <a:lnTo>
                    <a:pt x="1419098" y="126746"/>
                  </a:lnTo>
                  <a:lnTo>
                    <a:pt x="1419098" y="98032"/>
                  </a:lnTo>
                  <a:lnTo>
                    <a:pt x="1419098" y="69342"/>
                  </a:lnTo>
                  <a:close/>
                </a:path>
                <a:path w="1898014" h="260350">
                  <a:moveTo>
                    <a:pt x="1886458" y="80772"/>
                  </a:moveTo>
                  <a:lnTo>
                    <a:pt x="1855386" y="80772"/>
                  </a:lnTo>
                  <a:lnTo>
                    <a:pt x="1824291" y="80772"/>
                  </a:lnTo>
                  <a:lnTo>
                    <a:pt x="1793196" y="80772"/>
                  </a:lnTo>
                  <a:lnTo>
                    <a:pt x="1762125" y="80772"/>
                  </a:lnTo>
                  <a:lnTo>
                    <a:pt x="1762125" y="74675"/>
                  </a:lnTo>
                  <a:lnTo>
                    <a:pt x="1762125" y="68453"/>
                  </a:lnTo>
                  <a:lnTo>
                    <a:pt x="1762125" y="62357"/>
                  </a:lnTo>
                  <a:lnTo>
                    <a:pt x="1762125" y="53594"/>
                  </a:lnTo>
                  <a:lnTo>
                    <a:pt x="1760601" y="48006"/>
                  </a:lnTo>
                  <a:lnTo>
                    <a:pt x="1757426" y="45720"/>
                  </a:lnTo>
                  <a:lnTo>
                    <a:pt x="1754251" y="43434"/>
                  </a:lnTo>
                  <a:lnTo>
                    <a:pt x="1748789" y="42164"/>
                  </a:lnTo>
                  <a:lnTo>
                    <a:pt x="1741424" y="42164"/>
                  </a:lnTo>
                  <a:lnTo>
                    <a:pt x="1733423" y="42164"/>
                  </a:lnTo>
                  <a:lnTo>
                    <a:pt x="1727454" y="43688"/>
                  </a:lnTo>
                  <a:lnTo>
                    <a:pt x="1723389" y="46990"/>
                  </a:lnTo>
                  <a:lnTo>
                    <a:pt x="1719199" y="50292"/>
                  </a:lnTo>
                  <a:lnTo>
                    <a:pt x="1716913" y="55118"/>
                  </a:lnTo>
                  <a:lnTo>
                    <a:pt x="1716913" y="61595"/>
                  </a:lnTo>
                  <a:lnTo>
                    <a:pt x="1716913" y="69976"/>
                  </a:lnTo>
                  <a:lnTo>
                    <a:pt x="1761489" y="95758"/>
                  </a:lnTo>
                  <a:lnTo>
                    <a:pt x="1802133" y="108114"/>
                  </a:lnTo>
                  <a:lnTo>
                    <a:pt x="1834514" y="119173"/>
                  </a:lnTo>
                  <a:lnTo>
                    <a:pt x="1874393" y="137922"/>
                  </a:lnTo>
                  <a:lnTo>
                    <a:pt x="1896163" y="173980"/>
                  </a:lnTo>
                  <a:lnTo>
                    <a:pt x="1897634" y="191135"/>
                  </a:lnTo>
                  <a:lnTo>
                    <a:pt x="1896844" y="203573"/>
                  </a:lnTo>
                  <a:lnTo>
                    <a:pt x="1876919" y="236567"/>
                  </a:lnTo>
                  <a:lnTo>
                    <a:pt x="1834896" y="251587"/>
                  </a:lnTo>
                  <a:lnTo>
                    <a:pt x="1795176" y="258048"/>
                  </a:lnTo>
                  <a:lnTo>
                    <a:pt x="1749171" y="260223"/>
                  </a:lnTo>
                  <a:lnTo>
                    <a:pt x="1723217" y="259641"/>
                  </a:lnTo>
                  <a:lnTo>
                    <a:pt x="1677358" y="254811"/>
                  </a:lnTo>
                  <a:lnTo>
                    <a:pt x="1640072" y="245048"/>
                  </a:lnTo>
                  <a:lnTo>
                    <a:pt x="1602525" y="216689"/>
                  </a:lnTo>
                  <a:lnTo>
                    <a:pt x="1595882" y="181864"/>
                  </a:lnTo>
                  <a:lnTo>
                    <a:pt x="1595882" y="176403"/>
                  </a:lnTo>
                  <a:lnTo>
                    <a:pt x="1595882" y="170942"/>
                  </a:lnTo>
                  <a:lnTo>
                    <a:pt x="1595882" y="165481"/>
                  </a:lnTo>
                  <a:lnTo>
                    <a:pt x="1626933" y="165481"/>
                  </a:lnTo>
                  <a:lnTo>
                    <a:pt x="1657985" y="165481"/>
                  </a:lnTo>
                  <a:lnTo>
                    <a:pt x="1689036" y="165481"/>
                  </a:lnTo>
                  <a:lnTo>
                    <a:pt x="1720088" y="165481"/>
                  </a:lnTo>
                  <a:lnTo>
                    <a:pt x="1720088" y="173101"/>
                  </a:lnTo>
                  <a:lnTo>
                    <a:pt x="1720088" y="180721"/>
                  </a:lnTo>
                  <a:lnTo>
                    <a:pt x="1720088" y="188341"/>
                  </a:lnTo>
                  <a:lnTo>
                    <a:pt x="1720088" y="195961"/>
                  </a:lnTo>
                  <a:lnTo>
                    <a:pt x="1720088" y="205232"/>
                  </a:lnTo>
                  <a:lnTo>
                    <a:pt x="1722120" y="211200"/>
                  </a:lnTo>
                  <a:lnTo>
                    <a:pt x="1725549" y="213995"/>
                  </a:lnTo>
                  <a:lnTo>
                    <a:pt x="1728977" y="216662"/>
                  </a:lnTo>
                  <a:lnTo>
                    <a:pt x="1735074" y="217932"/>
                  </a:lnTo>
                  <a:lnTo>
                    <a:pt x="1744091" y="217932"/>
                  </a:lnTo>
                  <a:lnTo>
                    <a:pt x="1752854" y="217932"/>
                  </a:lnTo>
                  <a:lnTo>
                    <a:pt x="1759712" y="216281"/>
                  </a:lnTo>
                  <a:lnTo>
                    <a:pt x="1764030" y="212851"/>
                  </a:lnTo>
                  <a:lnTo>
                    <a:pt x="1768094" y="209423"/>
                  </a:lnTo>
                  <a:lnTo>
                    <a:pt x="1770380" y="204343"/>
                  </a:lnTo>
                  <a:lnTo>
                    <a:pt x="1770380" y="197739"/>
                  </a:lnTo>
                  <a:lnTo>
                    <a:pt x="1749258" y="164911"/>
                  </a:lnTo>
                  <a:lnTo>
                    <a:pt x="1695323" y="146176"/>
                  </a:lnTo>
                  <a:lnTo>
                    <a:pt x="1672466" y="138670"/>
                  </a:lnTo>
                  <a:lnTo>
                    <a:pt x="1653825" y="132318"/>
                  </a:lnTo>
                  <a:lnTo>
                    <a:pt x="1614471" y="114284"/>
                  </a:lnTo>
                  <a:lnTo>
                    <a:pt x="1592361" y="79634"/>
                  </a:lnTo>
                  <a:lnTo>
                    <a:pt x="1591691" y="70104"/>
                  </a:lnTo>
                  <a:lnTo>
                    <a:pt x="1592661" y="56769"/>
                  </a:lnTo>
                  <a:lnTo>
                    <a:pt x="1615477" y="21903"/>
                  </a:lnTo>
                  <a:lnTo>
                    <a:pt x="1655572" y="7366"/>
                  </a:lnTo>
                  <a:lnTo>
                    <a:pt x="1714043" y="436"/>
                  </a:lnTo>
                  <a:lnTo>
                    <a:pt x="1736979" y="0"/>
                  </a:lnTo>
                  <a:lnTo>
                    <a:pt x="1762142" y="484"/>
                  </a:lnTo>
                  <a:lnTo>
                    <a:pt x="1806755" y="4500"/>
                  </a:lnTo>
                  <a:lnTo>
                    <a:pt x="1856581" y="17319"/>
                  </a:lnTo>
                  <a:lnTo>
                    <a:pt x="1883505" y="45450"/>
                  </a:lnTo>
                  <a:lnTo>
                    <a:pt x="1886458" y="70866"/>
                  </a:lnTo>
                  <a:lnTo>
                    <a:pt x="1886458" y="74295"/>
                  </a:lnTo>
                  <a:lnTo>
                    <a:pt x="1886458" y="77470"/>
                  </a:lnTo>
                  <a:lnTo>
                    <a:pt x="1886458" y="80772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" name="object 82"/>
          <p:cNvGrpSpPr/>
          <p:nvPr/>
        </p:nvGrpSpPr>
        <p:grpSpPr>
          <a:xfrm>
            <a:off x="3947540" y="1918969"/>
            <a:ext cx="3044190" cy="279400"/>
            <a:chOff x="3947540" y="1918969"/>
            <a:chExt cx="3044190" cy="279400"/>
          </a:xfrm>
        </p:grpSpPr>
        <p:sp>
          <p:nvSpPr>
            <p:cNvPr id="83" name="object 83"/>
            <p:cNvSpPr/>
            <p:nvPr/>
          </p:nvSpPr>
          <p:spPr>
            <a:xfrm>
              <a:off x="3957066" y="1928494"/>
              <a:ext cx="3025140" cy="260350"/>
            </a:xfrm>
            <a:custGeom>
              <a:avLst/>
              <a:gdLst/>
              <a:ahLst/>
              <a:cxnLst/>
              <a:rect l="l" t="t" r="r" b="b"/>
              <a:pathLst>
                <a:path w="3025140" h="260350">
                  <a:moveTo>
                    <a:pt x="338201" y="255016"/>
                  </a:moveTo>
                  <a:lnTo>
                    <a:pt x="324561" y="210058"/>
                  </a:lnTo>
                  <a:lnTo>
                    <a:pt x="310921" y="165735"/>
                  </a:lnTo>
                  <a:lnTo>
                    <a:pt x="292176" y="105130"/>
                  </a:lnTo>
                  <a:lnTo>
                    <a:pt x="278574" y="60960"/>
                  </a:lnTo>
                  <a:lnTo>
                    <a:pt x="276783" y="55156"/>
                  </a:lnTo>
                  <a:lnTo>
                    <a:pt x="261620" y="5080"/>
                  </a:lnTo>
                  <a:lnTo>
                    <a:pt x="190754" y="5080"/>
                  </a:lnTo>
                  <a:lnTo>
                    <a:pt x="190754" y="165735"/>
                  </a:lnTo>
                  <a:lnTo>
                    <a:pt x="144653" y="165735"/>
                  </a:lnTo>
                  <a:lnTo>
                    <a:pt x="153708" y="123063"/>
                  </a:lnTo>
                  <a:lnTo>
                    <a:pt x="170307" y="60960"/>
                  </a:lnTo>
                  <a:lnTo>
                    <a:pt x="175348" y="90893"/>
                  </a:lnTo>
                  <a:lnTo>
                    <a:pt x="180517" y="118351"/>
                  </a:lnTo>
                  <a:lnTo>
                    <a:pt x="185699" y="143319"/>
                  </a:lnTo>
                  <a:lnTo>
                    <a:pt x="190754" y="165735"/>
                  </a:lnTo>
                  <a:lnTo>
                    <a:pt x="190754" y="5080"/>
                  </a:lnTo>
                  <a:lnTo>
                    <a:pt x="68199" y="5080"/>
                  </a:lnTo>
                  <a:lnTo>
                    <a:pt x="54698" y="55156"/>
                  </a:lnTo>
                  <a:lnTo>
                    <a:pt x="40982" y="105130"/>
                  </a:lnTo>
                  <a:lnTo>
                    <a:pt x="27203" y="155067"/>
                  </a:lnTo>
                  <a:lnTo>
                    <a:pt x="13487" y="205016"/>
                  </a:lnTo>
                  <a:lnTo>
                    <a:pt x="0" y="255016"/>
                  </a:lnTo>
                  <a:lnTo>
                    <a:pt x="138176" y="255016"/>
                  </a:lnTo>
                  <a:lnTo>
                    <a:pt x="146558" y="210058"/>
                  </a:lnTo>
                  <a:lnTo>
                    <a:pt x="194183" y="210058"/>
                  </a:lnTo>
                  <a:lnTo>
                    <a:pt x="199656" y="243776"/>
                  </a:lnTo>
                  <a:lnTo>
                    <a:pt x="201422" y="255016"/>
                  </a:lnTo>
                  <a:lnTo>
                    <a:pt x="338201" y="255016"/>
                  </a:lnTo>
                  <a:close/>
                </a:path>
                <a:path w="3025140" h="260350">
                  <a:moveTo>
                    <a:pt x="665480" y="5080"/>
                  </a:moveTo>
                  <a:lnTo>
                    <a:pt x="531495" y="5080"/>
                  </a:lnTo>
                  <a:lnTo>
                    <a:pt x="531495" y="201803"/>
                  </a:lnTo>
                  <a:lnTo>
                    <a:pt x="530225" y="209550"/>
                  </a:lnTo>
                  <a:lnTo>
                    <a:pt x="525526" y="216281"/>
                  </a:lnTo>
                  <a:lnTo>
                    <a:pt x="520065" y="217932"/>
                  </a:lnTo>
                  <a:lnTo>
                    <a:pt x="504190" y="217932"/>
                  </a:lnTo>
                  <a:lnTo>
                    <a:pt x="499110" y="216408"/>
                  </a:lnTo>
                  <a:lnTo>
                    <a:pt x="494411" y="210312"/>
                  </a:lnTo>
                  <a:lnTo>
                    <a:pt x="493141" y="203454"/>
                  </a:lnTo>
                  <a:lnTo>
                    <a:pt x="493141" y="5080"/>
                  </a:lnTo>
                  <a:lnTo>
                    <a:pt x="359156" y="5080"/>
                  </a:lnTo>
                  <a:lnTo>
                    <a:pt x="359346" y="172351"/>
                  </a:lnTo>
                  <a:lnTo>
                    <a:pt x="364883" y="214909"/>
                  </a:lnTo>
                  <a:lnTo>
                    <a:pt x="405015" y="244297"/>
                  </a:lnTo>
                  <a:lnTo>
                    <a:pt x="454152" y="256044"/>
                  </a:lnTo>
                  <a:lnTo>
                    <a:pt x="494779" y="259778"/>
                  </a:lnTo>
                  <a:lnTo>
                    <a:pt x="517144" y="260223"/>
                  </a:lnTo>
                  <a:lnTo>
                    <a:pt x="537260" y="259842"/>
                  </a:lnTo>
                  <a:lnTo>
                    <a:pt x="589661" y="253873"/>
                  </a:lnTo>
                  <a:lnTo>
                    <a:pt x="628967" y="241338"/>
                  </a:lnTo>
                  <a:lnTo>
                    <a:pt x="661543" y="211963"/>
                  </a:lnTo>
                  <a:lnTo>
                    <a:pt x="665480" y="172085"/>
                  </a:lnTo>
                  <a:lnTo>
                    <a:pt x="665480" y="5080"/>
                  </a:lnTo>
                  <a:close/>
                </a:path>
                <a:path w="3025140" h="260350">
                  <a:moveTo>
                    <a:pt x="1012317" y="255016"/>
                  </a:moveTo>
                  <a:lnTo>
                    <a:pt x="994702" y="220141"/>
                  </a:lnTo>
                  <a:lnTo>
                    <a:pt x="941324" y="115697"/>
                  </a:lnTo>
                  <a:lnTo>
                    <a:pt x="988441" y="5080"/>
                  </a:lnTo>
                  <a:lnTo>
                    <a:pt x="876173" y="5080"/>
                  </a:lnTo>
                  <a:lnTo>
                    <a:pt x="847598" y="73406"/>
                  </a:lnTo>
                  <a:lnTo>
                    <a:pt x="844753" y="65455"/>
                  </a:lnTo>
                  <a:lnTo>
                    <a:pt x="841451" y="57188"/>
                  </a:lnTo>
                  <a:lnTo>
                    <a:pt x="833882" y="39624"/>
                  </a:lnTo>
                  <a:lnTo>
                    <a:pt x="822083" y="11163"/>
                  </a:lnTo>
                  <a:lnTo>
                    <a:pt x="820039" y="5080"/>
                  </a:lnTo>
                  <a:lnTo>
                    <a:pt x="690499" y="5080"/>
                  </a:lnTo>
                  <a:lnTo>
                    <a:pt x="739140" y="115697"/>
                  </a:lnTo>
                  <a:lnTo>
                    <a:pt x="690499" y="255016"/>
                  </a:lnTo>
                  <a:lnTo>
                    <a:pt x="820928" y="255016"/>
                  </a:lnTo>
                  <a:lnTo>
                    <a:pt x="837780" y="201295"/>
                  </a:lnTo>
                  <a:lnTo>
                    <a:pt x="841514" y="188468"/>
                  </a:lnTo>
                  <a:lnTo>
                    <a:pt x="844778" y="176034"/>
                  </a:lnTo>
                  <a:lnTo>
                    <a:pt x="847598" y="163957"/>
                  </a:lnTo>
                  <a:lnTo>
                    <a:pt x="857008" y="189776"/>
                  </a:lnTo>
                  <a:lnTo>
                    <a:pt x="866952" y="213537"/>
                  </a:lnTo>
                  <a:lnTo>
                    <a:pt x="877379" y="235280"/>
                  </a:lnTo>
                  <a:lnTo>
                    <a:pt x="888238" y="255016"/>
                  </a:lnTo>
                  <a:lnTo>
                    <a:pt x="1012317" y="255016"/>
                  </a:lnTo>
                  <a:close/>
                </a:path>
                <a:path w="3025140" h="260350">
                  <a:moveTo>
                    <a:pt x="1165225" y="5080"/>
                  </a:moveTo>
                  <a:lnTo>
                    <a:pt x="1031367" y="5080"/>
                  </a:lnTo>
                  <a:lnTo>
                    <a:pt x="1031367" y="255016"/>
                  </a:lnTo>
                  <a:lnTo>
                    <a:pt x="1165225" y="255016"/>
                  </a:lnTo>
                  <a:lnTo>
                    <a:pt x="1165225" y="5080"/>
                  </a:lnTo>
                  <a:close/>
                </a:path>
                <a:path w="3025140" h="260350">
                  <a:moveTo>
                    <a:pt x="1434211" y="205105"/>
                  </a:moveTo>
                  <a:lnTo>
                    <a:pt x="1352804" y="205105"/>
                  </a:lnTo>
                  <a:lnTo>
                    <a:pt x="1352804" y="5715"/>
                  </a:lnTo>
                  <a:lnTo>
                    <a:pt x="1218946" y="5715"/>
                  </a:lnTo>
                  <a:lnTo>
                    <a:pt x="1218946" y="205105"/>
                  </a:lnTo>
                  <a:lnTo>
                    <a:pt x="1218946" y="254635"/>
                  </a:lnTo>
                  <a:lnTo>
                    <a:pt x="1434211" y="254635"/>
                  </a:lnTo>
                  <a:lnTo>
                    <a:pt x="1434211" y="205105"/>
                  </a:lnTo>
                  <a:close/>
                </a:path>
                <a:path w="3025140" h="260350">
                  <a:moveTo>
                    <a:pt x="1600454" y="5080"/>
                  </a:moveTo>
                  <a:lnTo>
                    <a:pt x="1466723" y="5080"/>
                  </a:lnTo>
                  <a:lnTo>
                    <a:pt x="1466723" y="255016"/>
                  </a:lnTo>
                  <a:lnTo>
                    <a:pt x="1600454" y="255016"/>
                  </a:lnTo>
                  <a:lnTo>
                    <a:pt x="1600454" y="5080"/>
                  </a:lnTo>
                  <a:close/>
                </a:path>
                <a:path w="3025140" h="260350">
                  <a:moveTo>
                    <a:pt x="1962023" y="255016"/>
                  </a:moveTo>
                  <a:lnTo>
                    <a:pt x="1948395" y="210058"/>
                  </a:lnTo>
                  <a:lnTo>
                    <a:pt x="1934781" y="165735"/>
                  </a:lnTo>
                  <a:lnTo>
                    <a:pt x="1916049" y="105130"/>
                  </a:lnTo>
                  <a:lnTo>
                    <a:pt x="1902447" y="60960"/>
                  </a:lnTo>
                  <a:lnTo>
                    <a:pt x="1900656" y="55156"/>
                  </a:lnTo>
                  <a:lnTo>
                    <a:pt x="1885442" y="5080"/>
                  </a:lnTo>
                  <a:lnTo>
                    <a:pt x="1814576" y="5080"/>
                  </a:lnTo>
                  <a:lnTo>
                    <a:pt x="1814576" y="165735"/>
                  </a:lnTo>
                  <a:lnTo>
                    <a:pt x="1768475" y="165735"/>
                  </a:lnTo>
                  <a:lnTo>
                    <a:pt x="1777530" y="123063"/>
                  </a:lnTo>
                  <a:lnTo>
                    <a:pt x="1794129" y="60960"/>
                  </a:lnTo>
                  <a:lnTo>
                    <a:pt x="1799170" y="90893"/>
                  </a:lnTo>
                  <a:lnTo>
                    <a:pt x="1804352" y="118351"/>
                  </a:lnTo>
                  <a:lnTo>
                    <a:pt x="1809521" y="143319"/>
                  </a:lnTo>
                  <a:lnTo>
                    <a:pt x="1814576" y="165735"/>
                  </a:lnTo>
                  <a:lnTo>
                    <a:pt x="1814576" y="5080"/>
                  </a:lnTo>
                  <a:lnTo>
                    <a:pt x="1692148" y="5080"/>
                  </a:lnTo>
                  <a:lnTo>
                    <a:pt x="1678584" y="55156"/>
                  </a:lnTo>
                  <a:lnTo>
                    <a:pt x="1664830" y="105130"/>
                  </a:lnTo>
                  <a:lnTo>
                    <a:pt x="1651025" y="155067"/>
                  </a:lnTo>
                  <a:lnTo>
                    <a:pt x="1637309" y="205016"/>
                  </a:lnTo>
                  <a:lnTo>
                    <a:pt x="1623822" y="255016"/>
                  </a:lnTo>
                  <a:lnTo>
                    <a:pt x="1762125" y="255016"/>
                  </a:lnTo>
                  <a:lnTo>
                    <a:pt x="1764157" y="243776"/>
                  </a:lnTo>
                  <a:lnTo>
                    <a:pt x="1768335" y="221297"/>
                  </a:lnTo>
                  <a:lnTo>
                    <a:pt x="1770380" y="210058"/>
                  </a:lnTo>
                  <a:lnTo>
                    <a:pt x="1818005" y="210058"/>
                  </a:lnTo>
                  <a:lnTo>
                    <a:pt x="1825371" y="255016"/>
                  </a:lnTo>
                  <a:lnTo>
                    <a:pt x="1962023" y="255016"/>
                  </a:lnTo>
                  <a:close/>
                </a:path>
                <a:path w="3025140" h="260350">
                  <a:moveTo>
                    <a:pt x="2283841" y="73406"/>
                  </a:moveTo>
                  <a:lnTo>
                    <a:pt x="2282583" y="59309"/>
                  </a:lnTo>
                  <a:lnTo>
                    <a:pt x="2282507" y="58508"/>
                  </a:lnTo>
                  <a:lnTo>
                    <a:pt x="2279294" y="48234"/>
                  </a:lnTo>
                  <a:lnTo>
                    <a:pt x="2279231" y="48006"/>
                  </a:lnTo>
                  <a:lnTo>
                    <a:pt x="2251418" y="20142"/>
                  </a:lnTo>
                  <a:lnTo>
                    <a:pt x="2208149" y="8763"/>
                  </a:lnTo>
                  <a:lnTo>
                    <a:pt x="2159508" y="6045"/>
                  </a:lnTo>
                  <a:lnTo>
                    <a:pt x="2159508" y="59309"/>
                  </a:lnTo>
                  <a:lnTo>
                    <a:pt x="2159508" y="91821"/>
                  </a:lnTo>
                  <a:lnTo>
                    <a:pt x="2118868" y="103378"/>
                  </a:lnTo>
                  <a:lnTo>
                    <a:pt x="2118868" y="48006"/>
                  </a:lnTo>
                  <a:lnTo>
                    <a:pt x="2156714" y="54102"/>
                  </a:lnTo>
                  <a:lnTo>
                    <a:pt x="2159508" y="59309"/>
                  </a:lnTo>
                  <a:lnTo>
                    <a:pt x="2159508" y="6045"/>
                  </a:lnTo>
                  <a:lnTo>
                    <a:pt x="2159139" y="6019"/>
                  </a:lnTo>
                  <a:lnTo>
                    <a:pt x="2123262" y="5321"/>
                  </a:lnTo>
                  <a:lnTo>
                    <a:pt x="2079752" y="5080"/>
                  </a:lnTo>
                  <a:lnTo>
                    <a:pt x="1984883" y="5080"/>
                  </a:lnTo>
                  <a:lnTo>
                    <a:pt x="1984883" y="255016"/>
                  </a:lnTo>
                  <a:lnTo>
                    <a:pt x="2118868" y="255016"/>
                  </a:lnTo>
                  <a:lnTo>
                    <a:pt x="2118868" y="142367"/>
                  </a:lnTo>
                  <a:lnTo>
                    <a:pt x="2131364" y="142659"/>
                  </a:lnTo>
                  <a:lnTo>
                    <a:pt x="2159508" y="171958"/>
                  </a:lnTo>
                  <a:lnTo>
                    <a:pt x="2159508" y="255016"/>
                  </a:lnTo>
                  <a:lnTo>
                    <a:pt x="2283841" y="255016"/>
                  </a:lnTo>
                  <a:lnTo>
                    <a:pt x="2283841" y="189103"/>
                  </a:lnTo>
                  <a:lnTo>
                    <a:pt x="2283637" y="175387"/>
                  </a:lnTo>
                  <a:lnTo>
                    <a:pt x="2271814" y="142367"/>
                  </a:lnTo>
                  <a:lnTo>
                    <a:pt x="2263521" y="137414"/>
                  </a:lnTo>
                  <a:lnTo>
                    <a:pt x="2255012" y="133578"/>
                  </a:lnTo>
                  <a:lnTo>
                    <a:pt x="2243264" y="130200"/>
                  </a:lnTo>
                  <a:lnTo>
                    <a:pt x="2228265" y="127228"/>
                  </a:lnTo>
                  <a:lnTo>
                    <a:pt x="2210054" y="124587"/>
                  </a:lnTo>
                  <a:lnTo>
                    <a:pt x="2230183" y="123063"/>
                  </a:lnTo>
                  <a:lnTo>
                    <a:pt x="2268855" y="112522"/>
                  </a:lnTo>
                  <a:lnTo>
                    <a:pt x="2276919" y="103378"/>
                  </a:lnTo>
                  <a:lnTo>
                    <a:pt x="2280005" y="97726"/>
                  </a:lnTo>
                  <a:lnTo>
                    <a:pt x="2282863" y="86779"/>
                  </a:lnTo>
                  <a:lnTo>
                    <a:pt x="2283841" y="73406"/>
                  </a:lnTo>
                  <a:close/>
                </a:path>
                <a:path w="3025140" h="260350">
                  <a:moveTo>
                    <a:pt x="2567813" y="205105"/>
                  </a:moveTo>
                  <a:lnTo>
                    <a:pt x="2469515" y="205105"/>
                  </a:lnTo>
                  <a:lnTo>
                    <a:pt x="2469515" y="150495"/>
                  </a:lnTo>
                  <a:lnTo>
                    <a:pt x="2553208" y="150495"/>
                  </a:lnTo>
                  <a:lnTo>
                    <a:pt x="2553208" y="102235"/>
                  </a:lnTo>
                  <a:lnTo>
                    <a:pt x="2469515" y="102235"/>
                  </a:lnTo>
                  <a:lnTo>
                    <a:pt x="2469515" y="55245"/>
                  </a:lnTo>
                  <a:lnTo>
                    <a:pt x="2558923" y="55245"/>
                  </a:lnTo>
                  <a:lnTo>
                    <a:pt x="2558923" y="5715"/>
                  </a:lnTo>
                  <a:lnTo>
                    <a:pt x="2335657" y="5715"/>
                  </a:lnTo>
                  <a:lnTo>
                    <a:pt x="2335657" y="55245"/>
                  </a:lnTo>
                  <a:lnTo>
                    <a:pt x="2335657" y="102235"/>
                  </a:lnTo>
                  <a:lnTo>
                    <a:pt x="2335657" y="150495"/>
                  </a:lnTo>
                  <a:lnTo>
                    <a:pt x="2335657" y="205105"/>
                  </a:lnTo>
                  <a:lnTo>
                    <a:pt x="2335657" y="254635"/>
                  </a:lnTo>
                  <a:lnTo>
                    <a:pt x="2567813" y="254635"/>
                  </a:lnTo>
                  <a:lnTo>
                    <a:pt x="2567813" y="205105"/>
                  </a:lnTo>
                  <a:close/>
                </a:path>
                <a:path w="3025140" h="260350">
                  <a:moveTo>
                    <a:pt x="2901061" y="191135"/>
                  </a:moveTo>
                  <a:lnTo>
                    <a:pt x="2887980" y="147434"/>
                  </a:lnTo>
                  <a:lnTo>
                    <a:pt x="2837942" y="119176"/>
                  </a:lnTo>
                  <a:lnTo>
                    <a:pt x="2750947" y="91351"/>
                  </a:lnTo>
                  <a:lnTo>
                    <a:pt x="2739936" y="87376"/>
                  </a:lnTo>
                  <a:lnTo>
                    <a:pt x="2731960" y="83794"/>
                  </a:lnTo>
                  <a:lnTo>
                    <a:pt x="2727071" y="80518"/>
                  </a:lnTo>
                  <a:lnTo>
                    <a:pt x="2722753" y="76200"/>
                  </a:lnTo>
                  <a:lnTo>
                    <a:pt x="2720467" y="69977"/>
                  </a:lnTo>
                  <a:lnTo>
                    <a:pt x="2720467" y="55118"/>
                  </a:lnTo>
                  <a:lnTo>
                    <a:pt x="2722626" y="50292"/>
                  </a:lnTo>
                  <a:lnTo>
                    <a:pt x="2730881" y="43688"/>
                  </a:lnTo>
                  <a:lnTo>
                    <a:pt x="2736977" y="42164"/>
                  </a:lnTo>
                  <a:lnTo>
                    <a:pt x="2752217" y="42164"/>
                  </a:lnTo>
                  <a:lnTo>
                    <a:pt x="2757678" y="43434"/>
                  </a:lnTo>
                  <a:lnTo>
                    <a:pt x="2763901" y="48006"/>
                  </a:lnTo>
                  <a:lnTo>
                    <a:pt x="2765552" y="53594"/>
                  </a:lnTo>
                  <a:lnTo>
                    <a:pt x="2765552" y="80772"/>
                  </a:lnTo>
                  <a:lnTo>
                    <a:pt x="2889885" y="80772"/>
                  </a:lnTo>
                  <a:lnTo>
                    <a:pt x="2889885" y="70866"/>
                  </a:lnTo>
                  <a:lnTo>
                    <a:pt x="2889148" y="57086"/>
                  </a:lnTo>
                  <a:lnTo>
                    <a:pt x="2870695" y="22720"/>
                  </a:lnTo>
                  <a:lnTo>
                    <a:pt x="2829433" y="8128"/>
                  </a:lnTo>
                  <a:lnTo>
                    <a:pt x="2788729" y="1968"/>
                  </a:lnTo>
                  <a:lnTo>
                    <a:pt x="2740406" y="0"/>
                  </a:lnTo>
                  <a:lnTo>
                    <a:pt x="2717469" y="444"/>
                  </a:lnTo>
                  <a:lnTo>
                    <a:pt x="2676779" y="4076"/>
                  </a:lnTo>
                  <a:lnTo>
                    <a:pt x="2629903" y="16357"/>
                  </a:lnTo>
                  <a:lnTo>
                    <a:pt x="2598966" y="45351"/>
                  </a:lnTo>
                  <a:lnTo>
                    <a:pt x="2595105" y="70104"/>
                  </a:lnTo>
                  <a:lnTo>
                    <a:pt x="2595803" y="79641"/>
                  </a:lnTo>
                  <a:lnTo>
                    <a:pt x="2617813" y="114287"/>
                  </a:lnTo>
                  <a:lnTo>
                    <a:pt x="2657297" y="132321"/>
                  </a:lnTo>
                  <a:lnTo>
                    <a:pt x="2698877" y="146177"/>
                  </a:lnTo>
                  <a:lnTo>
                    <a:pt x="2739364" y="159918"/>
                  </a:lnTo>
                  <a:lnTo>
                    <a:pt x="2773019" y="187718"/>
                  </a:lnTo>
                  <a:lnTo>
                    <a:pt x="2773807" y="197739"/>
                  </a:lnTo>
                  <a:lnTo>
                    <a:pt x="2773807" y="204343"/>
                  </a:lnTo>
                  <a:lnTo>
                    <a:pt x="2771648" y="209423"/>
                  </a:lnTo>
                  <a:lnTo>
                    <a:pt x="2763012" y="216281"/>
                  </a:lnTo>
                  <a:lnTo>
                    <a:pt x="2756408" y="217932"/>
                  </a:lnTo>
                  <a:lnTo>
                    <a:pt x="2738501" y="217932"/>
                  </a:lnTo>
                  <a:lnTo>
                    <a:pt x="2732532" y="216662"/>
                  </a:lnTo>
                  <a:lnTo>
                    <a:pt x="2725547" y="211201"/>
                  </a:lnTo>
                  <a:lnTo>
                    <a:pt x="2723642" y="205232"/>
                  </a:lnTo>
                  <a:lnTo>
                    <a:pt x="2723642" y="165481"/>
                  </a:lnTo>
                  <a:lnTo>
                    <a:pt x="2599309" y="165481"/>
                  </a:lnTo>
                  <a:lnTo>
                    <a:pt x="2599309" y="181864"/>
                  </a:lnTo>
                  <a:lnTo>
                    <a:pt x="2600020" y="195072"/>
                  </a:lnTo>
                  <a:lnTo>
                    <a:pt x="2618536" y="232498"/>
                  </a:lnTo>
                  <a:lnTo>
                    <a:pt x="2661031" y="250444"/>
                  </a:lnTo>
                  <a:lnTo>
                    <a:pt x="2702649" y="257860"/>
                  </a:lnTo>
                  <a:lnTo>
                    <a:pt x="2752471" y="260223"/>
                  </a:lnTo>
                  <a:lnTo>
                    <a:pt x="2776270" y="259689"/>
                  </a:lnTo>
                  <a:lnTo>
                    <a:pt x="2819273" y="255358"/>
                  </a:lnTo>
                  <a:lnTo>
                    <a:pt x="2869336" y="242049"/>
                  </a:lnTo>
                  <a:lnTo>
                    <a:pt x="2897835" y="214261"/>
                  </a:lnTo>
                  <a:lnTo>
                    <a:pt x="2900248" y="203581"/>
                  </a:lnTo>
                  <a:lnTo>
                    <a:pt x="2901061" y="191135"/>
                  </a:lnTo>
                  <a:close/>
                </a:path>
                <a:path w="3025140" h="260350">
                  <a:moveTo>
                    <a:pt x="3024759" y="204089"/>
                  </a:moveTo>
                  <a:lnTo>
                    <a:pt x="2927731" y="204089"/>
                  </a:lnTo>
                  <a:lnTo>
                    <a:pt x="2927731" y="255016"/>
                  </a:lnTo>
                  <a:lnTo>
                    <a:pt x="3024759" y="255016"/>
                  </a:lnTo>
                  <a:lnTo>
                    <a:pt x="3024759" y="20408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957065" y="1933574"/>
              <a:ext cx="338455" cy="250190"/>
            </a:xfrm>
            <a:custGeom>
              <a:avLst/>
              <a:gdLst/>
              <a:ahLst/>
              <a:cxnLst/>
              <a:rect l="l" t="t" r="r" b="b"/>
              <a:pathLst>
                <a:path w="338454" h="250189">
                  <a:moveTo>
                    <a:pt x="261620" y="0"/>
                  </a:moveTo>
                  <a:lnTo>
                    <a:pt x="276789" y="50072"/>
                  </a:lnTo>
                  <a:lnTo>
                    <a:pt x="292179" y="100047"/>
                  </a:lnTo>
                  <a:lnTo>
                    <a:pt x="307641" y="149979"/>
                  </a:lnTo>
                  <a:lnTo>
                    <a:pt x="323031" y="199924"/>
                  </a:lnTo>
                  <a:lnTo>
                    <a:pt x="338200" y="249935"/>
                  </a:lnTo>
                  <a:lnTo>
                    <a:pt x="304006" y="249935"/>
                  </a:lnTo>
                  <a:lnTo>
                    <a:pt x="269811" y="249935"/>
                  </a:lnTo>
                  <a:lnTo>
                    <a:pt x="235616" y="249935"/>
                  </a:lnTo>
                  <a:lnTo>
                    <a:pt x="201422" y="249935"/>
                  </a:lnTo>
                  <a:lnTo>
                    <a:pt x="199665" y="238696"/>
                  </a:lnTo>
                  <a:lnTo>
                    <a:pt x="197850" y="227456"/>
                  </a:lnTo>
                  <a:lnTo>
                    <a:pt x="196010" y="216217"/>
                  </a:lnTo>
                  <a:lnTo>
                    <a:pt x="194183" y="204977"/>
                  </a:lnTo>
                  <a:lnTo>
                    <a:pt x="182258" y="204977"/>
                  </a:lnTo>
                  <a:lnTo>
                    <a:pt x="170322" y="204977"/>
                  </a:lnTo>
                  <a:lnTo>
                    <a:pt x="158410" y="204977"/>
                  </a:lnTo>
                  <a:lnTo>
                    <a:pt x="146558" y="204977"/>
                  </a:lnTo>
                  <a:lnTo>
                    <a:pt x="144462" y="216217"/>
                  </a:lnTo>
                  <a:lnTo>
                    <a:pt x="142366" y="227456"/>
                  </a:lnTo>
                  <a:lnTo>
                    <a:pt x="140271" y="238696"/>
                  </a:lnTo>
                  <a:lnTo>
                    <a:pt x="138175" y="249935"/>
                  </a:lnTo>
                  <a:lnTo>
                    <a:pt x="103620" y="249935"/>
                  </a:lnTo>
                  <a:lnTo>
                    <a:pt x="69087" y="249935"/>
                  </a:lnTo>
                  <a:lnTo>
                    <a:pt x="34555" y="249935"/>
                  </a:lnTo>
                  <a:lnTo>
                    <a:pt x="0" y="249935"/>
                  </a:lnTo>
                  <a:lnTo>
                    <a:pt x="13493" y="199924"/>
                  </a:lnTo>
                  <a:lnTo>
                    <a:pt x="27206" y="149979"/>
                  </a:lnTo>
                  <a:lnTo>
                    <a:pt x="40992" y="100047"/>
                  </a:lnTo>
                  <a:lnTo>
                    <a:pt x="54705" y="50072"/>
                  </a:lnTo>
                  <a:lnTo>
                    <a:pt x="68199" y="0"/>
                  </a:lnTo>
                  <a:lnTo>
                    <a:pt x="116584" y="0"/>
                  </a:lnTo>
                  <a:lnTo>
                    <a:pt x="164957" y="0"/>
                  </a:lnTo>
                  <a:lnTo>
                    <a:pt x="213306" y="0"/>
                  </a:lnTo>
                  <a:lnTo>
                    <a:pt x="261620" y="0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2193" y="1979929"/>
              <a:ext cx="65150" cy="123825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4316221" y="1933574"/>
              <a:ext cx="1603375" cy="255270"/>
            </a:xfrm>
            <a:custGeom>
              <a:avLst/>
              <a:gdLst/>
              <a:ahLst/>
              <a:cxnLst/>
              <a:rect l="l" t="t" r="r" b="b"/>
              <a:pathLst>
                <a:path w="1603375" h="255269">
                  <a:moveTo>
                    <a:pt x="306324" y="0"/>
                  </a:moveTo>
                  <a:lnTo>
                    <a:pt x="306324" y="41792"/>
                  </a:lnTo>
                  <a:lnTo>
                    <a:pt x="306324" y="83550"/>
                  </a:lnTo>
                  <a:lnTo>
                    <a:pt x="306324" y="125283"/>
                  </a:lnTo>
                  <a:lnTo>
                    <a:pt x="306324" y="167004"/>
                  </a:lnTo>
                  <a:lnTo>
                    <a:pt x="306066" y="180201"/>
                  </a:lnTo>
                  <a:lnTo>
                    <a:pt x="294798" y="218455"/>
                  </a:lnTo>
                  <a:lnTo>
                    <a:pt x="258238" y="241172"/>
                  </a:lnTo>
                  <a:lnTo>
                    <a:pt x="214387" y="251606"/>
                  </a:lnTo>
                  <a:lnTo>
                    <a:pt x="157987" y="255142"/>
                  </a:lnTo>
                  <a:lnTo>
                    <a:pt x="135626" y="254686"/>
                  </a:lnTo>
                  <a:lnTo>
                    <a:pt x="94997" y="250963"/>
                  </a:lnTo>
                  <a:lnTo>
                    <a:pt x="45862" y="239204"/>
                  </a:lnTo>
                  <a:lnTo>
                    <a:pt x="10001" y="216185"/>
                  </a:lnTo>
                  <a:lnTo>
                    <a:pt x="192" y="167268"/>
                  </a:lnTo>
                  <a:lnTo>
                    <a:pt x="0" y="147954"/>
                  </a:lnTo>
                  <a:lnTo>
                    <a:pt x="0" y="110996"/>
                  </a:lnTo>
                  <a:lnTo>
                    <a:pt x="0" y="74025"/>
                  </a:lnTo>
                  <a:lnTo>
                    <a:pt x="0" y="37030"/>
                  </a:lnTo>
                  <a:lnTo>
                    <a:pt x="0" y="0"/>
                  </a:lnTo>
                  <a:lnTo>
                    <a:pt x="33454" y="0"/>
                  </a:lnTo>
                  <a:lnTo>
                    <a:pt x="66944" y="0"/>
                  </a:lnTo>
                  <a:lnTo>
                    <a:pt x="100458" y="0"/>
                  </a:lnTo>
                  <a:lnTo>
                    <a:pt x="133985" y="0"/>
                  </a:lnTo>
                  <a:lnTo>
                    <a:pt x="133985" y="46862"/>
                  </a:lnTo>
                  <a:lnTo>
                    <a:pt x="133985" y="93725"/>
                  </a:lnTo>
                  <a:lnTo>
                    <a:pt x="133985" y="140588"/>
                  </a:lnTo>
                  <a:lnTo>
                    <a:pt x="133985" y="187451"/>
                  </a:lnTo>
                  <a:lnTo>
                    <a:pt x="133985" y="198374"/>
                  </a:lnTo>
                  <a:lnTo>
                    <a:pt x="135254" y="205231"/>
                  </a:lnTo>
                  <a:lnTo>
                    <a:pt x="137667" y="208279"/>
                  </a:lnTo>
                  <a:lnTo>
                    <a:pt x="139953" y="211327"/>
                  </a:lnTo>
                  <a:lnTo>
                    <a:pt x="145033" y="212851"/>
                  </a:lnTo>
                  <a:lnTo>
                    <a:pt x="152400" y="212851"/>
                  </a:lnTo>
                  <a:lnTo>
                    <a:pt x="160908" y="212851"/>
                  </a:lnTo>
                  <a:lnTo>
                    <a:pt x="166369" y="211200"/>
                  </a:lnTo>
                  <a:lnTo>
                    <a:pt x="168910" y="207771"/>
                  </a:lnTo>
                  <a:lnTo>
                    <a:pt x="171068" y="204469"/>
                  </a:lnTo>
                  <a:lnTo>
                    <a:pt x="172338" y="196723"/>
                  </a:lnTo>
                  <a:lnTo>
                    <a:pt x="172338" y="184150"/>
                  </a:lnTo>
                  <a:lnTo>
                    <a:pt x="172338" y="138142"/>
                  </a:lnTo>
                  <a:lnTo>
                    <a:pt x="172338" y="92122"/>
                  </a:lnTo>
                  <a:lnTo>
                    <a:pt x="172338" y="46079"/>
                  </a:lnTo>
                  <a:lnTo>
                    <a:pt x="172338" y="0"/>
                  </a:lnTo>
                  <a:lnTo>
                    <a:pt x="205847" y="0"/>
                  </a:lnTo>
                  <a:lnTo>
                    <a:pt x="239331" y="0"/>
                  </a:lnTo>
                  <a:lnTo>
                    <a:pt x="272815" y="0"/>
                  </a:lnTo>
                  <a:lnTo>
                    <a:pt x="306324" y="0"/>
                  </a:lnTo>
                  <a:close/>
                </a:path>
                <a:path w="1603375" h="255269">
                  <a:moveTo>
                    <a:pt x="629285" y="0"/>
                  </a:moveTo>
                  <a:lnTo>
                    <a:pt x="617618" y="27678"/>
                  </a:lnTo>
                  <a:lnTo>
                    <a:pt x="605774" y="55308"/>
                  </a:lnTo>
                  <a:lnTo>
                    <a:pt x="593905" y="82938"/>
                  </a:lnTo>
                  <a:lnTo>
                    <a:pt x="582167" y="110616"/>
                  </a:lnTo>
                  <a:lnTo>
                    <a:pt x="599850" y="145494"/>
                  </a:lnTo>
                  <a:lnTo>
                    <a:pt x="617712" y="180276"/>
                  </a:lnTo>
                  <a:lnTo>
                    <a:pt x="635549" y="215058"/>
                  </a:lnTo>
                  <a:lnTo>
                    <a:pt x="653161" y="249935"/>
                  </a:lnTo>
                  <a:lnTo>
                    <a:pt x="622129" y="249935"/>
                  </a:lnTo>
                  <a:lnTo>
                    <a:pt x="591121" y="249935"/>
                  </a:lnTo>
                  <a:lnTo>
                    <a:pt x="560113" y="249935"/>
                  </a:lnTo>
                  <a:lnTo>
                    <a:pt x="529081" y="249935"/>
                  </a:lnTo>
                  <a:lnTo>
                    <a:pt x="518231" y="230189"/>
                  </a:lnTo>
                  <a:lnTo>
                    <a:pt x="507809" y="208454"/>
                  </a:lnTo>
                  <a:lnTo>
                    <a:pt x="497863" y="184695"/>
                  </a:lnTo>
                  <a:lnTo>
                    <a:pt x="488441" y="158876"/>
                  </a:lnTo>
                  <a:lnTo>
                    <a:pt x="485634" y="170953"/>
                  </a:lnTo>
                  <a:lnTo>
                    <a:pt x="482361" y="183387"/>
                  </a:lnTo>
                  <a:lnTo>
                    <a:pt x="478637" y="196203"/>
                  </a:lnTo>
                  <a:lnTo>
                    <a:pt x="474472" y="209423"/>
                  </a:lnTo>
                  <a:lnTo>
                    <a:pt x="471291" y="219521"/>
                  </a:lnTo>
                  <a:lnTo>
                    <a:pt x="468074" y="229631"/>
                  </a:lnTo>
                  <a:lnTo>
                    <a:pt x="464881" y="239766"/>
                  </a:lnTo>
                  <a:lnTo>
                    <a:pt x="461772" y="249935"/>
                  </a:lnTo>
                  <a:lnTo>
                    <a:pt x="429176" y="249935"/>
                  </a:lnTo>
                  <a:lnTo>
                    <a:pt x="396557" y="249935"/>
                  </a:lnTo>
                  <a:lnTo>
                    <a:pt x="363938" y="249935"/>
                  </a:lnTo>
                  <a:lnTo>
                    <a:pt x="331342" y="249935"/>
                  </a:lnTo>
                  <a:lnTo>
                    <a:pt x="343443" y="215040"/>
                  </a:lnTo>
                  <a:lnTo>
                    <a:pt x="355663" y="180228"/>
                  </a:lnTo>
                  <a:lnTo>
                    <a:pt x="367883" y="145440"/>
                  </a:lnTo>
                  <a:lnTo>
                    <a:pt x="379983" y="110616"/>
                  </a:lnTo>
                  <a:lnTo>
                    <a:pt x="367883" y="82938"/>
                  </a:lnTo>
                  <a:lnTo>
                    <a:pt x="355663" y="55308"/>
                  </a:lnTo>
                  <a:lnTo>
                    <a:pt x="343443" y="27678"/>
                  </a:lnTo>
                  <a:lnTo>
                    <a:pt x="331342" y="0"/>
                  </a:lnTo>
                  <a:lnTo>
                    <a:pt x="363710" y="0"/>
                  </a:lnTo>
                  <a:lnTo>
                    <a:pt x="396065" y="0"/>
                  </a:lnTo>
                  <a:lnTo>
                    <a:pt x="428444" y="0"/>
                  </a:lnTo>
                  <a:lnTo>
                    <a:pt x="460882" y="0"/>
                  </a:lnTo>
                  <a:lnTo>
                    <a:pt x="462938" y="6076"/>
                  </a:lnTo>
                  <a:lnTo>
                    <a:pt x="465994" y="13842"/>
                  </a:lnTo>
                  <a:lnTo>
                    <a:pt x="469955" y="23324"/>
                  </a:lnTo>
                  <a:lnTo>
                    <a:pt x="474725" y="34543"/>
                  </a:lnTo>
                  <a:lnTo>
                    <a:pt x="478637" y="43501"/>
                  </a:lnTo>
                  <a:lnTo>
                    <a:pt x="482298" y="52101"/>
                  </a:lnTo>
                  <a:lnTo>
                    <a:pt x="485602" y="60368"/>
                  </a:lnTo>
                  <a:lnTo>
                    <a:pt x="488441" y="68325"/>
                  </a:lnTo>
                  <a:lnTo>
                    <a:pt x="495567" y="51220"/>
                  </a:lnTo>
                  <a:lnTo>
                    <a:pt x="502777" y="34162"/>
                  </a:lnTo>
                  <a:lnTo>
                    <a:pt x="509962" y="17105"/>
                  </a:lnTo>
                  <a:lnTo>
                    <a:pt x="517016" y="0"/>
                  </a:lnTo>
                  <a:lnTo>
                    <a:pt x="545095" y="0"/>
                  </a:lnTo>
                  <a:lnTo>
                    <a:pt x="573151" y="0"/>
                  </a:lnTo>
                  <a:lnTo>
                    <a:pt x="601206" y="0"/>
                  </a:lnTo>
                  <a:lnTo>
                    <a:pt x="629285" y="0"/>
                  </a:lnTo>
                  <a:close/>
                </a:path>
                <a:path w="1603375" h="255269">
                  <a:moveTo>
                    <a:pt x="806068" y="0"/>
                  </a:moveTo>
                  <a:lnTo>
                    <a:pt x="806068" y="0"/>
                  </a:lnTo>
                  <a:lnTo>
                    <a:pt x="806068" y="249935"/>
                  </a:lnTo>
                  <a:lnTo>
                    <a:pt x="772562" y="249935"/>
                  </a:lnTo>
                  <a:lnTo>
                    <a:pt x="739092" y="249935"/>
                  </a:lnTo>
                  <a:lnTo>
                    <a:pt x="705645" y="249935"/>
                  </a:lnTo>
                  <a:lnTo>
                    <a:pt x="672211" y="249935"/>
                  </a:lnTo>
                  <a:lnTo>
                    <a:pt x="672211" y="199960"/>
                  </a:lnTo>
                  <a:lnTo>
                    <a:pt x="672211" y="149998"/>
                  </a:lnTo>
                  <a:lnTo>
                    <a:pt x="672211" y="100029"/>
                  </a:lnTo>
                  <a:lnTo>
                    <a:pt x="672211" y="50035"/>
                  </a:lnTo>
                  <a:lnTo>
                    <a:pt x="672211" y="0"/>
                  </a:lnTo>
                  <a:lnTo>
                    <a:pt x="705645" y="0"/>
                  </a:lnTo>
                  <a:lnTo>
                    <a:pt x="739092" y="0"/>
                  </a:lnTo>
                  <a:lnTo>
                    <a:pt x="772562" y="0"/>
                  </a:lnTo>
                  <a:lnTo>
                    <a:pt x="806068" y="0"/>
                  </a:lnTo>
                  <a:close/>
                </a:path>
                <a:path w="1603375" h="255269">
                  <a:moveTo>
                    <a:pt x="993648" y="0"/>
                  </a:moveTo>
                  <a:lnTo>
                    <a:pt x="993648" y="50004"/>
                  </a:lnTo>
                  <a:lnTo>
                    <a:pt x="993648" y="99996"/>
                  </a:lnTo>
                  <a:lnTo>
                    <a:pt x="993648" y="149965"/>
                  </a:lnTo>
                  <a:lnTo>
                    <a:pt x="993648" y="199898"/>
                  </a:lnTo>
                  <a:lnTo>
                    <a:pt x="1014029" y="199898"/>
                  </a:lnTo>
                  <a:lnTo>
                    <a:pt x="1034399" y="199898"/>
                  </a:lnTo>
                  <a:lnTo>
                    <a:pt x="1054744" y="199898"/>
                  </a:lnTo>
                  <a:lnTo>
                    <a:pt x="1075054" y="199898"/>
                  </a:lnTo>
                  <a:lnTo>
                    <a:pt x="1075054" y="212395"/>
                  </a:lnTo>
                  <a:lnTo>
                    <a:pt x="1075054" y="224916"/>
                  </a:lnTo>
                  <a:lnTo>
                    <a:pt x="1075054" y="237438"/>
                  </a:lnTo>
                  <a:lnTo>
                    <a:pt x="1075054" y="249935"/>
                  </a:lnTo>
                  <a:lnTo>
                    <a:pt x="1021292" y="249935"/>
                  </a:lnTo>
                  <a:lnTo>
                    <a:pt x="967470" y="249935"/>
                  </a:lnTo>
                  <a:lnTo>
                    <a:pt x="913624" y="249935"/>
                  </a:lnTo>
                  <a:lnTo>
                    <a:pt x="859789" y="249935"/>
                  </a:lnTo>
                  <a:lnTo>
                    <a:pt x="859789" y="199960"/>
                  </a:lnTo>
                  <a:lnTo>
                    <a:pt x="859789" y="149998"/>
                  </a:lnTo>
                  <a:lnTo>
                    <a:pt x="859789" y="100029"/>
                  </a:lnTo>
                  <a:lnTo>
                    <a:pt x="859789" y="50035"/>
                  </a:lnTo>
                  <a:lnTo>
                    <a:pt x="859789" y="0"/>
                  </a:lnTo>
                  <a:lnTo>
                    <a:pt x="893242" y="0"/>
                  </a:lnTo>
                  <a:lnTo>
                    <a:pt x="926718" y="0"/>
                  </a:lnTo>
                  <a:lnTo>
                    <a:pt x="960195" y="0"/>
                  </a:lnTo>
                  <a:lnTo>
                    <a:pt x="993648" y="0"/>
                  </a:lnTo>
                  <a:close/>
                </a:path>
                <a:path w="1603375" h="255269">
                  <a:moveTo>
                    <a:pt x="1241298" y="0"/>
                  </a:moveTo>
                  <a:lnTo>
                    <a:pt x="1241298" y="0"/>
                  </a:lnTo>
                  <a:lnTo>
                    <a:pt x="1241298" y="249935"/>
                  </a:lnTo>
                  <a:lnTo>
                    <a:pt x="1207865" y="249935"/>
                  </a:lnTo>
                  <a:lnTo>
                    <a:pt x="1174432" y="249935"/>
                  </a:lnTo>
                  <a:lnTo>
                    <a:pt x="1140999" y="249935"/>
                  </a:lnTo>
                  <a:lnTo>
                    <a:pt x="1107566" y="249935"/>
                  </a:lnTo>
                  <a:lnTo>
                    <a:pt x="1107566" y="199960"/>
                  </a:lnTo>
                  <a:lnTo>
                    <a:pt x="1107566" y="149998"/>
                  </a:lnTo>
                  <a:lnTo>
                    <a:pt x="1107566" y="100029"/>
                  </a:lnTo>
                  <a:lnTo>
                    <a:pt x="1107566" y="50035"/>
                  </a:lnTo>
                  <a:lnTo>
                    <a:pt x="1107566" y="0"/>
                  </a:lnTo>
                  <a:lnTo>
                    <a:pt x="1140999" y="0"/>
                  </a:lnTo>
                  <a:lnTo>
                    <a:pt x="1174432" y="0"/>
                  </a:lnTo>
                  <a:lnTo>
                    <a:pt x="1207865" y="0"/>
                  </a:lnTo>
                  <a:lnTo>
                    <a:pt x="1241298" y="0"/>
                  </a:lnTo>
                  <a:close/>
                </a:path>
                <a:path w="1603375" h="255269">
                  <a:moveTo>
                    <a:pt x="1526286" y="0"/>
                  </a:moveTo>
                  <a:lnTo>
                    <a:pt x="1541504" y="50072"/>
                  </a:lnTo>
                  <a:lnTo>
                    <a:pt x="1556900" y="100047"/>
                  </a:lnTo>
                  <a:lnTo>
                    <a:pt x="1572344" y="149979"/>
                  </a:lnTo>
                  <a:lnTo>
                    <a:pt x="1587709" y="199924"/>
                  </a:lnTo>
                  <a:lnTo>
                    <a:pt x="1602866" y="249935"/>
                  </a:lnTo>
                  <a:lnTo>
                    <a:pt x="1568745" y="249935"/>
                  </a:lnTo>
                  <a:lnTo>
                    <a:pt x="1534588" y="249935"/>
                  </a:lnTo>
                  <a:lnTo>
                    <a:pt x="1500407" y="249935"/>
                  </a:lnTo>
                  <a:lnTo>
                    <a:pt x="1466214" y="249935"/>
                  </a:lnTo>
                  <a:lnTo>
                    <a:pt x="1464385" y="238696"/>
                  </a:lnTo>
                  <a:lnTo>
                    <a:pt x="1462531" y="227456"/>
                  </a:lnTo>
                  <a:lnTo>
                    <a:pt x="1460678" y="216217"/>
                  </a:lnTo>
                  <a:lnTo>
                    <a:pt x="1458849" y="204977"/>
                  </a:lnTo>
                  <a:lnTo>
                    <a:pt x="1446924" y="204977"/>
                  </a:lnTo>
                  <a:lnTo>
                    <a:pt x="1434988" y="204977"/>
                  </a:lnTo>
                  <a:lnTo>
                    <a:pt x="1423076" y="204977"/>
                  </a:lnTo>
                  <a:lnTo>
                    <a:pt x="1411224" y="204977"/>
                  </a:lnTo>
                  <a:lnTo>
                    <a:pt x="1409184" y="216217"/>
                  </a:lnTo>
                  <a:lnTo>
                    <a:pt x="1407096" y="227456"/>
                  </a:lnTo>
                  <a:lnTo>
                    <a:pt x="1405008" y="238696"/>
                  </a:lnTo>
                  <a:lnTo>
                    <a:pt x="1402968" y="249935"/>
                  </a:lnTo>
                  <a:lnTo>
                    <a:pt x="1368393" y="249935"/>
                  </a:lnTo>
                  <a:lnTo>
                    <a:pt x="1333817" y="249935"/>
                  </a:lnTo>
                  <a:lnTo>
                    <a:pt x="1299241" y="249935"/>
                  </a:lnTo>
                  <a:lnTo>
                    <a:pt x="1264665" y="249935"/>
                  </a:lnTo>
                  <a:lnTo>
                    <a:pt x="1278160" y="199924"/>
                  </a:lnTo>
                  <a:lnTo>
                    <a:pt x="1291880" y="149979"/>
                  </a:lnTo>
                  <a:lnTo>
                    <a:pt x="1305685" y="100047"/>
                  </a:lnTo>
                  <a:lnTo>
                    <a:pt x="1319436" y="50072"/>
                  </a:lnTo>
                  <a:lnTo>
                    <a:pt x="1332991" y="0"/>
                  </a:lnTo>
                  <a:lnTo>
                    <a:pt x="1381303" y="0"/>
                  </a:lnTo>
                  <a:lnTo>
                    <a:pt x="1429639" y="0"/>
                  </a:lnTo>
                  <a:lnTo>
                    <a:pt x="1477974" y="0"/>
                  </a:lnTo>
                  <a:lnTo>
                    <a:pt x="1526286" y="0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6015" y="1979929"/>
              <a:ext cx="65150" cy="123825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5941948" y="1928494"/>
              <a:ext cx="1040130" cy="260350"/>
            </a:xfrm>
            <a:custGeom>
              <a:avLst/>
              <a:gdLst/>
              <a:ahLst/>
              <a:cxnLst/>
              <a:rect l="l" t="t" r="r" b="b"/>
              <a:pathLst>
                <a:path w="1040129" h="260350">
                  <a:moveTo>
                    <a:pt x="0" y="5080"/>
                  </a:moveTo>
                  <a:lnTo>
                    <a:pt x="23770" y="5080"/>
                  </a:lnTo>
                  <a:lnTo>
                    <a:pt x="47482" y="5080"/>
                  </a:lnTo>
                  <a:lnTo>
                    <a:pt x="71169" y="5080"/>
                  </a:lnTo>
                  <a:lnTo>
                    <a:pt x="94868" y="5080"/>
                  </a:lnTo>
                  <a:lnTo>
                    <a:pt x="138380" y="5316"/>
                  </a:lnTo>
                  <a:lnTo>
                    <a:pt x="202543" y="7169"/>
                  </a:lnTo>
                  <a:lnTo>
                    <a:pt x="253666" y="14970"/>
                  </a:lnTo>
                  <a:lnTo>
                    <a:pt x="287063" y="35204"/>
                  </a:lnTo>
                  <a:lnTo>
                    <a:pt x="298958" y="73406"/>
                  </a:lnTo>
                  <a:lnTo>
                    <a:pt x="297991" y="86768"/>
                  </a:lnTo>
                  <a:lnTo>
                    <a:pt x="274766" y="117050"/>
                  </a:lnTo>
                  <a:lnTo>
                    <a:pt x="225171" y="124587"/>
                  </a:lnTo>
                  <a:lnTo>
                    <a:pt x="243383" y="127216"/>
                  </a:lnTo>
                  <a:lnTo>
                    <a:pt x="287781" y="142875"/>
                  </a:lnTo>
                  <a:lnTo>
                    <a:pt x="298958" y="189103"/>
                  </a:lnTo>
                  <a:lnTo>
                    <a:pt x="298958" y="205581"/>
                  </a:lnTo>
                  <a:lnTo>
                    <a:pt x="298958" y="222059"/>
                  </a:lnTo>
                  <a:lnTo>
                    <a:pt x="298958" y="238537"/>
                  </a:lnTo>
                  <a:lnTo>
                    <a:pt x="298958" y="255016"/>
                  </a:lnTo>
                  <a:lnTo>
                    <a:pt x="267904" y="255016"/>
                  </a:lnTo>
                  <a:lnTo>
                    <a:pt x="236839" y="255016"/>
                  </a:lnTo>
                  <a:lnTo>
                    <a:pt x="205749" y="255016"/>
                  </a:lnTo>
                  <a:lnTo>
                    <a:pt x="174625" y="255016"/>
                  </a:lnTo>
                  <a:lnTo>
                    <a:pt x="174625" y="234251"/>
                  </a:lnTo>
                  <a:lnTo>
                    <a:pt x="174625" y="213487"/>
                  </a:lnTo>
                  <a:lnTo>
                    <a:pt x="174625" y="192722"/>
                  </a:lnTo>
                  <a:lnTo>
                    <a:pt x="174625" y="171958"/>
                  </a:lnTo>
                  <a:lnTo>
                    <a:pt x="174204" y="162909"/>
                  </a:lnTo>
                  <a:lnTo>
                    <a:pt x="133985" y="142367"/>
                  </a:lnTo>
                  <a:lnTo>
                    <a:pt x="133985" y="170487"/>
                  </a:lnTo>
                  <a:lnTo>
                    <a:pt x="133985" y="198643"/>
                  </a:lnTo>
                  <a:lnTo>
                    <a:pt x="133985" y="226823"/>
                  </a:lnTo>
                  <a:lnTo>
                    <a:pt x="133985" y="255016"/>
                  </a:lnTo>
                  <a:lnTo>
                    <a:pt x="100512" y="255016"/>
                  </a:lnTo>
                  <a:lnTo>
                    <a:pt x="66992" y="255016"/>
                  </a:lnTo>
                  <a:lnTo>
                    <a:pt x="33472" y="255016"/>
                  </a:lnTo>
                  <a:lnTo>
                    <a:pt x="0" y="255016"/>
                  </a:lnTo>
                  <a:lnTo>
                    <a:pt x="0" y="205040"/>
                  </a:lnTo>
                  <a:lnTo>
                    <a:pt x="0" y="155078"/>
                  </a:lnTo>
                  <a:lnTo>
                    <a:pt x="0" y="105109"/>
                  </a:lnTo>
                  <a:lnTo>
                    <a:pt x="0" y="55115"/>
                  </a:lnTo>
                  <a:lnTo>
                    <a:pt x="0" y="5080"/>
                  </a:lnTo>
                  <a:close/>
                </a:path>
                <a:path w="1040129" h="260350">
                  <a:moveTo>
                    <a:pt x="133985" y="48006"/>
                  </a:moveTo>
                  <a:lnTo>
                    <a:pt x="133985" y="61819"/>
                  </a:lnTo>
                  <a:lnTo>
                    <a:pt x="133985" y="75644"/>
                  </a:lnTo>
                  <a:lnTo>
                    <a:pt x="133985" y="89493"/>
                  </a:lnTo>
                  <a:lnTo>
                    <a:pt x="133985" y="103378"/>
                  </a:lnTo>
                  <a:lnTo>
                    <a:pt x="144375" y="103187"/>
                  </a:lnTo>
                  <a:lnTo>
                    <a:pt x="174625" y="91821"/>
                  </a:lnTo>
                  <a:lnTo>
                    <a:pt x="174625" y="80899"/>
                  </a:lnTo>
                  <a:lnTo>
                    <a:pt x="174625" y="76326"/>
                  </a:lnTo>
                  <a:lnTo>
                    <a:pt x="174625" y="71755"/>
                  </a:lnTo>
                  <a:lnTo>
                    <a:pt x="174625" y="67183"/>
                  </a:lnTo>
                  <a:lnTo>
                    <a:pt x="174625" y="59309"/>
                  </a:lnTo>
                  <a:lnTo>
                    <a:pt x="171830" y="54101"/>
                  </a:lnTo>
                  <a:lnTo>
                    <a:pt x="165988" y="51689"/>
                  </a:lnTo>
                  <a:lnTo>
                    <a:pt x="160649" y="50041"/>
                  </a:lnTo>
                  <a:lnTo>
                    <a:pt x="153558" y="48895"/>
                  </a:lnTo>
                  <a:lnTo>
                    <a:pt x="144682" y="48224"/>
                  </a:lnTo>
                  <a:lnTo>
                    <a:pt x="133985" y="48006"/>
                  </a:lnTo>
                  <a:close/>
                </a:path>
                <a:path w="1040129" h="260350">
                  <a:moveTo>
                    <a:pt x="350774" y="5080"/>
                  </a:moveTo>
                  <a:lnTo>
                    <a:pt x="406590" y="5080"/>
                  </a:lnTo>
                  <a:lnTo>
                    <a:pt x="462406" y="5080"/>
                  </a:lnTo>
                  <a:lnTo>
                    <a:pt x="518223" y="5080"/>
                  </a:lnTo>
                  <a:lnTo>
                    <a:pt x="574040" y="5080"/>
                  </a:lnTo>
                  <a:lnTo>
                    <a:pt x="574040" y="17631"/>
                  </a:lnTo>
                  <a:lnTo>
                    <a:pt x="574040" y="30146"/>
                  </a:lnTo>
                  <a:lnTo>
                    <a:pt x="574040" y="42638"/>
                  </a:lnTo>
                  <a:lnTo>
                    <a:pt x="574040" y="55118"/>
                  </a:lnTo>
                  <a:lnTo>
                    <a:pt x="551658" y="55118"/>
                  </a:lnTo>
                  <a:lnTo>
                    <a:pt x="529288" y="55118"/>
                  </a:lnTo>
                  <a:lnTo>
                    <a:pt x="506942" y="55118"/>
                  </a:lnTo>
                  <a:lnTo>
                    <a:pt x="484631" y="55118"/>
                  </a:lnTo>
                  <a:lnTo>
                    <a:pt x="484631" y="67002"/>
                  </a:lnTo>
                  <a:lnTo>
                    <a:pt x="484631" y="78851"/>
                  </a:lnTo>
                  <a:lnTo>
                    <a:pt x="484631" y="90676"/>
                  </a:lnTo>
                  <a:lnTo>
                    <a:pt x="484631" y="102489"/>
                  </a:lnTo>
                  <a:lnTo>
                    <a:pt x="505567" y="102489"/>
                  </a:lnTo>
                  <a:lnTo>
                    <a:pt x="526478" y="102489"/>
                  </a:lnTo>
                  <a:lnTo>
                    <a:pt x="547389" y="102489"/>
                  </a:lnTo>
                  <a:lnTo>
                    <a:pt x="568325" y="102489"/>
                  </a:lnTo>
                  <a:lnTo>
                    <a:pt x="568325" y="114393"/>
                  </a:lnTo>
                  <a:lnTo>
                    <a:pt x="568325" y="126285"/>
                  </a:lnTo>
                  <a:lnTo>
                    <a:pt x="568325" y="138154"/>
                  </a:lnTo>
                  <a:lnTo>
                    <a:pt x="568325" y="149987"/>
                  </a:lnTo>
                  <a:lnTo>
                    <a:pt x="547389" y="149987"/>
                  </a:lnTo>
                  <a:lnTo>
                    <a:pt x="526478" y="149987"/>
                  </a:lnTo>
                  <a:lnTo>
                    <a:pt x="505567" y="149987"/>
                  </a:lnTo>
                  <a:lnTo>
                    <a:pt x="484631" y="149987"/>
                  </a:lnTo>
                  <a:lnTo>
                    <a:pt x="484631" y="163776"/>
                  </a:lnTo>
                  <a:lnTo>
                    <a:pt x="484631" y="177530"/>
                  </a:lnTo>
                  <a:lnTo>
                    <a:pt x="484631" y="191260"/>
                  </a:lnTo>
                  <a:lnTo>
                    <a:pt x="484631" y="204978"/>
                  </a:lnTo>
                  <a:lnTo>
                    <a:pt x="509206" y="204978"/>
                  </a:lnTo>
                  <a:lnTo>
                    <a:pt x="533780" y="204978"/>
                  </a:lnTo>
                  <a:lnTo>
                    <a:pt x="558355" y="204978"/>
                  </a:lnTo>
                  <a:lnTo>
                    <a:pt x="582929" y="204978"/>
                  </a:lnTo>
                  <a:lnTo>
                    <a:pt x="582929" y="217475"/>
                  </a:lnTo>
                  <a:lnTo>
                    <a:pt x="582929" y="229997"/>
                  </a:lnTo>
                  <a:lnTo>
                    <a:pt x="582929" y="242518"/>
                  </a:lnTo>
                  <a:lnTo>
                    <a:pt x="582929" y="255016"/>
                  </a:lnTo>
                  <a:lnTo>
                    <a:pt x="536510" y="255016"/>
                  </a:lnTo>
                  <a:lnTo>
                    <a:pt x="490073" y="255016"/>
                  </a:lnTo>
                  <a:lnTo>
                    <a:pt x="443630" y="255016"/>
                  </a:lnTo>
                  <a:lnTo>
                    <a:pt x="397193" y="255016"/>
                  </a:lnTo>
                  <a:lnTo>
                    <a:pt x="350774" y="255016"/>
                  </a:lnTo>
                  <a:lnTo>
                    <a:pt x="350774" y="205040"/>
                  </a:lnTo>
                  <a:lnTo>
                    <a:pt x="350774" y="155078"/>
                  </a:lnTo>
                  <a:lnTo>
                    <a:pt x="350774" y="105109"/>
                  </a:lnTo>
                  <a:lnTo>
                    <a:pt x="350774" y="55115"/>
                  </a:lnTo>
                  <a:lnTo>
                    <a:pt x="350774" y="5080"/>
                  </a:lnTo>
                  <a:close/>
                </a:path>
                <a:path w="1040129" h="260350">
                  <a:moveTo>
                    <a:pt x="905001" y="80772"/>
                  </a:moveTo>
                  <a:lnTo>
                    <a:pt x="873930" y="80772"/>
                  </a:lnTo>
                  <a:lnTo>
                    <a:pt x="842835" y="80772"/>
                  </a:lnTo>
                  <a:lnTo>
                    <a:pt x="811740" y="80772"/>
                  </a:lnTo>
                  <a:lnTo>
                    <a:pt x="780669" y="80772"/>
                  </a:lnTo>
                  <a:lnTo>
                    <a:pt x="780669" y="74675"/>
                  </a:lnTo>
                  <a:lnTo>
                    <a:pt x="780669" y="68453"/>
                  </a:lnTo>
                  <a:lnTo>
                    <a:pt x="780669" y="62357"/>
                  </a:lnTo>
                  <a:lnTo>
                    <a:pt x="780669" y="53594"/>
                  </a:lnTo>
                  <a:lnTo>
                    <a:pt x="779018" y="48006"/>
                  </a:lnTo>
                  <a:lnTo>
                    <a:pt x="775843" y="45720"/>
                  </a:lnTo>
                  <a:lnTo>
                    <a:pt x="772795" y="43434"/>
                  </a:lnTo>
                  <a:lnTo>
                    <a:pt x="767333" y="42164"/>
                  </a:lnTo>
                  <a:lnTo>
                    <a:pt x="760095" y="42164"/>
                  </a:lnTo>
                  <a:lnTo>
                    <a:pt x="752094" y="42164"/>
                  </a:lnTo>
                  <a:lnTo>
                    <a:pt x="745998" y="43688"/>
                  </a:lnTo>
                  <a:lnTo>
                    <a:pt x="741933" y="46990"/>
                  </a:lnTo>
                  <a:lnTo>
                    <a:pt x="737743" y="50292"/>
                  </a:lnTo>
                  <a:lnTo>
                    <a:pt x="735583" y="55118"/>
                  </a:lnTo>
                  <a:lnTo>
                    <a:pt x="735583" y="61595"/>
                  </a:lnTo>
                  <a:lnTo>
                    <a:pt x="735583" y="69976"/>
                  </a:lnTo>
                  <a:lnTo>
                    <a:pt x="737870" y="76200"/>
                  </a:lnTo>
                  <a:lnTo>
                    <a:pt x="780033" y="95758"/>
                  </a:lnTo>
                  <a:lnTo>
                    <a:pt x="820677" y="108114"/>
                  </a:lnTo>
                  <a:lnTo>
                    <a:pt x="853058" y="119173"/>
                  </a:lnTo>
                  <a:lnTo>
                    <a:pt x="892936" y="137922"/>
                  </a:lnTo>
                  <a:lnTo>
                    <a:pt x="914725" y="173980"/>
                  </a:lnTo>
                  <a:lnTo>
                    <a:pt x="916177" y="191135"/>
                  </a:lnTo>
                  <a:lnTo>
                    <a:pt x="915370" y="203573"/>
                  </a:lnTo>
                  <a:lnTo>
                    <a:pt x="895465" y="236567"/>
                  </a:lnTo>
                  <a:lnTo>
                    <a:pt x="853567" y="251587"/>
                  </a:lnTo>
                  <a:lnTo>
                    <a:pt x="813673" y="258048"/>
                  </a:lnTo>
                  <a:lnTo>
                    <a:pt x="767587" y="260223"/>
                  </a:lnTo>
                  <a:lnTo>
                    <a:pt x="741656" y="259641"/>
                  </a:lnTo>
                  <a:lnTo>
                    <a:pt x="695936" y="254811"/>
                  </a:lnTo>
                  <a:lnTo>
                    <a:pt x="658667" y="245048"/>
                  </a:lnTo>
                  <a:lnTo>
                    <a:pt x="626109" y="225171"/>
                  </a:lnTo>
                  <a:lnTo>
                    <a:pt x="614426" y="181864"/>
                  </a:lnTo>
                  <a:lnTo>
                    <a:pt x="614426" y="176403"/>
                  </a:lnTo>
                  <a:lnTo>
                    <a:pt x="614426" y="170942"/>
                  </a:lnTo>
                  <a:lnTo>
                    <a:pt x="614426" y="165481"/>
                  </a:lnTo>
                  <a:lnTo>
                    <a:pt x="645497" y="165481"/>
                  </a:lnTo>
                  <a:lnTo>
                    <a:pt x="676592" y="165481"/>
                  </a:lnTo>
                  <a:lnTo>
                    <a:pt x="707687" y="165481"/>
                  </a:lnTo>
                  <a:lnTo>
                    <a:pt x="738758" y="165481"/>
                  </a:lnTo>
                  <a:lnTo>
                    <a:pt x="738758" y="173101"/>
                  </a:lnTo>
                  <a:lnTo>
                    <a:pt x="738758" y="180721"/>
                  </a:lnTo>
                  <a:lnTo>
                    <a:pt x="738758" y="188341"/>
                  </a:lnTo>
                  <a:lnTo>
                    <a:pt x="738758" y="195961"/>
                  </a:lnTo>
                  <a:lnTo>
                    <a:pt x="738758" y="205232"/>
                  </a:lnTo>
                  <a:lnTo>
                    <a:pt x="740664" y="211200"/>
                  </a:lnTo>
                  <a:lnTo>
                    <a:pt x="744093" y="213995"/>
                  </a:lnTo>
                  <a:lnTo>
                    <a:pt x="747649" y="216662"/>
                  </a:lnTo>
                  <a:lnTo>
                    <a:pt x="753618" y="217932"/>
                  </a:lnTo>
                  <a:lnTo>
                    <a:pt x="762507" y="217932"/>
                  </a:lnTo>
                  <a:lnTo>
                    <a:pt x="771525" y="217932"/>
                  </a:lnTo>
                  <a:lnTo>
                    <a:pt x="778128" y="216281"/>
                  </a:lnTo>
                  <a:lnTo>
                    <a:pt x="782574" y="212851"/>
                  </a:lnTo>
                  <a:lnTo>
                    <a:pt x="786765" y="209423"/>
                  </a:lnTo>
                  <a:lnTo>
                    <a:pt x="788924" y="204343"/>
                  </a:lnTo>
                  <a:lnTo>
                    <a:pt x="788924" y="197739"/>
                  </a:lnTo>
                  <a:lnTo>
                    <a:pt x="767840" y="164911"/>
                  </a:lnTo>
                  <a:lnTo>
                    <a:pt x="713994" y="146176"/>
                  </a:lnTo>
                  <a:lnTo>
                    <a:pt x="691080" y="138670"/>
                  </a:lnTo>
                  <a:lnTo>
                    <a:pt x="672417" y="132318"/>
                  </a:lnTo>
                  <a:lnTo>
                    <a:pt x="632936" y="114284"/>
                  </a:lnTo>
                  <a:lnTo>
                    <a:pt x="610921" y="79634"/>
                  </a:lnTo>
                  <a:lnTo>
                    <a:pt x="610234" y="70104"/>
                  </a:lnTo>
                  <a:lnTo>
                    <a:pt x="611205" y="56769"/>
                  </a:lnTo>
                  <a:lnTo>
                    <a:pt x="634039" y="21903"/>
                  </a:lnTo>
                  <a:lnTo>
                    <a:pt x="674116" y="7366"/>
                  </a:lnTo>
                  <a:lnTo>
                    <a:pt x="732587" y="436"/>
                  </a:lnTo>
                  <a:lnTo>
                    <a:pt x="755523" y="0"/>
                  </a:lnTo>
                  <a:lnTo>
                    <a:pt x="780613" y="484"/>
                  </a:lnTo>
                  <a:lnTo>
                    <a:pt x="825174" y="4500"/>
                  </a:lnTo>
                  <a:lnTo>
                    <a:pt x="875172" y="17319"/>
                  </a:lnTo>
                  <a:lnTo>
                    <a:pt x="902065" y="45450"/>
                  </a:lnTo>
                  <a:lnTo>
                    <a:pt x="905001" y="70866"/>
                  </a:lnTo>
                  <a:lnTo>
                    <a:pt x="905001" y="74295"/>
                  </a:lnTo>
                  <a:lnTo>
                    <a:pt x="905001" y="77470"/>
                  </a:lnTo>
                  <a:lnTo>
                    <a:pt x="905001" y="80772"/>
                  </a:lnTo>
                  <a:close/>
                </a:path>
                <a:path w="1040129" h="260350">
                  <a:moveTo>
                    <a:pt x="1039876" y="204089"/>
                  </a:moveTo>
                  <a:lnTo>
                    <a:pt x="1039876" y="216779"/>
                  </a:lnTo>
                  <a:lnTo>
                    <a:pt x="1039876" y="229504"/>
                  </a:lnTo>
                  <a:lnTo>
                    <a:pt x="1039876" y="242254"/>
                  </a:lnTo>
                  <a:lnTo>
                    <a:pt x="1039876" y="255016"/>
                  </a:lnTo>
                  <a:lnTo>
                    <a:pt x="1015607" y="255016"/>
                  </a:lnTo>
                  <a:lnTo>
                    <a:pt x="991362" y="255016"/>
                  </a:lnTo>
                  <a:lnTo>
                    <a:pt x="967116" y="255016"/>
                  </a:lnTo>
                  <a:lnTo>
                    <a:pt x="942848" y="255016"/>
                  </a:lnTo>
                  <a:lnTo>
                    <a:pt x="942848" y="242254"/>
                  </a:lnTo>
                  <a:lnTo>
                    <a:pt x="942848" y="229504"/>
                  </a:lnTo>
                  <a:lnTo>
                    <a:pt x="942848" y="216779"/>
                  </a:lnTo>
                  <a:lnTo>
                    <a:pt x="942848" y="204089"/>
                  </a:lnTo>
                  <a:lnTo>
                    <a:pt x="967116" y="204089"/>
                  </a:lnTo>
                  <a:lnTo>
                    <a:pt x="991361" y="204089"/>
                  </a:lnTo>
                  <a:lnTo>
                    <a:pt x="1015607" y="204089"/>
                  </a:lnTo>
                  <a:lnTo>
                    <a:pt x="1039876" y="204089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637857" y="2499995"/>
            <a:ext cx="6294120" cy="15424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latin typeface="Calibri"/>
                <a:cs typeface="Calibri"/>
              </a:rPr>
              <a:t>Lo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primero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que</a:t>
            </a:r>
            <a:r>
              <a:rPr sz="1050" spc="-4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tenemos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que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hacer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para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entender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qué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son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los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signos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ortográficos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es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evitar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confusiones:</a:t>
            </a:r>
            <a:endParaRPr sz="105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890"/>
              </a:spcBef>
            </a:pP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Ꙭ</a:t>
            </a:r>
            <a:r>
              <a:rPr sz="1000" b="1" spc="185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1000" b="1" dirty="0">
                <a:latin typeface="Comic Sans MS"/>
                <a:cs typeface="Comic Sans MS"/>
              </a:rPr>
              <a:t>Los</a:t>
            </a:r>
            <a:r>
              <a:rPr sz="1000" b="1" spc="-1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signos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ortográficos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no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son</a:t>
            </a:r>
            <a:r>
              <a:rPr sz="1000" b="1" spc="-1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símbolos</a:t>
            </a:r>
            <a:r>
              <a:rPr sz="1000" b="1" spc="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ni</a:t>
            </a:r>
            <a:r>
              <a:rPr sz="1000" b="1" spc="-1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letras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ni</a:t>
            </a:r>
            <a:r>
              <a:rPr sz="1000" b="1" spc="-1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números, sino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marcas</a:t>
            </a:r>
            <a:r>
              <a:rPr sz="1000" b="1" spc="-4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gráficas.</a:t>
            </a:r>
            <a:r>
              <a:rPr sz="1000" b="1" spc="430" dirty="0">
                <a:latin typeface="Comic Sans MS"/>
                <a:cs typeface="Comic Sans MS"/>
              </a:rPr>
              <a:t> </a:t>
            </a:r>
            <a:r>
              <a:rPr sz="1000" b="1" spc="-50" dirty="0">
                <a:solidFill>
                  <a:srgbClr val="FF0000"/>
                </a:solidFill>
                <a:latin typeface="Calibri"/>
                <a:cs typeface="Calibri"/>
              </a:rPr>
              <a:t>Ꙭ</a:t>
            </a:r>
            <a:endParaRPr sz="1000">
              <a:latin typeface="Calibri"/>
              <a:cs typeface="Calibri"/>
            </a:endParaRPr>
          </a:p>
          <a:p>
            <a:pPr marL="76200" marR="74930" algn="ctr">
              <a:lnSpc>
                <a:spcPct val="116700"/>
              </a:lnSpc>
              <a:spcBef>
                <a:spcPts val="480"/>
              </a:spcBef>
            </a:pP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Ꙭ</a:t>
            </a:r>
            <a:r>
              <a:rPr sz="1000" b="1" spc="19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1000" b="1" dirty="0">
                <a:latin typeface="Comic Sans MS"/>
                <a:cs typeface="Comic Sans MS"/>
              </a:rPr>
              <a:t>No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confundas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los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signos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ortográficos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con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los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símbolos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ortográficos.</a:t>
            </a:r>
            <a:r>
              <a:rPr sz="1000" b="1" spc="-1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Los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símbolos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son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un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tipo</a:t>
            </a:r>
            <a:r>
              <a:rPr sz="1000" b="1" spc="-25" dirty="0">
                <a:latin typeface="Comic Sans MS"/>
                <a:cs typeface="Comic Sans MS"/>
              </a:rPr>
              <a:t> de </a:t>
            </a:r>
            <a:r>
              <a:rPr sz="1000" b="1" dirty="0">
                <a:latin typeface="Comic Sans MS"/>
                <a:cs typeface="Comic Sans MS"/>
              </a:rPr>
              <a:t>abreviación.</a:t>
            </a:r>
            <a:r>
              <a:rPr sz="1000" b="1" spc="434" dirty="0">
                <a:latin typeface="Comic Sans MS"/>
                <a:cs typeface="Comic Sans MS"/>
              </a:rPr>
              <a:t> </a:t>
            </a:r>
            <a:r>
              <a:rPr sz="1000" b="1" spc="-50" dirty="0">
                <a:solidFill>
                  <a:srgbClr val="FF0000"/>
                </a:solidFill>
                <a:latin typeface="Calibri"/>
                <a:cs typeface="Calibri"/>
              </a:rPr>
              <a:t>Ꙭ</a:t>
            </a:r>
            <a:endParaRPr sz="1000">
              <a:latin typeface="Calibri"/>
              <a:cs typeface="Calibri"/>
            </a:endParaRPr>
          </a:p>
          <a:p>
            <a:pPr marL="12700" marR="5080" algn="ctr">
              <a:lnSpc>
                <a:spcPct val="115100"/>
              </a:lnSpc>
              <a:spcBef>
                <a:spcPts val="520"/>
              </a:spcBef>
            </a:pP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Ꙭ</a:t>
            </a:r>
            <a:r>
              <a:rPr sz="1000" b="1" spc="19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1000" b="1" dirty="0">
                <a:latin typeface="Comic Sans MS"/>
                <a:cs typeface="Comic Sans MS"/>
              </a:rPr>
              <a:t>Los</a:t>
            </a:r>
            <a:r>
              <a:rPr sz="1000" b="1" spc="-1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signos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no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se</a:t>
            </a:r>
            <a:r>
              <a:rPr sz="1000" b="1" spc="-1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leen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sino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que</a:t>
            </a:r>
            <a:r>
              <a:rPr sz="1000" b="1" spc="-1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indican</a:t>
            </a:r>
            <a:r>
              <a:rPr sz="1000" b="1" spc="-3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entonaciones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o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formas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de</a:t>
            </a:r>
            <a:r>
              <a:rPr sz="1000" b="1" spc="-1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leer</a:t>
            </a:r>
            <a:r>
              <a:rPr sz="1000" b="1" spc="-1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o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interpretar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lo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escrito.</a:t>
            </a:r>
            <a:r>
              <a:rPr sz="1000" b="1" spc="-10" dirty="0">
                <a:latin typeface="Comic Sans MS"/>
                <a:cs typeface="Comic Sans MS"/>
              </a:rPr>
              <a:t> </a:t>
            </a:r>
            <a:r>
              <a:rPr sz="1000" b="1" spc="-25" dirty="0">
                <a:latin typeface="Comic Sans MS"/>
                <a:cs typeface="Comic Sans MS"/>
              </a:rPr>
              <a:t>Sin </a:t>
            </a:r>
            <a:r>
              <a:rPr sz="1000" b="1" dirty="0">
                <a:latin typeface="Comic Sans MS"/>
                <a:cs typeface="Comic Sans MS"/>
              </a:rPr>
              <a:t>embargo,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un</a:t>
            </a:r>
            <a:r>
              <a:rPr sz="1000" b="1" spc="-1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símbolo</a:t>
            </a:r>
            <a:r>
              <a:rPr sz="1000" b="1" spc="-1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se</a:t>
            </a:r>
            <a:r>
              <a:rPr sz="1000" b="1" spc="-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refiere</a:t>
            </a:r>
            <a:r>
              <a:rPr sz="1000" b="1" spc="-1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a</a:t>
            </a:r>
            <a:r>
              <a:rPr sz="1000" b="1" spc="-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una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palabra</a:t>
            </a:r>
            <a:r>
              <a:rPr sz="1000" b="1" spc="-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y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lee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como</a:t>
            </a:r>
            <a:r>
              <a:rPr sz="1000" b="1" spc="-1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tal.</a:t>
            </a:r>
            <a:r>
              <a:rPr sz="1000" b="1" spc="430" dirty="0">
                <a:latin typeface="Comic Sans MS"/>
                <a:cs typeface="Comic Sans MS"/>
              </a:rPr>
              <a:t> </a:t>
            </a:r>
            <a:r>
              <a:rPr sz="1000" b="1" spc="-50" dirty="0">
                <a:solidFill>
                  <a:srgbClr val="FF0000"/>
                </a:solidFill>
                <a:latin typeface="Calibri"/>
                <a:cs typeface="Calibri"/>
              </a:rPr>
              <a:t>Ꙭ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Entonces,</a:t>
            </a:r>
            <a:r>
              <a:rPr sz="1000" b="1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 </a:t>
            </a: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¿qué</a:t>
            </a:r>
            <a:r>
              <a:rPr sz="1000" b="1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 </a:t>
            </a: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son</a:t>
            </a:r>
            <a:r>
              <a:rPr sz="1000" b="1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 </a:t>
            </a: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los</a:t>
            </a:r>
            <a:r>
              <a:rPr sz="1000" b="1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 </a:t>
            </a: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signos</a:t>
            </a:r>
            <a:r>
              <a:rPr sz="1000" b="1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 </a:t>
            </a:r>
            <a:r>
              <a:rPr sz="10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ortográficos?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08317" y="4103115"/>
            <a:ext cx="6572884" cy="568960"/>
          </a:xfrm>
          <a:prstGeom prst="rect">
            <a:avLst/>
          </a:prstGeom>
          <a:solidFill>
            <a:srgbClr val="FFFF66"/>
          </a:solidFill>
        </p:spPr>
        <p:txBody>
          <a:bodyPr vert="horz" wrap="square" lIns="0" tIns="38100" rIns="0" bIns="0" rtlCol="0">
            <a:spAutoFit/>
          </a:bodyPr>
          <a:lstStyle/>
          <a:p>
            <a:pPr marL="22860" marR="23495" algn="ctr">
              <a:lnSpc>
                <a:spcPct val="116700"/>
              </a:lnSpc>
              <a:spcBef>
                <a:spcPts val="300"/>
              </a:spcBef>
            </a:pPr>
            <a:r>
              <a:rPr sz="950" b="1" dirty="0">
                <a:latin typeface="Comic Sans MS"/>
                <a:cs typeface="Comic Sans MS"/>
              </a:rPr>
              <a:t>Son</a:t>
            </a:r>
            <a:r>
              <a:rPr sz="950" b="1" spc="-2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todas</a:t>
            </a:r>
            <a:r>
              <a:rPr sz="950" b="1" spc="-4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aquellas</a:t>
            </a:r>
            <a:r>
              <a:rPr sz="950" b="1" spc="-4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marcas</a:t>
            </a:r>
            <a:r>
              <a:rPr sz="950" b="1" spc="-2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gráficas</a:t>
            </a:r>
            <a:r>
              <a:rPr sz="950" b="1" spc="-4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que</a:t>
            </a:r>
            <a:r>
              <a:rPr sz="950" b="1" spc="-1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se</a:t>
            </a:r>
            <a:r>
              <a:rPr sz="950" b="1" spc="-2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usan</a:t>
            </a:r>
            <a:r>
              <a:rPr sz="950" b="1" spc="-3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en</a:t>
            </a:r>
            <a:r>
              <a:rPr sz="950" b="1" spc="-2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la</a:t>
            </a:r>
            <a:r>
              <a:rPr sz="950" b="1" spc="-3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escritura</a:t>
            </a:r>
            <a:r>
              <a:rPr sz="950" b="1" spc="-2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para</a:t>
            </a:r>
            <a:r>
              <a:rPr sz="950" b="1" spc="-3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indicar</a:t>
            </a:r>
            <a:r>
              <a:rPr sz="950" b="1" spc="-2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información</a:t>
            </a:r>
            <a:r>
              <a:rPr sz="950" b="1" spc="-2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adicional</a:t>
            </a:r>
            <a:r>
              <a:rPr sz="950" b="1" spc="-1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muy</a:t>
            </a:r>
            <a:r>
              <a:rPr sz="950" b="1" spc="-5" dirty="0">
                <a:latin typeface="Comic Sans MS"/>
                <a:cs typeface="Comic Sans MS"/>
              </a:rPr>
              <a:t> </a:t>
            </a:r>
            <a:r>
              <a:rPr sz="950" b="1" spc="-10" dirty="0">
                <a:latin typeface="Comic Sans MS"/>
                <a:cs typeface="Comic Sans MS"/>
              </a:rPr>
              <a:t>variada: </a:t>
            </a:r>
            <a:r>
              <a:rPr sz="950" b="1" dirty="0">
                <a:latin typeface="Comic Sans MS"/>
                <a:cs typeface="Comic Sans MS"/>
              </a:rPr>
              <a:t>intención</a:t>
            </a:r>
            <a:r>
              <a:rPr sz="950" b="1" spc="-2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de</a:t>
            </a:r>
            <a:r>
              <a:rPr sz="950" b="1" spc="-3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la</a:t>
            </a:r>
            <a:r>
              <a:rPr sz="950" b="1" spc="-3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persona</a:t>
            </a:r>
            <a:r>
              <a:rPr sz="950" b="1" spc="-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que</a:t>
            </a:r>
            <a:r>
              <a:rPr sz="950" b="1" spc="-2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escribe,</a:t>
            </a:r>
            <a:r>
              <a:rPr sz="950" b="1" spc="-3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entonaciones,</a:t>
            </a:r>
            <a:r>
              <a:rPr sz="950" b="1" spc="-2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transmisión</a:t>
            </a:r>
            <a:r>
              <a:rPr sz="950" b="1" spc="-1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de</a:t>
            </a:r>
            <a:r>
              <a:rPr sz="950" b="1" spc="-3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emociones</a:t>
            </a:r>
            <a:r>
              <a:rPr sz="950" b="1" spc="-3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y</a:t>
            </a:r>
            <a:r>
              <a:rPr sz="950" b="1" spc="-2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sentimientos,</a:t>
            </a:r>
            <a:r>
              <a:rPr sz="950" b="1" spc="-1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indicación</a:t>
            </a:r>
            <a:r>
              <a:rPr sz="950" b="1" spc="-15" dirty="0">
                <a:latin typeface="Comic Sans MS"/>
                <a:cs typeface="Comic Sans MS"/>
              </a:rPr>
              <a:t> </a:t>
            </a:r>
            <a:r>
              <a:rPr sz="950" b="1" spc="-25" dirty="0">
                <a:latin typeface="Comic Sans MS"/>
                <a:cs typeface="Comic Sans MS"/>
              </a:rPr>
              <a:t>de </a:t>
            </a:r>
            <a:r>
              <a:rPr sz="950" b="1" dirty="0">
                <a:latin typeface="Comic Sans MS"/>
                <a:cs typeface="Comic Sans MS"/>
              </a:rPr>
              <a:t>pausas,</a:t>
            </a:r>
            <a:r>
              <a:rPr sz="950" b="1" spc="-2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tonos</a:t>
            </a:r>
            <a:r>
              <a:rPr sz="950" b="1" spc="-3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de</a:t>
            </a:r>
            <a:r>
              <a:rPr sz="950" b="1" spc="-2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voz,</a:t>
            </a:r>
            <a:r>
              <a:rPr sz="950" b="1" spc="-2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información</a:t>
            </a:r>
            <a:r>
              <a:rPr sz="950" b="1" spc="-2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específica,</a:t>
            </a:r>
            <a:r>
              <a:rPr sz="950" b="1" spc="-2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aclaraciones,</a:t>
            </a:r>
            <a:r>
              <a:rPr sz="950" b="1" spc="-2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pausas</a:t>
            </a:r>
            <a:r>
              <a:rPr sz="950" b="1" spc="-15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en</a:t>
            </a:r>
            <a:r>
              <a:rPr sz="950" b="1" spc="-30" dirty="0">
                <a:latin typeface="Comic Sans MS"/>
                <a:cs typeface="Comic Sans MS"/>
              </a:rPr>
              <a:t> </a:t>
            </a:r>
            <a:r>
              <a:rPr sz="950" b="1" dirty="0">
                <a:latin typeface="Comic Sans MS"/>
                <a:cs typeface="Comic Sans MS"/>
              </a:rPr>
              <a:t>la</a:t>
            </a:r>
            <a:r>
              <a:rPr sz="950" b="1" spc="-25" dirty="0">
                <a:latin typeface="Comic Sans MS"/>
                <a:cs typeface="Comic Sans MS"/>
              </a:rPr>
              <a:t> </a:t>
            </a:r>
            <a:r>
              <a:rPr sz="950" b="1" spc="-10" dirty="0">
                <a:latin typeface="Comic Sans MS"/>
                <a:cs typeface="Comic Sans MS"/>
              </a:rPr>
              <a:t>lectura…</a:t>
            </a:r>
            <a:endParaRPr sz="950">
              <a:latin typeface="Comic Sans MS"/>
              <a:cs typeface="Comic Sans M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303274" y="4674107"/>
            <a:ext cx="4965700" cy="4838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00"/>
              </a:spcBef>
            </a:pP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Pero,</a:t>
            </a:r>
            <a:r>
              <a:rPr sz="1000" b="1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 </a:t>
            </a: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¿cuántos</a:t>
            </a:r>
            <a:r>
              <a:rPr sz="1000" b="1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 </a:t>
            </a: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signos</a:t>
            </a:r>
            <a:r>
              <a:rPr sz="1000" b="1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 </a:t>
            </a: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ortográficos</a:t>
            </a:r>
            <a:r>
              <a:rPr sz="1000" b="1" u="sng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 </a:t>
            </a:r>
            <a:r>
              <a:rPr sz="1000" b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</a:rPr>
              <a:t>hay?</a:t>
            </a:r>
            <a:endParaRPr sz="10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sz="1000" b="1" dirty="0">
                <a:latin typeface="Comic Sans MS"/>
                <a:cs typeface="Comic Sans MS"/>
              </a:rPr>
              <a:t>Hay</a:t>
            </a:r>
            <a:r>
              <a:rPr sz="1000" b="1" spc="-1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muchos.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La</a:t>
            </a:r>
            <a:r>
              <a:rPr sz="1000" b="1" spc="-1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RAE diferencia</a:t>
            </a:r>
            <a:r>
              <a:rPr sz="1000" b="1" spc="-1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dieciocho</a:t>
            </a:r>
            <a:r>
              <a:rPr sz="1000" b="1" spc="-1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signos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(18)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y</a:t>
            </a:r>
            <a:r>
              <a:rPr sz="1000" b="1" spc="-1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los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agrupa</a:t>
            </a:r>
            <a:r>
              <a:rPr sz="1000" b="1" spc="-3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en</a:t>
            </a:r>
            <a:r>
              <a:rPr sz="1000" b="1" spc="-1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dos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spc="-10" dirty="0">
                <a:latin typeface="Comic Sans MS"/>
                <a:cs typeface="Comic Sans MS"/>
              </a:rPr>
              <a:t>tipos:</a:t>
            </a:r>
            <a:endParaRPr sz="1000">
              <a:latin typeface="Comic Sans MS"/>
              <a:cs typeface="Comic Sans MS"/>
            </a:endParaRPr>
          </a:p>
        </p:txBody>
      </p:sp>
      <p:graphicFrame>
        <p:nvGraphicFramePr>
          <p:cNvPr id="92" name="object 92"/>
          <p:cNvGraphicFramePr>
            <a:graphicFrameLocks noGrp="1"/>
          </p:cNvGraphicFramePr>
          <p:nvPr/>
        </p:nvGraphicFramePr>
        <p:xfrm>
          <a:off x="421640" y="5205729"/>
          <a:ext cx="6728459" cy="1353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07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0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19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b="1" u="dbl" dirty="0">
                          <a:uFill>
                            <a:solidFill>
                              <a:srgbClr val="000000"/>
                            </a:solidFill>
                          </a:uFill>
                          <a:latin typeface="Comic Sans MS"/>
                          <a:cs typeface="Comic Sans MS"/>
                        </a:rPr>
                        <a:t>SIGNOS</a:t>
                      </a:r>
                      <a:r>
                        <a:rPr sz="1100" b="1" u="dbl" spc="-35" dirty="0">
                          <a:uFill>
                            <a:solidFill>
                              <a:srgbClr val="000000"/>
                            </a:solidFill>
                          </a:u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100" b="1" u="dbl" dirty="0">
                          <a:uFill>
                            <a:solidFill>
                              <a:srgbClr val="000000"/>
                            </a:solidFill>
                          </a:uFill>
                          <a:latin typeface="Comic Sans MS"/>
                          <a:cs typeface="Comic Sans MS"/>
                        </a:rPr>
                        <a:t>DE</a:t>
                      </a:r>
                      <a:r>
                        <a:rPr sz="1100" b="1" u="dbl" spc="-30" dirty="0">
                          <a:uFill>
                            <a:solidFill>
                              <a:srgbClr val="000000"/>
                            </a:solidFill>
                          </a:u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100" b="1" u="dbl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Comic Sans MS"/>
                          <a:cs typeface="Comic Sans MS"/>
                        </a:rPr>
                        <a:t>PUNTUACIÓN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solidFill>
                      <a:srgbClr val="FAD3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b="1" u="dbl" dirty="0">
                          <a:uFill>
                            <a:solidFill>
                              <a:srgbClr val="000000"/>
                            </a:solidFill>
                          </a:uFill>
                          <a:latin typeface="Comic Sans MS"/>
                          <a:cs typeface="Comic Sans MS"/>
                        </a:rPr>
                        <a:t>SIGNOS</a:t>
                      </a:r>
                      <a:r>
                        <a:rPr sz="1100" b="1" u="dbl" spc="434" dirty="0">
                          <a:uFill>
                            <a:solidFill>
                              <a:srgbClr val="000000"/>
                            </a:solidFill>
                          </a:u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100" b="1" u="dbl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Comic Sans MS"/>
                          <a:cs typeface="Comic Sans MS"/>
                        </a:rPr>
                        <a:t>AUXILIARES</a:t>
                      </a:r>
                      <a:r>
                        <a:rPr sz="1000" b="1" spc="-10" dirty="0">
                          <a:latin typeface="Comic Sans MS"/>
                          <a:cs typeface="Comic Sans MS"/>
                        </a:rPr>
                        <a:t>.</a:t>
                      </a:r>
                      <a:endParaRPr sz="10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solidFill>
                      <a:srgbClr val="DA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83820" marR="71755" indent="-5080">
                        <a:lnSpc>
                          <a:spcPct val="114799"/>
                        </a:lnSpc>
                        <a:spcBef>
                          <a:spcPts val="85"/>
                        </a:spcBef>
                      </a:pPr>
                      <a:r>
                        <a:rPr sz="900" b="1" dirty="0">
                          <a:latin typeface="Comic Sans MS"/>
                          <a:cs typeface="Comic Sans MS"/>
                        </a:rPr>
                        <a:t>Son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los</a:t>
                      </a:r>
                      <a:r>
                        <a:rPr sz="900" b="1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principales</a:t>
                      </a:r>
                      <a:r>
                        <a:rPr sz="900" b="1" spc="-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y</a:t>
                      </a:r>
                      <a:r>
                        <a:rPr sz="900" b="1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más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usados</a:t>
                      </a:r>
                      <a:r>
                        <a:rPr sz="900" b="1" spc="-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signos</a:t>
                      </a:r>
                      <a:r>
                        <a:rPr sz="900" b="1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ortográficos.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Sus</a:t>
                      </a:r>
                      <a:r>
                        <a:rPr sz="90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funciones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son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muy</a:t>
                      </a:r>
                      <a:r>
                        <a:rPr sz="900" b="1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variadas,</a:t>
                      </a:r>
                      <a:r>
                        <a:rPr sz="900" b="1" spc="-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y</a:t>
                      </a:r>
                      <a:r>
                        <a:rPr sz="900" b="1" spc="-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se</a:t>
                      </a:r>
                      <a:r>
                        <a:rPr sz="90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centran</a:t>
                      </a:r>
                      <a:r>
                        <a:rPr sz="900" b="1" spc="-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en</a:t>
                      </a:r>
                      <a:r>
                        <a:rPr sz="900" b="1" spc="-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dar</a:t>
                      </a:r>
                      <a:r>
                        <a:rPr sz="900" b="1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sentido a</a:t>
                      </a:r>
                      <a:r>
                        <a:rPr sz="90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lo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que</a:t>
                      </a:r>
                      <a:r>
                        <a:rPr sz="90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se</a:t>
                      </a:r>
                      <a:r>
                        <a:rPr sz="90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escribe.</a:t>
                      </a:r>
                      <a:endParaRPr sz="900">
                        <a:latin typeface="Comic Sans MS"/>
                        <a:cs typeface="Comic Sans MS"/>
                      </a:endParaRPr>
                    </a:p>
                  </a:txBody>
                  <a:tcPr marL="0" marR="0" marT="10795" marB="0">
                    <a:solidFill>
                      <a:srgbClr val="FAD3B4"/>
                    </a:solidFill>
                  </a:tcPr>
                </a:tc>
                <a:tc>
                  <a:txBody>
                    <a:bodyPr/>
                    <a:lstStyle/>
                    <a:p>
                      <a:pPr marL="787400" marR="58419" indent="-727075">
                        <a:lnSpc>
                          <a:spcPct val="114799"/>
                        </a:lnSpc>
                        <a:spcBef>
                          <a:spcPts val="85"/>
                        </a:spcBef>
                      </a:pPr>
                      <a:r>
                        <a:rPr sz="900" b="1" dirty="0">
                          <a:latin typeface="Comic Sans MS"/>
                          <a:cs typeface="Comic Sans MS"/>
                        </a:rPr>
                        <a:t>La</a:t>
                      </a:r>
                      <a:r>
                        <a:rPr sz="900" b="1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mayoría</a:t>
                      </a:r>
                      <a:r>
                        <a:rPr sz="900" b="1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son</a:t>
                      </a:r>
                      <a:r>
                        <a:rPr sz="900" b="1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menos</a:t>
                      </a:r>
                      <a:r>
                        <a:rPr sz="90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usados.</a:t>
                      </a:r>
                      <a:r>
                        <a:rPr sz="900" b="1" spc="-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Sus</a:t>
                      </a:r>
                      <a:r>
                        <a:rPr sz="90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funciones</a:t>
                      </a:r>
                      <a:r>
                        <a:rPr sz="90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spc="-25" dirty="0">
                          <a:latin typeface="Comic Sans MS"/>
                          <a:cs typeface="Comic Sans MS"/>
                        </a:rPr>
                        <a:t>son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también</a:t>
                      </a:r>
                      <a:r>
                        <a:rPr sz="90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muy</a:t>
                      </a:r>
                      <a:r>
                        <a:rPr sz="900" b="1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variadas.</a:t>
                      </a:r>
                      <a:endParaRPr sz="900">
                        <a:latin typeface="Comic Sans MS"/>
                        <a:cs typeface="Comic Sans MS"/>
                      </a:endParaRPr>
                    </a:p>
                  </a:txBody>
                  <a:tcPr marL="0" marR="0" marT="10795" marB="0">
                    <a:solidFill>
                      <a:srgbClr val="DA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900" b="1" dirty="0">
                          <a:latin typeface="Comic Sans MS"/>
                          <a:cs typeface="Comic Sans MS"/>
                        </a:rPr>
                        <a:t>Son</a:t>
                      </a:r>
                      <a:r>
                        <a:rPr sz="90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los</a:t>
                      </a:r>
                      <a:r>
                        <a:rPr sz="900" b="1" spc="-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siguientes</a:t>
                      </a:r>
                      <a:r>
                        <a:rPr sz="90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spc="-20" dirty="0">
                          <a:latin typeface="Comic Sans MS"/>
                          <a:cs typeface="Comic Sans MS"/>
                        </a:rPr>
                        <a:t>(10):</a:t>
                      </a:r>
                      <a:endParaRPr sz="900">
                        <a:latin typeface="Comic Sans MS"/>
                        <a:cs typeface="Comic Sans MS"/>
                      </a:endParaRPr>
                    </a:p>
                  </a:txBody>
                  <a:tcPr marL="0" marR="0" marT="31114" marB="0">
                    <a:solidFill>
                      <a:srgbClr val="FAD3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900" b="1" dirty="0">
                          <a:latin typeface="Comic Sans MS"/>
                          <a:cs typeface="Comic Sans MS"/>
                        </a:rPr>
                        <a:t>Son</a:t>
                      </a:r>
                      <a:r>
                        <a:rPr sz="90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los</a:t>
                      </a:r>
                      <a:r>
                        <a:rPr sz="900" b="1" spc="-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siguientes</a:t>
                      </a:r>
                      <a:r>
                        <a:rPr sz="90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spc="-20" dirty="0">
                          <a:latin typeface="Comic Sans MS"/>
                          <a:cs typeface="Comic Sans MS"/>
                        </a:rPr>
                        <a:t>(8):</a:t>
                      </a:r>
                      <a:endParaRPr sz="900">
                        <a:latin typeface="Comic Sans MS"/>
                        <a:cs typeface="Comic Sans MS"/>
                      </a:endParaRPr>
                    </a:p>
                  </a:txBody>
                  <a:tcPr marL="0" marR="0" marT="31114" marB="0">
                    <a:solidFill>
                      <a:srgbClr val="DA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pPr marL="101600" marR="92075" indent="-3175" algn="ctr">
                        <a:lnSpc>
                          <a:spcPct val="114799"/>
                        </a:lnSpc>
                        <a:spcBef>
                          <a:spcPts val="85"/>
                        </a:spcBef>
                        <a:tabLst>
                          <a:tab pos="520700" algn="l"/>
                          <a:tab pos="739140" algn="l"/>
                          <a:tab pos="817880" algn="l"/>
                          <a:tab pos="1036319" algn="l"/>
                          <a:tab pos="1310640" algn="l"/>
                          <a:tab pos="1478280" algn="l"/>
                          <a:tab pos="1529080" algn="l"/>
                          <a:tab pos="1696720" algn="l"/>
                          <a:tab pos="2212975" algn="l"/>
                          <a:tab pos="2431415" algn="l"/>
                          <a:tab pos="2860675" algn="l"/>
                          <a:tab pos="3079115" algn="l"/>
                          <a:tab pos="3162935" algn="l"/>
                        </a:tabLst>
                      </a:pPr>
                      <a:r>
                        <a:rPr sz="900" b="1" spc="-20" dirty="0">
                          <a:latin typeface="Comic Sans MS"/>
                          <a:cs typeface="Comic Sans MS"/>
                        </a:rPr>
                        <a:t>coma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	-	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comillas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	-		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corchetes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	-	dos</a:t>
                      </a:r>
                      <a:r>
                        <a:rPr sz="900" b="1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puntos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		-</a:t>
                      </a:r>
                      <a:r>
                        <a:rPr sz="900" b="1" spc="50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paréntesis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		-	</a:t>
                      </a:r>
                      <a:r>
                        <a:rPr sz="900" b="1" spc="-20" dirty="0">
                          <a:latin typeface="Comic Sans MS"/>
                          <a:cs typeface="Comic Sans MS"/>
                        </a:rPr>
                        <a:t>punto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	-	puntos</a:t>
                      </a:r>
                      <a:r>
                        <a:rPr sz="900" b="1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suspensivos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	-	punto y</a:t>
                      </a:r>
                      <a:r>
                        <a:rPr sz="900" b="1" spc="-20" dirty="0">
                          <a:latin typeface="Comic Sans MS"/>
                          <a:cs typeface="Comic Sans MS"/>
                        </a:rPr>
                        <a:t> coma</a:t>
                      </a:r>
                      <a:endParaRPr sz="900">
                        <a:latin typeface="Comic Sans MS"/>
                        <a:cs typeface="Comic Sans M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tabLst>
                          <a:tab pos="220345" algn="l"/>
                          <a:tab pos="614680" algn="l"/>
                          <a:tab pos="833119" algn="l"/>
                        </a:tabLst>
                      </a:pPr>
                      <a:r>
                        <a:rPr sz="900" b="1" dirty="0">
                          <a:latin typeface="Comic Sans MS"/>
                          <a:cs typeface="Comic Sans MS"/>
                        </a:rPr>
                        <a:t>-	</a:t>
                      </a:r>
                      <a:r>
                        <a:rPr sz="900" b="1" spc="-20" dirty="0">
                          <a:latin typeface="Comic Sans MS"/>
                          <a:cs typeface="Comic Sans MS"/>
                        </a:rPr>
                        <a:t>raya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	-	signos</a:t>
                      </a:r>
                      <a:r>
                        <a:rPr sz="900" b="1" spc="-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de</a:t>
                      </a:r>
                      <a:r>
                        <a:rPr sz="900" b="1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interrogación</a:t>
                      </a:r>
                      <a:r>
                        <a:rPr sz="900" b="1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y</a:t>
                      </a:r>
                      <a:r>
                        <a:rPr sz="900" b="1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exclamación</a:t>
                      </a:r>
                      <a:endParaRPr sz="900">
                        <a:latin typeface="Comic Sans MS"/>
                        <a:cs typeface="Comic Sans MS"/>
                      </a:endParaRPr>
                    </a:p>
                  </a:txBody>
                  <a:tcPr marL="0" marR="0" marT="10795" marB="0">
                    <a:solidFill>
                      <a:srgbClr val="FAD3B4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171450" algn="ctr">
                        <a:lnSpc>
                          <a:spcPct val="114799"/>
                        </a:lnSpc>
                        <a:spcBef>
                          <a:spcPts val="85"/>
                        </a:spcBef>
                        <a:tabLst>
                          <a:tab pos="754380" algn="l"/>
                          <a:tab pos="855980" algn="l"/>
                          <a:tab pos="972819" algn="l"/>
                          <a:tab pos="1074420" algn="l"/>
                          <a:tab pos="1394460" algn="l"/>
                          <a:tab pos="1612900" algn="l"/>
                          <a:tab pos="1771014" algn="l"/>
                          <a:tab pos="1989455" algn="l"/>
                          <a:tab pos="2225675" algn="l"/>
                          <a:tab pos="2444115" algn="l"/>
                        </a:tabLst>
                      </a:pP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apóstrofo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		-		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asterisco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		-	</a:t>
                      </a:r>
                      <a:r>
                        <a:rPr sz="900" b="1" spc="-20" dirty="0">
                          <a:latin typeface="Comic Sans MS"/>
                          <a:cs typeface="Comic Sans MS"/>
                        </a:rPr>
                        <a:t>barra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	- 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diéresis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	-		</a:t>
                      </a:r>
                      <a:r>
                        <a:rPr sz="900" b="1" spc="-20" dirty="0">
                          <a:latin typeface="Comic Sans MS"/>
                          <a:cs typeface="Comic Sans MS"/>
                        </a:rPr>
                        <a:t>guion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	-	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llave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	</a:t>
                      </a:r>
                      <a:r>
                        <a:rPr sz="900" b="1" spc="-26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900" b="1" dirty="0">
                          <a:latin typeface="Comic Sans MS"/>
                          <a:cs typeface="Comic Sans MS"/>
                        </a:rPr>
                        <a:t>-	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párrafo</a:t>
                      </a:r>
                      <a:endParaRPr sz="900">
                        <a:latin typeface="Comic Sans MS"/>
                        <a:cs typeface="Comic Sans M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tabLst>
                          <a:tab pos="220979" algn="l"/>
                        </a:tabLst>
                      </a:pPr>
                      <a:r>
                        <a:rPr sz="900" b="1" dirty="0">
                          <a:latin typeface="Comic Sans MS"/>
                          <a:cs typeface="Comic Sans MS"/>
                        </a:rPr>
                        <a:t>-	</a:t>
                      </a:r>
                      <a:r>
                        <a:rPr sz="900" b="1" spc="-10" dirty="0">
                          <a:latin typeface="Comic Sans MS"/>
                          <a:cs typeface="Comic Sans MS"/>
                        </a:rPr>
                        <a:t>tilde</a:t>
                      </a:r>
                      <a:endParaRPr sz="900">
                        <a:latin typeface="Comic Sans MS"/>
                        <a:cs typeface="Comic Sans MS"/>
                      </a:endParaRPr>
                    </a:p>
                  </a:txBody>
                  <a:tcPr marL="0" marR="0" marT="10795" marB="0">
                    <a:solidFill>
                      <a:srgbClr val="DA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3" name="object 93"/>
          <p:cNvSpPr txBox="1"/>
          <p:nvPr/>
        </p:nvSpPr>
        <p:spPr>
          <a:xfrm>
            <a:off x="526097" y="9429686"/>
            <a:ext cx="40233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" marR="5080" indent="-22860">
              <a:lnSpc>
                <a:spcPct val="111800"/>
              </a:lnSpc>
              <a:spcBef>
                <a:spcPts val="95"/>
              </a:spcBef>
            </a:pPr>
            <a:r>
              <a:rPr sz="8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Imágenes</a:t>
            </a:r>
            <a:r>
              <a:rPr sz="850" u="sng" spc="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5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obtenidas</a:t>
            </a:r>
            <a:r>
              <a:rPr sz="850" u="sng" spc="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5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de…</a:t>
            </a:r>
            <a:r>
              <a:rPr sz="850" dirty="0">
                <a:latin typeface="Calibri"/>
                <a:cs typeface="Calibri"/>
              </a:rPr>
              <a:t>:</a:t>
            </a:r>
            <a:r>
              <a:rPr sz="850" spc="85" dirty="0">
                <a:latin typeface="Calibri"/>
                <a:cs typeface="Calibri"/>
              </a:rPr>
              <a:t> </a:t>
            </a:r>
            <a:r>
              <a:rPr sz="850" spc="-10" dirty="0">
                <a:latin typeface="Calibri"/>
                <a:cs typeface="Calibri"/>
                <a:hlinkClick r:id="rId6"/>
              </a:rPr>
              <a:t>http://www.imageneseducativas.com/los-signos-de-puntuacion/</a:t>
            </a:r>
            <a:r>
              <a:rPr sz="850" spc="500" dirty="0">
                <a:latin typeface="Calibri"/>
                <a:cs typeface="Calibri"/>
              </a:rPr>
              <a:t> </a:t>
            </a:r>
            <a:r>
              <a:rPr sz="850" dirty="0">
                <a:latin typeface="Calibri"/>
                <a:cs typeface="Calibri"/>
              </a:rPr>
              <a:t>y</a:t>
            </a:r>
            <a:r>
              <a:rPr sz="850" spc="440" dirty="0">
                <a:latin typeface="Calibri"/>
                <a:cs typeface="Calibri"/>
              </a:rPr>
              <a:t> </a:t>
            </a:r>
            <a:r>
              <a:rPr sz="850" spc="-10" dirty="0">
                <a:latin typeface="Calibri"/>
                <a:cs typeface="Calibri"/>
                <a:hlinkClick r:id="rId7"/>
              </a:rPr>
              <a:t>http://www.monografias.com/trabajos103/signos-puntuacion/signos-puntuacion.shtml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457200" y="6692900"/>
            <a:ext cx="6800850" cy="3659504"/>
            <a:chOff x="457200" y="6692900"/>
            <a:chExt cx="6800850" cy="3659504"/>
          </a:xfrm>
        </p:grpSpPr>
        <p:pic>
          <p:nvPicPr>
            <p:cNvPr id="95" name="object 9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7200" y="6845300"/>
              <a:ext cx="4138447" cy="2542539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20259" y="6692900"/>
              <a:ext cx="2637790" cy="365949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51459"/>
            <a:ext cx="19037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CONOCE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LENGUA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ESPAÑOLA.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230" y="276859"/>
            <a:ext cx="21139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CEIP</a:t>
            </a:r>
            <a:r>
              <a:rPr sz="900" b="1" i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Manuel</a:t>
            </a:r>
            <a:r>
              <a:rPr sz="900" b="1" i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Siurot</a:t>
            </a:r>
            <a:r>
              <a:rPr sz="900" b="1" i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(La</a:t>
            </a:r>
            <a:r>
              <a:rPr sz="900" b="1" i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Palma</a:t>
            </a:r>
            <a:r>
              <a:rPr sz="900" b="1" i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del</a:t>
            </a:r>
            <a:r>
              <a:rPr sz="900" b="1" i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01F5F"/>
                </a:solidFill>
                <a:latin typeface="Calibri"/>
                <a:cs typeface="Calibri"/>
              </a:rPr>
              <a:t>Condado).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1815" y="715136"/>
            <a:ext cx="1878330" cy="693420"/>
            <a:chOff x="551815" y="715136"/>
            <a:chExt cx="1878330" cy="693420"/>
          </a:xfrm>
        </p:grpSpPr>
        <p:sp>
          <p:nvSpPr>
            <p:cNvPr id="5" name="object 5"/>
            <p:cNvSpPr/>
            <p:nvPr/>
          </p:nvSpPr>
          <p:spPr>
            <a:xfrm>
              <a:off x="561340" y="724661"/>
              <a:ext cx="1859280" cy="674370"/>
            </a:xfrm>
            <a:custGeom>
              <a:avLst/>
              <a:gdLst/>
              <a:ahLst/>
              <a:cxnLst/>
              <a:rect l="l" t="t" r="r" b="b"/>
              <a:pathLst>
                <a:path w="1859280" h="674369">
                  <a:moveTo>
                    <a:pt x="299593" y="495300"/>
                  </a:moveTo>
                  <a:lnTo>
                    <a:pt x="298157" y="450989"/>
                  </a:lnTo>
                  <a:lnTo>
                    <a:pt x="286778" y="382054"/>
                  </a:lnTo>
                  <a:lnTo>
                    <a:pt x="261442" y="334657"/>
                  </a:lnTo>
                  <a:lnTo>
                    <a:pt x="205968" y="280301"/>
                  </a:lnTo>
                  <a:lnTo>
                    <a:pt x="166281" y="248285"/>
                  </a:lnTo>
                  <a:lnTo>
                    <a:pt x="152603" y="236969"/>
                  </a:lnTo>
                  <a:lnTo>
                    <a:pt x="126403" y="199529"/>
                  </a:lnTo>
                  <a:lnTo>
                    <a:pt x="122669" y="159893"/>
                  </a:lnTo>
                  <a:lnTo>
                    <a:pt x="123088" y="148069"/>
                  </a:lnTo>
                  <a:lnTo>
                    <a:pt x="138899" y="109601"/>
                  </a:lnTo>
                  <a:lnTo>
                    <a:pt x="153835" y="109601"/>
                  </a:lnTo>
                  <a:lnTo>
                    <a:pt x="166573" y="146240"/>
                  </a:lnTo>
                  <a:lnTo>
                    <a:pt x="166878" y="161544"/>
                  </a:lnTo>
                  <a:lnTo>
                    <a:pt x="166878" y="209550"/>
                  </a:lnTo>
                  <a:lnTo>
                    <a:pt x="288747" y="209550"/>
                  </a:lnTo>
                  <a:lnTo>
                    <a:pt x="288010" y="148082"/>
                  </a:lnTo>
                  <a:lnTo>
                    <a:pt x="282232" y="93395"/>
                  </a:lnTo>
                  <a:lnTo>
                    <a:pt x="259435" y="45148"/>
                  </a:lnTo>
                  <a:lnTo>
                    <a:pt x="229501" y="21209"/>
                  </a:lnTo>
                  <a:lnTo>
                    <a:pt x="189699" y="5283"/>
                  </a:lnTo>
                  <a:lnTo>
                    <a:pt x="142278" y="0"/>
                  </a:lnTo>
                  <a:lnTo>
                    <a:pt x="119761" y="1181"/>
                  </a:lnTo>
                  <a:lnTo>
                    <a:pt x="79883" y="10769"/>
                  </a:lnTo>
                  <a:lnTo>
                    <a:pt x="34023" y="42659"/>
                  </a:lnTo>
                  <a:lnTo>
                    <a:pt x="8432" y="92824"/>
                  </a:lnTo>
                  <a:lnTo>
                    <a:pt x="939" y="147256"/>
                  </a:lnTo>
                  <a:lnTo>
                    <a:pt x="0" y="181991"/>
                  </a:lnTo>
                  <a:lnTo>
                    <a:pt x="647" y="206590"/>
                  </a:lnTo>
                  <a:lnTo>
                    <a:pt x="5918" y="248970"/>
                  </a:lnTo>
                  <a:lnTo>
                    <a:pt x="22225" y="296202"/>
                  </a:lnTo>
                  <a:lnTo>
                    <a:pt x="46710" y="329412"/>
                  </a:lnTo>
                  <a:lnTo>
                    <a:pt x="79159" y="359562"/>
                  </a:lnTo>
                  <a:lnTo>
                    <a:pt x="123571" y="398310"/>
                  </a:lnTo>
                  <a:lnTo>
                    <a:pt x="141211" y="414464"/>
                  </a:lnTo>
                  <a:lnTo>
                    <a:pt x="168148" y="448995"/>
                  </a:lnTo>
                  <a:lnTo>
                    <a:pt x="175044" y="512445"/>
                  </a:lnTo>
                  <a:lnTo>
                    <a:pt x="174612" y="524624"/>
                  </a:lnTo>
                  <a:lnTo>
                    <a:pt x="157911" y="564896"/>
                  </a:lnTo>
                  <a:lnTo>
                    <a:pt x="140385" y="564896"/>
                  </a:lnTo>
                  <a:lnTo>
                    <a:pt x="126111" y="524383"/>
                  </a:lnTo>
                  <a:lnTo>
                    <a:pt x="125755" y="507746"/>
                  </a:lnTo>
                  <a:lnTo>
                    <a:pt x="125755" y="429006"/>
                  </a:lnTo>
                  <a:lnTo>
                    <a:pt x="3987" y="429006"/>
                  </a:lnTo>
                  <a:lnTo>
                    <a:pt x="3987" y="471424"/>
                  </a:lnTo>
                  <a:lnTo>
                    <a:pt x="4711" y="505599"/>
                  </a:lnTo>
                  <a:lnTo>
                    <a:pt x="10490" y="561746"/>
                  </a:lnTo>
                  <a:lnTo>
                    <a:pt x="22910" y="602551"/>
                  </a:lnTo>
                  <a:lnTo>
                    <a:pt x="47396" y="634987"/>
                  </a:lnTo>
                  <a:lnTo>
                    <a:pt x="83820" y="660184"/>
                  </a:lnTo>
                  <a:lnTo>
                    <a:pt x="128727" y="672833"/>
                  </a:lnTo>
                  <a:lnTo>
                    <a:pt x="154127" y="674370"/>
                  </a:lnTo>
                  <a:lnTo>
                    <a:pt x="177431" y="672985"/>
                  </a:lnTo>
                  <a:lnTo>
                    <a:pt x="219532" y="661835"/>
                  </a:lnTo>
                  <a:lnTo>
                    <a:pt x="254774" y="640257"/>
                  </a:lnTo>
                  <a:lnTo>
                    <a:pt x="287147" y="597281"/>
                  </a:lnTo>
                  <a:lnTo>
                    <a:pt x="296468" y="555244"/>
                  </a:lnTo>
                  <a:lnTo>
                    <a:pt x="298805" y="527532"/>
                  </a:lnTo>
                  <a:lnTo>
                    <a:pt x="299593" y="495300"/>
                  </a:lnTo>
                  <a:close/>
                </a:path>
                <a:path w="1859280" h="674369">
                  <a:moveTo>
                    <a:pt x="471855" y="13589"/>
                  </a:moveTo>
                  <a:lnTo>
                    <a:pt x="340715" y="13589"/>
                  </a:lnTo>
                  <a:lnTo>
                    <a:pt x="340715" y="660781"/>
                  </a:lnTo>
                  <a:lnTo>
                    <a:pt x="471855" y="660781"/>
                  </a:lnTo>
                  <a:lnTo>
                    <a:pt x="471855" y="13589"/>
                  </a:lnTo>
                  <a:close/>
                </a:path>
                <a:path w="1859280" h="674369">
                  <a:moveTo>
                    <a:pt x="825373" y="251841"/>
                  </a:moveTo>
                  <a:lnTo>
                    <a:pt x="824649" y="186397"/>
                  </a:lnTo>
                  <a:lnTo>
                    <a:pt x="818883" y="125666"/>
                  </a:lnTo>
                  <a:lnTo>
                    <a:pt x="806450" y="82346"/>
                  </a:lnTo>
                  <a:lnTo>
                    <a:pt x="781621" y="46456"/>
                  </a:lnTo>
                  <a:lnTo>
                    <a:pt x="744232" y="16941"/>
                  </a:lnTo>
                  <a:lnTo>
                    <a:pt x="696277" y="1854"/>
                  </a:lnTo>
                  <a:lnTo>
                    <a:pt x="668693" y="0"/>
                  </a:lnTo>
                  <a:lnTo>
                    <a:pt x="640803" y="2159"/>
                  </a:lnTo>
                  <a:lnTo>
                    <a:pt x="593102" y="19507"/>
                  </a:lnTo>
                  <a:lnTo>
                    <a:pt x="556844" y="52997"/>
                  </a:lnTo>
                  <a:lnTo>
                    <a:pt x="534352" y="91414"/>
                  </a:lnTo>
                  <a:lnTo>
                    <a:pt x="525145" y="136093"/>
                  </a:lnTo>
                  <a:lnTo>
                    <a:pt x="521220" y="203441"/>
                  </a:lnTo>
                  <a:lnTo>
                    <a:pt x="520738" y="246634"/>
                  </a:lnTo>
                  <a:lnTo>
                    <a:pt x="520738" y="438912"/>
                  </a:lnTo>
                  <a:lnTo>
                    <a:pt x="521690" y="497319"/>
                  </a:lnTo>
                  <a:lnTo>
                    <a:pt x="524522" y="538861"/>
                  </a:lnTo>
                  <a:lnTo>
                    <a:pt x="536486" y="587387"/>
                  </a:lnTo>
                  <a:lnTo>
                    <a:pt x="561644" y="630732"/>
                  </a:lnTo>
                  <a:lnTo>
                    <a:pt x="601599" y="662800"/>
                  </a:lnTo>
                  <a:lnTo>
                    <a:pt x="648779" y="674370"/>
                  </a:lnTo>
                  <a:lnTo>
                    <a:pt x="662178" y="673430"/>
                  </a:lnTo>
                  <a:lnTo>
                    <a:pt x="706716" y="650798"/>
                  </a:lnTo>
                  <a:lnTo>
                    <a:pt x="730758" y="614426"/>
                  </a:lnTo>
                  <a:lnTo>
                    <a:pt x="742823" y="660781"/>
                  </a:lnTo>
                  <a:lnTo>
                    <a:pt x="825373" y="660781"/>
                  </a:lnTo>
                  <a:lnTo>
                    <a:pt x="825373" y="313436"/>
                  </a:lnTo>
                  <a:lnTo>
                    <a:pt x="671880" y="313436"/>
                  </a:lnTo>
                  <a:lnTo>
                    <a:pt x="671880" y="411734"/>
                  </a:lnTo>
                  <a:lnTo>
                    <a:pt x="698373" y="411734"/>
                  </a:lnTo>
                  <a:lnTo>
                    <a:pt x="698373" y="488442"/>
                  </a:lnTo>
                  <a:lnTo>
                    <a:pt x="695553" y="539597"/>
                  </a:lnTo>
                  <a:lnTo>
                    <a:pt x="683336" y="564896"/>
                  </a:lnTo>
                  <a:lnTo>
                    <a:pt x="665010" y="564896"/>
                  </a:lnTo>
                  <a:lnTo>
                    <a:pt x="652170" y="513626"/>
                  </a:lnTo>
                  <a:lnTo>
                    <a:pt x="651865" y="493649"/>
                  </a:lnTo>
                  <a:lnTo>
                    <a:pt x="651865" y="183134"/>
                  </a:lnTo>
                  <a:lnTo>
                    <a:pt x="653046" y="142862"/>
                  </a:lnTo>
                  <a:lnTo>
                    <a:pt x="664718" y="109601"/>
                  </a:lnTo>
                  <a:lnTo>
                    <a:pt x="682142" y="109601"/>
                  </a:lnTo>
                  <a:lnTo>
                    <a:pt x="693318" y="147815"/>
                  </a:lnTo>
                  <a:lnTo>
                    <a:pt x="694283" y="193040"/>
                  </a:lnTo>
                  <a:lnTo>
                    <a:pt x="694283" y="251841"/>
                  </a:lnTo>
                  <a:lnTo>
                    <a:pt x="825373" y="251841"/>
                  </a:lnTo>
                  <a:close/>
                </a:path>
                <a:path w="1859280" h="674369">
                  <a:moveTo>
                    <a:pt x="1169035" y="13589"/>
                  </a:moveTo>
                  <a:lnTo>
                    <a:pt x="1059434" y="13589"/>
                  </a:lnTo>
                  <a:lnTo>
                    <a:pt x="1059434" y="305054"/>
                  </a:lnTo>
                  <a:lnTo>
                    <a:pt x="985774" y="13589"/>
                  </a:lnTo>
                  <a:lnTo>
                    <a:pt x="876173" y="13589"/>
                  </a:lnTo>
                  <a:lnTo>
                    <a:pt x="876173" y="660781"/>
                  </a:lnTo>
                  <a:lnTo>
                    <a:pt x="985774" y="660781"/>
                  </a:lnTo>
                  <a:lnTo>
                    <a:pt x="985774" y="366649"/>
                  </a:lnTo>
                  <a:lnTo>
                    <a:pt x="1053973" y="660781"/>
                  </a:lnTo>
                  <a:lnTo>
                    <a:pt x="1169035" y="660781"/>
                  </a:lnTo>
                  <a:lnTo>
                    <a:pt x="1169035" y="13589"/>
                  </a:lnTo>
                  <a:close/>
                </a:path>
                <a:path w="1859280" h="674369">
                  <a:moveTo>
                    <a:pt x="1521333" y="281813"/>
                  </a:moveTo>
                  <a:lnTo>
                    <a:pt x="1521079" y="236550"/>
                  </a:lnTo>
                  <a:lnTo>
                    <a:pt x="1520367" y="198424"/>
                  </a:lnTo>
                  <a:lnTo>
                    <a:pt x="1520342" y="196888"/>
                  </a:lnTo>
                  <a:lnTo>
                    <a:pt x="1519250" y="167424"/>
                  </a:lnTo>
                  <a:lnTo>
                    <a:pt x="1519186" y="165658"/>
                  </a:lnTo>
                  <a:lnTo>
                    <a:pt x="1517751" y="143510"/>
                  </a:lnTo>
                  <a:lnTo>
                    <a:pt x="1517650" y="141859"/>
                  </a:lnTo>
                  <a:lnTo>
                    <a:pt x="1514716" y="122275"/>
                  </a:lnTo>
                  <a:lnTo>
                    <a:pt x="1511401" y="109601"/>
                  </a:lnTo>
                  <a:lnTo>
                    <a:pt x="1509801" y="103479"/>
                  </a:lnTo>
                  <a:lnTo>
                    <a:pt x="1494155" y="67945"/>
                  </a:lnTo>
                  <a:lnTo>
                    <a:pt x="1457782" y="26530"/>
                  </a:lnTo>
                  <a:lnTo>
                    <a:pt x="1408226" y="4152"/>
                  </a:lnTo>
                  <a:lnTo>
                    <a:pt x="1390091" y="1143"/>
                  </a:lnTo>
                  <a:lnTo>
                    <a:pt x="1390091" y="482092"/>
                  </a:lnTo>
                  <a:lnTo>
                    <a:pt x="1389900" y="503250"/>
                  </a:lnTo>
                  <a:lnTo>
                    <a:pt x="1386332" y="549783"/>
                  </a:lnTo>
                  <a:lnTo>
                    <a:pt x="1378331" y="564896"/>
                  </a:lnTo>
                  <a:lnTo>
                    <a:pt x="1360551" y="564896"/>
                  </a:lnTo>
                  <a:lnTo>
                    <a:pt x="1349984" y="527659"/>
                  </a:lnTo>
                  <a:lnTo>
                    <a:pt x="1348994" y="482092"/>
                  </a:lnTo>
                  <a:lnTo>
                    <a:pt x="1348994" y="179959"/>
                  </a:lnTo>
                  <a:lnTo>
                    <a:pt x="1349184" y="167424"/>
                  </a:lnTo>
                  <a:lnTo>
                    <a:pt x="1349209" y="165658"/>
                  </a:lnTo>
                  <a:lnTo>
                    <a:pt x="1349311" y="159372"/>
                  </a:lnTo>
                  <a:lnTo>
                    <a:pt x="1349336" y="157441"/>
                  </a:lnTo>
                  <a:lnTo>
                    <a:pt x="1350175" y="143510"/>
                  </a:lnTo>
                  <a:lnTo>
                    <a:pt x="1363345" y="109601"/>
                  </a:lnTo>
                  <a:lnTo>
                    <a:pt x="1378331" y="109601"/>
                  </a:lnTo>
                  <a:lnTo>
                    <a:pt x="1389811" y="157441"/>
                  </a:lnTo>
                  <a:lnTo>
                    <a:pt x="1389900" y="159372"/>
                  </a:lnTo>
                  <a:lnTo>
                    <a:pt x="1389964" y="165658"/>
                  </a:lnTo>
                  <a:lnTo>
                    <a:pt x="1390091" y="482092"/>
                  </a:lnTo>
                  <a:lnTo>
                    <a:pt x="1390091" y="1143"/>
                  </a:lnTo>
                  <a:lnTo>
                    <a:pt x="1389913" y="1104"/>
                  </a:lnTo>
                  <a:lnTo>
                    <a:pt x="1390878" y="1104"/>
                  </a:lnTo>
                  <a:lnTo>
                    <a:pt x="1369695" y="0"/>
                  </a:lnTo>
                  <a:lnTo>
                    <a:pt x="1329626" y="4445"/>
                  </a:lnTo>
                  <a:lnTo>
                    <a:pt x="1279613" y="28079"/>
                  </a:lnTo>
                  <a:lnTo>
                    <a:pt x="1244092" y="69469"/>
                  </a:lnTo>
                  <a:lnTo>
                    <a:pt x="1228915" y="104927"/>
                  </a:lnTo>
                  <a:lnTo>
                    <a:pt x="1221828" y="142798"/>
                  </a:lnTo>
                  <a:lnTo>
                    <a:pt x="1221740" y="143510"/>
                  </a:lnTo>
                  <a:lnTo>
                    <a:pt x="1220190" y="165658"/>
                  </a:lnTo>
                  <a:lnTo>
                    <a:pt x="1220063" y="167424"/>
                  </a:lnTo>
                  <a:lnTo>
                    <a:pt x="1218933" y="196888"/>
                  </a:lnTo>
                  <a:lnTo>
                    <a:pt x="1218882" y="198424"/>
                  </a:lnTo>
                  <a:lnTo>
                    <a:pt x="1218184" y="235585"/>
                  </a:lnTo>
                  <a:lnTo>
                    <a:pt x="1217930" y="281813"/>
                  </a:lnTo>
                  <a:lnTo>
                    <a:pt x="1217930" y="392557"/>
                  </a:lnTo>
                  <a:lnTo>
                    <a:pt x="1218158" y="437832"/>
                  </a:lnTo>
                  <a:lnTo>
                    <a:pt x="1218158" y="438848"/>
                  </a:lnTo>
                  <a:lnTo>
                    <a:pt x="1218844" y="475907"/>
                  </a:lnTo>
                  <a:lnTo>
                    <a:pt x="1218869" y="477545"/>
                  </a:lnTo>
                  <a:lnTo>
                    <a:pt x="1219987" y="506793"/>
                  </a:lnTo>
                  <a:lnTo>
                    <a:pt x="1220063" y="508736"/>
                  </a:lnTo>
                  <a:lnTo>
                    <a:pt x="1221740" y="532511"/>
                  </a:lnTo>
                  <a:lnTo>
                    <a:pt x="1224457" y="551688"/>
                  </a:lnTo>
                  <a:lnTo>
                    <a:pt x="1224521" y="552157"/>
                  </a:lnTo>
                  <a:lnTo>
                    <a:pt x="1236256" y="589000"/>
                  </a:lnTo>
                  <a:lnTo>
                    <a:pt x="1255572" y="622465"/>
                  </a:lnTo>
                  <a:lnTo>
                    <a:pt x="1297051" y="657225"/>
                  </a:lnTo>
                  <a:lnTo>
                    <a:pt x="1349870" y="673354"/>
                  </a:lnTo>
                  <a:lnTo>
                    <a:pt x="1369695" y="674370"/>
                  </a:lnTo>
                  <a:lnTo>
                    <a:pt x="1389011" y="673354"/>
                  </a:lnTo>
                  <a:lnTo>
                    <a:pt x="1389862" y="673354"/>
                  </a:lnTo>
                  <a:lnTo>
                    <a:pt x="1427657" y="664413"/>
                  </a:lnTo>
                  <a:lnTo>
                    <a:pt x="1473174" y="634542"/>
                  </a:lnTo>
                  <a:lnTo>
                    <a:pt x="1503768" y="587616"/>
                  </a:lnTo>
                  <a:lnTo>
                    <a:pt x="1511452" y="564896"/>
                  </a:lnTo>
                  <a:lnTo>
                    <a:pt x="1515046" y="550418"/>
                  </a:lnTo>
                  <a:lnTo>
                    <a:pt x="1517904" y="530479"/>
                  </a:lnTo>
                  <a:lnTo>
                    <a:pt x="1519174" y="508736"/>
                  </a:lnTo>
                  <a:lnTo>
                    <a:pt x="1519288" y="506793"/>
                  </a:lnTo>
                  <a:lnTo>
                    <a:pt x="1520317" y="477545"/>
                  </a:lnTo>
                  <a:lnTo>
                    <a:pt x="1520380" y="475907"/>
                  </a:lnTo>
                  <a:lnTo>
                    <a:pt x="1521053" y="438848"/>
                  </a:lnTo>
                  <a:lnTo>
                    <a:pt x="1521079" y="437832"/>
                  </a:lnTo>
                  <a:lnTo>
                    <a:pt x="1521333" y="392557"/>
                  </a:lnTo>
                  <a:lnTo>
                    <a:pt x="1521333" y="281813"/>
                  </a:lnTo>
                  <a:close/>
                </a:path>
                <a:path w="1859280" h="674369">
                  <a:moveTo>
                    <a:pt x="1858899" y="495300"/>
                  </a:moveTo>
                  <a:lnTo>
                    <a:pt x="1857463" y="450989"/>
                  </a:lnTo>
                  <a:lnTo>
                    <a:pt x="1846084" y="382054"/>
                  </a:lnTo>
                  <a:lnTo>
                    <a:pt x="1820735" y="334657"/>
                  </a:lnTo>
                  <a:lnTo>
                    <a:pt x="1765261" y="280301"/>
                  </a:lnTo>
                  <a:lnTo>
                    <a:pt x="1725549" y="248285"/>
                  </a:lnTo>
                  <a:lnTo>
                    <a:pt x="1711960" y="236969"/>
                  </a:lnTo>
                  <a:lnTo>
                    <a:pt x="1685734" y="199529"/>
                  </a:lnTo>
                  <a:lnTo>
                    <a:pt x="1681988" y="159893"/>
                  </a:lnTo>
                  <a:lnTo>
                    <a:pt x="1682394" y="148069"/>
                  </a:lnTo>
                  <a:lnTo>
                    <a:pt x="1698244" y="109601"/>
                  </a:lnTo>
                  <a:lnTo>
                    <a:pt x="1713103" y="109601"/>
                  </a:lnTo>
                  <a:lnTo>
                    <a:pt x="1725993" y="146240"/>
                  </a:lnTo>
                  <a:lnTo>
                    <a:pt x="1726311" y="161544"/>
                  </a:lnTo>
                  <a:lnTo>
                    <a:pt x="1726311" y="209550"/>
                  </a:lnTo>
                  <a:lnTo>
                    <a:pt x="1848104" y="209550"/>
                  </a:lnTo>
                  <a:lnTo>
                    <a:pt x="1847367" y="148082"/>
                  </a:lnTo>
                  <a:lnTo>
                    <a:pt x="1841563" y="93395"/>
                  </a:lnTo>
                  <a:lnTo>
                    <a:pt x="1818728" y="45148"/>
                  </a:lnTo>
                  <a:lnTo>
                    <a:pt x="1788922" y="21209"/>
                  </a:lnTo>
                  <a:lnTo>
                    <a:pt x="1749094" y="5283"/>
                  </a:lnTo>
                  <a:lnTo>
                    <a:pt x="1701673" y="0"/>
                  </a:lnTo>
                  <a:lnTo>
                    <a:pt x="1679181" y="1181"/>
                  </a:lnTo>
                  <a:lnTo>
                    <a:pt x="1639316" y="10769"/>
                  </a:lnTo>
                  <a:lnTo>
                    <a:pt x="1593380" y="42659"/>
                  </a:lnTo>
                  <a:lnTo>
                    <a:pt x="1567815" y="92824"/>
                  </a:lnTo>
                  <a:lnTo>
                    <a:pt x="1560271" y="147256"/>
                  </a:lnTo>
                  <a:lnTo>
                    <a:pt x="1559306" y="181991"/>
                  </a:lnTo>
                  <a:lnTo>
                    <a:pt x="1559966" y="206590"/>
                  </a:lnTo>
                  <a:lnTo>
                    <a:pt x="1565249" y="248970"/>
                  </a:lnTo>
                  <a:lnTo>
                    <a:pt x="1581594" y="296202"/>
                  </a:lnTo>
                  <a:lnTo>
                    <a:pt x="1606016" y="329412"/>
                  </a:lnTo>
                  <a:lnTo>
                    <a:pt x="1638528" y="359562"/>
                  </a:lnTo>
                  <a:lnTo>
                    <a:pt x="1682991" y="398310"/>
                  </a:lnTo>
                  <a:lnTo>
                    <a:pt x="1700618" y="414464"/>
                  </a:lnTo>
                  <a:lnTo>
                    <a:pt x="1727504" y="448995"/>
                  </a:lnTo>
                  <a:lnTo>
                    <a:pt x="1734312" y="512445"/>
                  </a:lnTo>
                  <a:lnTo>
                    <a:pt x="1733892" y="524624"/>
                  </a:lnTo>
                  <a:lnTo>
                    <a:pt x="1717294" y="564896"/>
                  </a:lnTo>
                  <a:lnTo>
                    <a:pt x="1699768" y="564896"/>
                  </a:lnTo>
                  <a:lnTo>
                    <a:pt x="1685505" y="524383"/>
                  </a:lnTo>
                  <a:lnTo>
                    <a:pt x="1685163" y="507746"/>
                  </a:lnTo>
                  <a:lnTo>
                    <a:pt x="1685163" y="429006"/>
                  </a:lnTo>
                  <a:lnTo>
                    <a:pt x="1563370" y="429006"/>
                  </a:lnTo>
                  <a:lnTo>
                    <a:pt x="1563370" y="471424"/>
                  </a:lnTo>
                  <a:lnTo>
                    <a:pt x="1564081" y="505599"/>
                  </a:lnTo>
                  <a:lnTo>
                    <a:pt x="1569796" y="561746"/>
                  </a:lnTo>
                  <a:lnTo>
                    <a:pt x="1582242" y="602551"/>
                  </a:lnTo>
                  <a:lnTo>
                    <a:pt x="1606740" y="634987"/>
                  </a:lnTo>
                  <a:lnTo>
                    <a:pt x="1643113" y="660184"/>
                  </a:lnTo>
                  <a:lnTo>
                    <a:pt x="1688058" y="672833"/>
                  </a:lnTo>
                  <a:lnTo>
                    <a:pt x="1713484" y="674370"/>
                  </a:lnTo>
                  <a:lnTo>
                    <a:pt x="1736826" y="672985"/>
                  </a:lnTo>
                  <a:lnTo>
                    <a:pt x="1778914" y="661835"/>
                  </a:lnTo>
                  <a:lnTo>
                    <a:pt x="1814106" y="640257"/>
                  </a:lnTo>
                  <a:lnTo>
                    <a:pt x="1846453" y="597281"/>
                  </a:lnTo>
                  <a:lnTo>
                    <a:pt x="1855762" y="555244"/>
                  </a:lnTo>
                  <a:lnTo>
                    <a:pt x="1858111" y="527532"/>
                  </a:lnTo>
                  <a:lnTo>
                    <a:pt x="1858899" y="495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1340" y="724661"/>
              <a:ext cx="1859280" cy="674370"/>
            </a:xfrm>
            <a:custGeom>
              <a:avLst/>
              <a:gdLst/>
              <a:ahLst/>
              <a:cxnLst/>
              <a:rect l="l" t="t" r="r" b="b"/>
              <a:pathLst>
                <a:path w="1859280" h="674369">
                  <a:moveTo>
                    <a:pt x="288747" y="209550"/>
                  </a:moveTo>
                  <a:lnTo>
                    <a:pt x="258276" y="209550"/>
                  </a:lnTo>
                  <a:lnTo>
                    <a:pt x="227807" y="209550"/>
                  </a:lnTo>
                  <a:lnTo>
                    <a:pt x="197341" y="209550"/>
                  </a:lnTo>
                  <a:lnTo>
                    <a:pt x="166878" y="209550"/>
                  </a:lnTo>
                  <a:lnTo>
                    <a:pt x="166878" y="197548"/>
                  </a:lnTo>
                  <a:lnTo>
                    <a:pt x="166878" y="185547"/>
                  </a:lnTo>
                  <a:lnTo>
                    <a:pt x="166878" y="173545"/>
                  </a:lnTo>
                  <a:lnTo>
                    <a:pt x="166878" y="161544"/>
                  </a:lnTo>
                  <a:lnTo>
                    <a:pt x="166579" y="146230"/>
                  </a:lnTo>
                  <a:lnTo>
                    <a:pt x="153835" y="109600"/>
                  </a:lnTo>
                  <a:lnTo>
                    <a:pt x="146659" y="109600"/>
                  </a:lnTo>
                  <a:lnTo>
                    <a:pt x="138899" y="109600"/>
                  </a:lnTo>
                  <a:lnTo>
                    <a:pt x="123088" y="148066"/>
                  </a:lnTo>
                  <a:lnTo>
                    <a:pt x="122669" y="159893"/>
                  </a:lnTo>
                  <a:lnTo>
                    <a:pt x="123093" y="175103"/>
                  </a:lnTo>
                  <a:lnTo>
                    <a:pt x="134000" y="217191"/>
                  </a:lnTo>
                  <a:lnTo>
                    <a:pt x="166281" y="248284"/>
                  </a:lnTo>
                  <a:lnTo>
                    <a:pt x="205978" y="280296"/>
                  </a:lnTo>
                  <a:lnTo>
                    <a:pt x="237753" y="309022"/>
                  </a:lnTo>
                  <a:lnTo>
                    <a:pt x="276898" y="357377"/>
                  </a:lnTo>
                  <a:lnTo>
                    <a:pt x="293884" y="413242"/>
                  </a:lnTo>
                  <a:lnTo>
                    <a:pt x="299593" y="495300"/>
                  </a:lnTo>
                  <a:lnTo>
                    <a:pt x="298810" y="527522"/>
                  </a:lnTo>
                  <a:lnTo>
                    <a:pt x="292579" y="578488"/>
                  </a:lnTo>
                  <a:lnTo>
                    <a:pt x="268535" y="627316"/>
                  </a:lnTo>
                  <a:lnTo>
                    <a:pt x="238264" y="652018"/>
                  </a:lnTo>
                  <a:lnTo>
                    <a:pt x="199258" y="668813"/>
                  </a:lnTo>
                  <a:lnTo>
                    <a:pt x="154127" y="674370"/>
                  </a:lnTo>
                  <a:lnTo>
                    <a:pt x="128729" y="672828"/>
                  </a:lnTo>
                  <a:lnTo>
                    <a:pt x="83825" y="660171"/>
                  </a:lnTo>
                  <a:lnTo>
                    <a:pt x="47396" y="634984"/>
                  </a:lnTo>
                  <a:lnTo>
                    <a:pt x="22919" y="602551"/>
                  </a:lnTo>
                  <a:lnTo>
                    <a:pt x="10492" y="561738"/>
                  </a:lnTo>
                  <a:lnTo>
                    <a:pt x="4712" y="505592"/>
                  </a:lnTo>
                  <a:lnTo>
                    <a:pt x="3987" y="471424"/>
                  </a:lnTo>
                  <a:lnTo>
                    <a:pt x="3987" y="460777"/>
                  </a:lnTo>
                  <a:lnTo>
                    <a:pt x="3987" y="450167"/>
                  </a:lnTo>
                  <a:lnTo>
                    <a:pt x="3987" y="439580"/>
                  </a:lnTo>
                  <a:lnTo>
                    <a:pt x="3987" y="429005"/>
                  </a:lnTo>
                  <a:lnTo>
                    <a:pt x="34449" y="429005"/>
                  </a:lnTo>
                  <a:lnTo>
                    <a:pt x="64904" y="429005"/>
                  </a:lnTo>
                  <a:lnTo>
                    <a:pt x="95343" y="429005"/>
                  </a:lnTo>
                  <a:lnTo>
                    <a:pt x="125755" y="429005"/>
                  </a:lnTo>
                  <a:lnTo>
                    <a:pt x="125755" y="448702"/>
                  </a:lnTo>
                  <a:lnTo>
                    <a:pt x="125755" y="468375"/>
                  </a:lnTo>
                  <a:lnTo>
                    <a:pt x="125755" y="488049"/>
                  </a:lnTo>
                  <a:lnTo>
                    <a:pt x="125755" y="507746"/>
                  </a:lnTo>
                  <a:lnTo>
                    <a:pt x="126119" y="524371"/>
                  </a:lnTo>
                  <a:lnTo>
                    <a:pt x="140385" y="564896"/>
                  </a:lnTo>
                  <a:lnTo>
                    <a:pt x="149148" y="564896"/>
                  </a:lnTo>
                  <a:lnTo>
                    <a:pt x="157911" y="564896"/>
                  </a:lnTo>
                  <a:lnTo>
                    <a:pt x="174622" y="524613"/>
                  </a:lnTo>
                  <a:lnTo>
                    <a:pt x="175044" y="512445"/>
                  </a:lnTo>
                  <a:lnTo>
                    <a:pt x="174264" y="486435"/>
                  </a:lnTo>
                  <a:lnTo>
                    <a:pt x="162890" y="437769"/>
                  </a:lnTo>
                  <a:lnTo>
                    <a:pt x="123578" y="398299"/>
                  </a:lnTo>
                  <a:lnTo>
                    <a:pt x="79166" y="359558"/>
                  </a:lnTo>
                  <a:lnTo>
                    <a:pt x="60885" y="343042"/>
                  </a:lnTo>
                  <a:lnTo>
                    <a:pt x="29177" y="308312"/>
                  </a:lnTo>
                  <a:lnTo>
                    <a:pt x="10553" y="266700"/>
                  </a:lnTo>
                  <a:lnTo>
                    <a:pt x="2624" y="228917"/>
                  </a:lnTo>
                  <a:lnTo>
                    <a:pt x="0" y="181991"/>
                  </a:lnTo>
                  <a:lnTo>
                    <a:pt x="947" y="147250"/>
                  </a:lnTo>
                  <a:lnTo>
                    <a:pt x="8443" y="92819"/>
                  </a:lnTo>
                  <a:lnTo>
                    <a:pt x="23269" y="56969"/>
                  </a:lnTo>
                  <a:lnTo>
                    <a:pt x="62534" y="19303"/>
                  </a:lnTo>
                  <a:lnTo>
                    <a:pt x="98967" y="4746"/>
                  </a:lnTo>
                  <a:lnTo>
                    <a:pt x="142278" y="0"/>
                  </a:lnTo>
                  <a:lnTo>
                    <a:pt x="166886" y="1313"/>
                  </a:lnTo>
                  <a:lnTo>
                    <a:pt x="210608" y="11894"/>
                  </a:lnTo>
                  <a:lnTo>
                    <a:pt x="245959" y="32523"/>
                  </a:lnTo>
                  <a:lnTo>
                    <a:pt x="277190" y="74422"/>
                  </a:lnTo>
                  <a:lnTo>
                    <a:pt x="285845" y="117919"/>
                  </a:lnTo>
                  <a:lnTo>
                    <a:pt x="288747" y="183896"/>
                  </a:lnTo>
                  <a:lnTo>
                    <a:pt x="288747" y="190279"/>
                  </a:lnTo>
                  <a:lnTo>
                    <a:pt x="288747" y="196675"/>
                  </a:lnTo>
                  <a:lnTo>
                    <a:pt x="288747" y="203094"/>
                  </a:lnTo>
                  <a:lnTo>
                    <a:pt x="288747" y="209550"/>
                  </a:lnTo>
                  <a:close/>
                </a:path>
                <a:path w="1859280" h="674369">
                  <a:moveTo>
                    <a:pt x="471855" y="13589"/>
                  </a:moveTo>
                  <a:lnTo>
                    <a:pt x="471855" y="13589"/>
                  </a:lnTo>
                  <a:lnTo>
                    <a:pt x="471855" y="660780"/>
                  </a:lnTo>
                  <a:lnTo>
                    <a:pt x="439070" y="660780"/>
                  </a:lnTo>
                  <a:lnTo>
                    <a:pt x="406285" y="660780"/>
                  </a:lnTo>
                  <a:lnTo>
                    <a:pt x="373500" y="660780"/>
                  </a:lnTo>
                  <a:lnTo>
                    <a:pt x="340715" y="660780"/>
                  </a:lnTo>
                  <a:lnTo>
                    <a:pt x="340715" y="611014"/>
                  </a:lnTo>
                  <a:lnTo>
                    <a:pt x="340715" y="13589"/>
                  </a:lnTo>
                  <a:lnTo>
                    <a:pt x="373500" y="13589"/>
                  </a:lnTo>
                  <a:lnTo>
                    <a:pt x="406285" y="13589"/>
                  </a:lnTo>
                  <a:lnTo>
                    <a:pt x="439070" y="13589"/>
                  </a:lnTo>
                  <a:lnTo>
                    <a:pt x="471855" y="13589"/>
                  </a:lnTo>
                  <a:close/>
                </a:path>
                <a:path w="1859280" h="674369">
                  <a:moveTo>
                    <a:pt x="825372" y="251841"/>
                  </a:moveTo>
                  <a:lnTo>
                    <a:pt x="792606" y="251841"/>
                  </a:lnTo>
                  <a:lnTo>
                    <a:pt x="759837" y="251841"/>
                  </a:lnTo>
                  <a:lnTo>
                    <a:pt x="727064" y="251841"/>
                  </a:lnTo>
                  <a:lnTo>
                    <a:pt x="694283" y="251841"/>
                  </a:lnTo>
                  <a:lnTo>
                    <a:pt x="694283" y="237170"/>
                  </a:lnTo>
                  <a:lnTo>
                    <a:pt x="694283" y="222488"/>
                  </a:lnTo>
                  <a:lnTo>
                    <a:pt x="694283" y="207781"/>
                  </a:lnTo>
                  <a:lnTo>
                    <a:pt x="694283" y="193040"/>
                  </a:lnTo>
                  <a:lnTo>
                    <a:pt x="694042" y="167824"/>
                  </a:lnTo>
                  <a:lnTo>
                    <a:pt x="690498" y="123444"/>
                  </a:lnTo>
                  <a:lnTo>
                    <a:pt x="682142" y="109600"/>
                  </a:lnTo>
                  <a:lnTo>
                    <a:pt x="672782" y="109600"/>
                  </a:lnTo>
                  <a:lnTo>
                    <a:pt x="664718" y="109600"/>
                  </a:lnTo>
                  <a:lnTo>
                    <a:pt x="652173" y="160597"/>
                  </a:lnTo>
                  <a:lnTo>
                    <a:pt x="651865" y="183133"/>
                  </a:lnTo>
                  <a:lnTo>
                    <a:pt x="651865" y="234895"/>
                  </a:lnTo>
                  <a:lnTo>
                    <a:pt x="651865" y="286667"/>
                  </a:lnTo>
                  <a:lnTo>
                    <a:pt x="651865" y="338439"/>
                  </a:lnTo>
                  <a:lnTo>
                    <a:pt x="651865" y="390200"/>
                  </a:lnTo>
                  <a:lnTo>
                    <a:pt x="651865" y="441940"/>
                  </a:lnTo>
                  <a:lnTo>
                    <a:pt x="651865" y="493649"/>
                  </a:lnTo>
                  <a:lnTo>
                    <a:pt x="652173" y="513617"/>
                  </a:lnTo>
                  <a:lnTo>
                    <a:pt x="659041" y="560070"/>
                  </a:lnTo>
                  <a:lnTo>
                    <a:pt x="665010" y="564896"/>
                  </a:lnTo>
                  <a:lnTo>
                    <a:pt x="673671" y="564896"/>
                  </a:lnTo>
                  <a:lnTo>
                    <a:pt x="683336" y="564896"/>
                  </a:lnTo>
                  <a:lnTo>
                    <a:pt x="697112" y="526192"/>
                  </a:lnTo>
                  <a:lnTo>
                    <a:pt x="698372" y="488442"/>
                  </a:lnTo>
                  <a:lnTo>
                    <a:pt x="698372" y="469276"/>
                  </a:lnTo>
                  <a:lnTo>
                    <a:pt x="698372" y="450088"/>
                  </a:lnTo>
                  <a:lnTo>
                    <a:pt x="698372" y="430899"/>
                  </a:lnTo>
                  <a:lnTo>
                    <a:pt x="698372" y="411733"/>
                  </a:lnTo>
                  <a:lnTo>
                    <a:pt x="691726" y="411733"/>
                  </a:lnTo>
                  <a:lnTo>
                    <a:pt x="685088" y="411733"/>
                  </a:lnTo>
                  <a:lnTo>
                    <a:pt x="678470" y="411733"/>
                  </a:lnTo>
                  <a:lnTo>
                    <a:pt x="671880" y="411733"/>
                  </a:lnTo>
                  <a:lnTo>
                    <a:pt x="671880" y="387159"/>
                  </a:lnTo>
                  <a:lnTo>
                    <a:pt x="671880" y="362585"/>
                  </a:lnTo>
                  <a:lnTo>
                    <a:pt x="671880" y="338010"/>
                  </a:lnTo>
                  <a:lnTo>
                    <a:pt x="671880" y="313436"/>
                  </a:lnTo>
                  <a:lnTo>
                    <a:pt x="710237" y="313436"/>
                  </a:lnTo>
                  <a:lnTo>
                    <a:pt x="748607" y="313436"/>
                  </a:lnTo>
                  <a:lnTo>
                    <a:pt x="786988" y="313436"/>
                  </a:lnTo>
                  <a:lnTo>
                    <a:pt x="825372" y="313436"/>
                  </a:lnTo>
                  <a:lnTo>
                    <a:pt x="825372" y="363074"/>
                  </a:lnTo>
                  <a:lnTo>
                    <a:pt x="825372" y="660780"/>
                  </a:lnTo>
                  <a:lnTo>
                    <a:pt x="804777" y="660780"/>
                  </a:lnTo>
                  <a:lnTo>
                    <a:pt x="784145" y="660780"/>
                  </a:lnTo>
                  <a:lnTo>
                    <a:pt x="763490" y="660780"/>
                  </a:lnTo>
                  <a:lnTo>
                    <a:pt x="742822" y="660780"/>
                  </a:lnTo>
                  <a:lnTo>
                    <a:pt x="739830" y="649180"/>
                  </a:lnTo>
                  <a:lnTo>
                    <a:pt x="736790" y="637603"/>
                  </a:lnTo>
                  <a:lnTo>
                    <a:pt x="733750" y="626026"/>
                  </a:lnTo>
                  <a:lnTo>
                    <a:pt x="730757" y="614426"/>
                  </a:lnTo>
                  <a:lnTo>
                    <a:pt x="723623" y="628467"/>
                  </a:lnTo>
                  <a:lnTo>
                    <a:pt x="697077" y="659256"/>
                  </a:lnTo>
                  <a:lnTo>
                    <a:pt x="648779" y="674370"/>
                  </a:lnTo>
                  <a:lnTo>
                    <a:pt x="632473" y="673115"/>
                  </a:lnTo>
                  <a:lnTo>
                    <a:pt x="587146" y="653542"/>
                  </a:lnTo>
                  <a:lnTo>
                    <a:pt x="551515" y="617483"/>
                  </a:lnTo>
                  <a:lnTo>
                    <a:pt x="531082" y="571579"/>
                  </a:lnTo>
                  <a:lnTo>
                    <a:pt x="522881" y="520225"/>
                  </a:lnTo>
                  <a:lnTo>
                    <a:pt x="520979" y="470191"/>
                  </a:lnTo>
                  <a:lnTo>
                    <a:pt x="520738" y="438912"/>
                  </a:lnTo>
                  <a:lnTo>
                    <a:pt x="520738" y="390884"/>
                  </a:lnTo>
                  <a:lnTo>
                    <a:pt x="520738" y="342820"/>
                  </a:lnTo>
                  <a:lnTo>
                    <a:pt x="520738" y="294733"/>
                  </a:lnTo>
                  <a:lnTo>
                    <a:pt x="520738" y="246633"/>
                  </a:lnTo>
                  <a:lnTo>
                    <a:pt x="521225" y="203434"/>
                  </a:lnTo>
                  <a:lnTo>
                    <a:pt x="525147" y="136084"/>
                  </a:lnTo>
                  <a:lnTo>
                    <a:pt x="534357" y="91412"/>
                  </a:lnTo>
                  <a:lnTo>
                    <a:pt x="556845" y="52986"/>
                  </a:lnTo>
                  <a:lnTo>
                    <a:pt x="593112" y="19502"/>
                  </a:lnTo>
                  <a:lnTo>
                    <a:pt x="640813" y="2151"/>
                  </a:lnTo>
                  <a:lnTo>
                    <a:pt x="668693" y="0"/>
                  </a:lnTo>
                  <a:lnTo>
                    <a:pt x="696288" y="1849"/>
                  </a:lnTo>
                  <a:lnTo>
                    <a:pt x="744240" y="16930"/>
                  </a:lnTo>
                  <a:lnTo>
                    <a:pt x="781633" y="46444"/>
                  </a:lnTo>
                  <a:lnTo>
                    <a:pt x="806453" y="82341"/>
                  </a:lnTo>
                  <a:lnTo>
                    <a:pt x="818890" y="125656"/>
                  </a:lnTo>
                  <a:lnTo>
                    <a:pt x="824656" y="186390"/>
                  </a:lnTo>
                  <a:lnTo>
                    <a:pt x="825372" y="223900"/>
                  </a:lnTo>
                  <a:lnTo>
                    <a:pt x="825372" y="230874"/>
                  </a:lnTo>
                  <a:lnTo>
                    <a:pt x="825372" y="237871"/>
                  </a:lnTo>
                  <a:lnTo>
                    <a:pt x="825372" y="244867"/>
                  </a:lnTo>
                  <a:lnTo>
                    <a:pt x="825372" y="251841"/>
                  </a:lnTo>
                  <a:close/>
                </a:path>
                <a:path w="1859280" h="674369">
                  <a:moveTo>
                    <a:pt x="1169035" y="13589"/>
                  </a:moveTo>
                  <a:lnTo>
                    <a:pt x="1169035" y="13589"/>
                  </a:lnTo>
                  <a:lnTo>
                    <a:pt x="1169035" y="660780"/>
                  </a:lnTo>
                  <a:lnTo>
                    <a:pt x="1140269" y="660780"/>
                  </a:lnTo>
                  <a:lnTo>
                    <a:pt x="1111504" y="660780"/>
                  </a:lnTo>
                  <a:lnTo>
                    <a:pt x="1082738" y="660780"/>
                  </a:lnTo>
                  <a:lnTo>
                    <a:pt x="1053973" y="660780"/>
                  </a:lnTo>
                  <a:lnTo>
                    <a:pt x="1042756" y="611723"/>
                  </a:lnTo>
                  <a:lnTo>
                    <a:pt x="1031381" y="562708"/>
                  </a:lnTo>
                  <a:lnTo>
                    <a:pt x="1019921" y="513715"/>
                  </a:lnTo>
                  <a:lnTo>
                    <a:pt x="1008450" y="464721"/>
                  </a:lnTo>
                  <a:lnTo>
                    <a:pt x="997043" y="415706"/>
                  </a:lnTo>
                  <a:lnTo>
                    <a:pt x="985773" y="366649"/>
                  </a:lnTo>
                  <a:lnTo>
                    <a:pt x="985773" y="415671"/>
                  </a:lnTo>
                  <a:lnTo>
                    <a:pt x="985773" y="464693"/>
                  </a:lnTo>
                  <a:lnTo>
                    <a:pt x="985773" y="513715"/>
                  </a:lnTo>
                  <a:lnTo>
                    <a:pt x="985773" y="562737"/>
                  </a:lnTo>
                  <a:lnTo>
                    <a:pt x="985773" y="611759"/>
                  </a:lnTo>
                  <a:lnTo>
                    <a:pt x="985773" y="660780"/>
                  </a:lnTo>
                  <a:lnTo>
                    <a:pt x="958415" y="660780"/>
                  </a:lnTo>
                  <a:lnTo>
                    <a:pt x="931021" y="660780"/>
                  </a:lnTo>
                  <a:lnTo>
                    <a:pt x="903603" y="660780"/>
                  </a:lnTo>
                  <a:lnTo>
                    <a:pt x="876172" y="660780"/>
                  </a:lnTo>
                  <a:lnTo>
                    <a:pt x="876172" y="611014"/>
                  </a:lnTo>
                  <a:lnTo>
                    <a:pt x="876172" y="13589"/>
                  </a:lnTo>
                  <a:lnTo>
                    <a:pt x="903603" y="13589"/>
                  </a:lnTo>
                  <a:lnTo>
                    <a:pt x="931021" y="13589"/>
                  </a:lnTo>
                  <a:lnTo>
                    <a:pt x="958415" y="13589"/>
                  </a:lnTo>
                  <a:lnTo>
                    <a:pt x="985773" y="13589"/>
                  </a:lnTo>
                  <a:lnTo>
                    <a:pt x="997933" y="62201"/>
                  </a:lnTo>
                  <a:lnTo>
                    <a:pt x="1010233" y="110772"/>
                  </a:lnTo>
                  <a:lnTo>
                    <a:pt x="1022604" y="159321"/>
                  </a:lnTo>
                  <a:lnTo>
                    <a:pt x="1034974" y="207870"/>
                  </a:lnTo>
                  <a:lnTo>
                    <a:pt x="1047274" y="256441"/>
                  </a:lnTo>
                  <a:lnTo>
                    <a:pt x="1059434" y="305053"/>
                  </a:lnTo>
                  <a:lnTo>
                    <a:pt x="1059434" y="256476"/>
                  </a:lnTo>
                  <a:lnTo>
                    <a:pt x="1059434" y="13589"/>
                  </a:lnTo>
                  <a:lnTo>
                    <a:pt x="1086792" y="13589"/>
                  </a:lnTo>
                  <a:lnTo>
                    <a:pt x="1114186" y="13589"/>
                  </a:lnTo>
                  <a:lnTo>
                    <a:pt x="1141604" y="13589"/>
                  </a:lnTo>
                  <a:lnTo>
                    <a:pt x="1169035" y="13589"/>
                  </a:lnTo>
                  <a:close/>
                </a:path>
                <a:path w="1859280" h="674369">
                  <a:moveTo>
                    <a:pt x="1521333" y="392556"/>
                  </a:moveTo>
                  <a:lnTo>
                    <a:pt x="1521082" y="437824"/>
                  </a:lnTo>
                  <a:lnTo>
                    <a:pt x="1519297" y="506785"/>
                  </a:lnTo>
                  <a:lnTo>
                    <a:pt x="1515052" y="550412"/>
                  </a:lnTo>
                  <a:lnTo>
                    <a:pt x="1503777" y="587611"/>
                  </a:lnTo>
                  <a:lnTo>
                    <a:pt x="1473184" y="634539"/>
                  </a:lnTo>
                  <a:lnTo>
                    <a:pt x="1427666" y="664404"/>
                  </a:lnTo>
                  <a:lnTo>
                    <a:pt x="1390257" y="673286"/>
                  </a:lnTo>
                  <a:lnTo>
                    <a:pt x="1369695" y="674370"/>
                  </a:lnTo>
                  <a:lnTo>
                    <a:pt x="1349879" y="673352"/>
                  </a:lnTo>
                  <a:lnTo>
                    <a:pt x="1297051" y="657225"/>
                  </a:lnTo>
                  <a:lnTo>
                    <a:pt x="1255581" y="622452"/>
                  </a:lnTo>
                  <a:lnTo>
                    <a:pt x="1236259" y="589000"/>
                  </a:lnTo>
                  <a:lnTo>
                    <a:pt x="1224532" y="552150"/>
                  </a:lnTo>
                  <a:lnTo>
                    <a:pt x="1220073" y="508732"/>
                  </a:lnTo>
                  <a:lnTo>
                    <a:pt x="1218168" y="438838"/>
                  </a:lnTo>
                  <a:lnTo>
                    <a:pt x="1217930" y="392556"/>
                  </a:lnTo>
                  <a:lnTo>
                    <a:pt x="1217930" y="364912"/>
                  </a:lnTo>
                  <a:lnTo>
                    <a:pt x="1217930" y="337232"/>
                  </a:lnTo>
                  <a:lnTo>
                    <a:pt x="1217930" y="309528"/>
                  </a:lnTo>
                  <a:lnTo>
                    <a:pt x="1217930" y="281813"/>
                  </a:lnTo>
                  <a:lnTo>
                    <a:pt x="1218168" y="236539"/>
                  </a:lnTo>
                  <a:lnTo>
                    <a:pt x="1218882" y="198421"/>
                  </a:lnTo>
                  <a:lnTo>
                    <a:pt x="1221740" y="143509"/>
                  </a:lnTo>
                  <a:lnTo>
                    <a:pt x="1228915" y="104917"/>
                  </a:lnTo>
                  <a:lnTo>
                    <a:pt x="1244092" y="69469"/>
                  </a:lnTo>
                  <a:lnTo>
                    <a:pt x="1279614" y="28070"/>
                  </a:lnTo>
                  <a:lnTo>
                    <a:pt x="1329626" y="4445"/>
                  </a:lnTo>
                  <a:lnTo>
                    <a:pt x="1369695" y="0"/>
                  </a:lnTo>
                  <a:lnTo>
                    <a:pt x="1389479" y="1029"/>
                  </a:lnTo>
                  <a:lnTo>
                    <a:pt x="1442592" y="16764"/>
                  </a:lnTo>
                  <a:lnTo>
                    <a:pt x="1483669" y="51964"/>
                  </a:lnTo>
                  <a:lnTo>
                    <a:pt x="1502933" y="85387"/>
                  </a:lnTo>
                  <a:lnTo>
                    <a:pt x="1514728" y="122273"/>
                  </a:lnTo>
                  <a:lnTo>
                    <a:pt x="1519189" y="165655"/>
                  </a:lnTo>
                  <a:lnTo>
                    <a:pt x="1521079" y="235584"/>
                  </a:lnTo>
                  <a:lnTo>
                    <a:pt x="1521333" y="281813"/>
                  </a:lnTo>
                  <a:lnTo>
                    <a:pt x="1521333" y="309528"/>
                  </a:lnTo>
                  <a:lnTo>
                    <a:pt x="1521333" y="337232"/>
                  </a:lnTo>
                  <a:lnTo>
                    <a:pt x="1521333" y="364912"/>
                  </a:lnTo>
                  <a:lnTo>
                    <a:pt x="1521333" y="392556"/>
                  </a:lnTo>
                  <a:close/>
                </a:path>
                <a:path w="1859280" h="674369">
                  <a:moveTo>
                    <a:pt x="1390142" y="179958"/>
                  </a:moveTo>
                  <a:lnTo>
                    <a:pt x="1387998" y="130292"/>
                  </a:lnTo>
                  <a:lnTo>
                    <a:pt x="1378330" y="109600"/>
                  </a:lnTo>
                  <a:lnTo>
                    <a:pt x="1370203" y="109600"/>
                  </a:lnTo>
                  <a:lnTo>
                    <a:pt x="1363345" y="109600"/>
                  </a:lnTo>
                  <a:lnTo>
                    <a:pt x="1349349" y="157440"/>
                  </a:lnTo>
                  <a:lnTo>
                    <a:pt x="1348993" y="179958"/>
                  </a:lnTo>
                  <a:lnTo>
                    <a:pt x="1348993" y="230270"/>
                  </a:lnTo>
                  <a:lnTo>
                    <a:pt x="1348993" y="280613"/>
                  </a:lnTo>
                  <a:lnTo>
                    <a:pt x="1348993" y="330977"/>
                  </a:lnTo>
                  <a:lnTo>
                    <a:pt x="1348993" y="381352"/>
                  </a:lnTo>
                  <a:lnTo>
                    <a:pt x="1348993" y="431727"/>
                  </a:lnTo>
                  <a:lnTo>
                    <a:pt x="1348993" y="482092"/>
                  </a:lnTo>
                  <a:lnTo>
                    <a:pt x="1349249" y="507575"/>
                  </a:lnTo>
                  <a:lnTo>
                    <a:pt x="1352804" y="551688"/>
                  </a:lnTo>
                  <a:lnTo>
                    <a:pt x="1360551" y="564896"/>
                  </a:lnTo>
                  <a:lnTo>
                    <a:pt x="1369314" y="564896"/>
                  </a:lnTo>
                  <a:lnTo>
                    <a:pt x="1378330" y="564896"/>
                  </a:lnTo>
                  <a:lnTo>
                    <a:pt x="1389189" y="523970"/>
                  </a:lnTo>
                  <a:lnTo>
                    <a:pt x="1390142" y="477393"/>
                  </a:lnTo>
                  <a:lnTo>
                    <a:pt x="1390142" y="427800"/>
                  </a:lnTo>
                  <a:lnTo>
                    <a:pt x="1390142" y="378210"/>
                  </a:lnTo>
                  <a:lnTo>
                    <a:pt x="1390142" y="328628"/>
                  </a:lnTo>
                  <a:lnTo>
                    <a:pt x="1390142" y="279056"/>
                  </a:lnTo>
                  <a:lnTo>
                    <a:pt x="1390142" y="229498"/>
                  </a:lnTo>
                  <a:lnTo>
                    <a:pt x="1390142" y="179958"/>
                  </a:lnTo>
                  <a:close/>
                </a:path>
                <a:path w="1859280" h="674369">
                  <a:moveTo>
                    <a:pt x="1848103" y="209550"/>
                  </a:moveTo>
                  <a:lnTo>
                    <a:pt x="1817625" y="209550"/>
                  </a:lnTo>
                  <a:lnTo>
                    <a:pt x="1787159" y="209550"/>
                  </a:lnTo>
                  <a:lnTo>
                    <a:pt x="1756717" y="209550"/>
                  </a:lnTo>
                  <a:lnTo>
                    <a:pt x="1726311" y="209550"/>
                  </a:lnTo>
                  <a:lnTo>
                    <a:pt x="1726311" y="197548"/>
                  </a:lnTo>
                  <a:lnTo>
                    <a:pt x="1726311" y="185547"/>
                  </a:lnTo>
                  <a:lnTo>
                    <a:pt x="1726311" y="173545"/>
                  </a:lnTo>
                  <a:lnTo>
                    <a:pt x="1726311" y="161544"/>
                  </a:lnTo>
                  <a:lnTo>
                    <a:pt x="1726005" y="146230"/>
                  </a:lnTo>
                  <a:lnTo>
                    <a:pt x="1713102" y="109600"/>
                  </a:lnTo>
                  <a:lnTo>
                    <a:pt x="1705990" y="109600"/>
                  </a:lnTo>
                  <a:lnTo>
                    <a:pt x="1698243" y="109600"/>
                  </a:lnTo>
                  <a:lnTo>
                    <a:pt x="1682406" y="148066"/>
                  </a:lnTo>
                  <a:lnTo>
                    <a:pt x="1681988" y="159893"/>
                  </a:lnTo>
                  <a:lnTo>
                    <a:pt x="1682412" y="175103"/>
                  </a:lnTo>
                  <a:lnTo>
                    <a:pt x="1693384" y="217191"/>
                  </a:lnTo>
                  <a:lnTo>
                    <a:pt x="1725549" y="248284"/>
                  </a:lnTo>
                  <a:lnTo>
                    <a:pt x="1765264" y="280296"/>
                  </a:lnTo>
                  <a:lnTo>
                    <a:pt x="1797050" y="309022"/>
                  </a:lnTo>
                  <a:lnTo>
                    <a:pt x="1836165" y="357377"/>
                  </a:lnTo>
                  <a:lnTo>
                    <a:pt x="1853199" y="413242"/>
                  </a:lnTo>
                  <a:lnTo>
                    <a:pt x="1858899" y="495300"/>
                  </a:lnTo>
                  <a:lnTo>
                    <a:pt x="1858115" y="527522"/>
                  </a:lnTo>
                  <a:lnTo>
                    <a:pt x="1851880" y="578488"/>
                  </a:lnTo>
                  <a:lnTo>
                    <a:pt x="1827863" y="627316"/>
                  </a:lnTo>
                  <a:lnTo>
                    <a:pt x="1797558" y="652018"/>
                  </a:lnTo>
                  <a:lnTo>
                    <a:pt x="1758664" y="668813"/>
                  </a:lnTo>
                  <a:lnTo>
                    <a:pt x="1713484" y="674370"/>
                  </a:lnTo>
                  <a:lnTo>
                    <a:pt x="1688060" y="672828"/>
                  </a:lnTo>
                  <a:lnTo>
                    <a:pt x="1643118" y="660171"/>
                  </a:lnTo>
                  <a:lnTo>
                    <a:pt x="1606750" y="634984"/>
                  </a:lnTo>
                  <a:lnTo>
                    <a:pt x="1582243" y="602551"/>
                  </a:lnTo>
                  <a:lnTo>
                    <a:pt x="1569799" y="561738"/>
                  </a:lnTo>
                  <a:lnTo>
                    <a:pt x="1564084" y="505592"/>
                  </a:lnTo>
                  <a:lnTo>
                    <a:pt x="1563370" y="471424"/>
                  </a:lnTo>
                  <a:lnTo>
                    <a:pt x="1563370" y="460777"/>
                  </a:lnTo>
                  <a:lnTo>
                    <a:pt x="1563370" y="450167"/>
                  </a:lnTo>
                  <a:lnTo>
                    <a:pt x="1563370" y="439580"/>
                  </a:lnTo>
                  <a:lnTo>
                    <a:pt x="1563370" y="429005"/>
                  </a:lnTo>
                  <a:lnTo>
                    <a:pt x="1593776" y="429005"/>
                  </a:lnTo>
                  <a:lnTo>
                    <a:pt x="1624218" y="429005"/>
                  </a:lnTo>
                  <a:lnTo>
                    <a:pt x="1654684" y="429005"/>
                  </a:lnTo>
                  <a:lnTo>
                    <a:pt x="1685163" y="429005"/>
                  </a:lnTo>
                  <a:lnTo>
                    <a:pt x="1685163" y="448702"/>
                  </a:lnTo>
                  <a:lnTo>
                    <a:pt x="1685163" y="468375"/>
                  </a:lnTo>
                  <a:lnTo>
                    <a:pt x="1685163" y="488049"/>
                  </a:lnTo>
                  <a:lnTo>
                    <a:pt x="1685163" y="507746"/>
                  </a:lnTo>
                  <a:lnTo>
                    <a:pt x="1685514" y="524371"/>
                  </a:lnTo>
                  <a:lnTo>
                    <a:pt x="1699767" y="564896"/>
                  </a:lnTo>
                  <a:lnTo>
                    <a:pt x="1708530" y="564896"/>
                  </a:lnTo>
                  <a:lnTo>
                    <a:pt x="1717293" y="564896"/>
                  </a:lnTo>
                  <a:lnTo>
                    <a:pt x="1733893" y="524613"/>
                  </a:lnTo>
                  <a:lnTo>
                    <a:pt x="1734312" y="512445"/>
                  </a:lnTo>
                  <a:lnTo>
                    <a:pt x="1733551" y="486435"/>
                  </a:lnTo>
                  <a:lnTo>
                    <a:pt x="1722247" y="437769"/>
                  </a:lnTo>
                  <a:lnTo>
                    <a:pt x="1682992" y="398299"/>
                  </a:lnTo>
                  <a:lnTo>
                    <a:pt x="1638532" y="359558"/>
                  </a:lnTo>
                  <a:lnTo>
                    <a:pt x="1620218" y="343042"/>
                  </a:lnTo>
                  <a:lnTo>
                    <a:pt x="1588492" y="308312"/>
                  </a:lnTo>
                  <a:lnTo>
                    <a:pt x="1569847" y="266700"/>
                  </a:lnTo>
                  <a:lnTo>
                    <a:pt x="1561957" y="228917"/>
                  </a:lnTo>
                  <a:lnTo>
                    <a:pt x="1559305" y="181991"/>
                  </a:lnTo>
                  <a:lnTo>
                    <a:pt x="1560272" y="147250"/>
                  </a:lnTo>
                  <a:lnTo>
                    <a:pt x="1567824" y="92819"/>
                  </a:lnTo>
                  <a:lnTo>
                    <a:pt x="1582608" y="56969"/>
                  </a:lnTo>
                  <a:lnTo>
                    <a:pt x="1621917" y="19303"/>
                  </a:lnTo>
                  <a:lnTo>
                    <a:pt x="1658413" y="4746"/>
                  </a:lnTo>
                  <a:lnTo>
                    <a:pt x="1701673" y="0"/>
                  </a:lnTo>
                  <a:lnTo>
                    <a:pt x="1726307" y="1313"/>
                  </a:lnTo>
                  <a:lnTo>
                    <a:pt x="1770002" y="11894"/>
                  </a:lnTo>
                  <a:lnTo>
                    <a:pt x="1805293" y="32523"/>
                  </a:lnTo>
                  <a:lnTo>
                    <a:pt x="1836547" y="74422"/>
                  </a:lnTo>
                  <a:lnTo>
                    <a:pt x="1845182" y="117919"/>
                  </a:lnTo>
                  <a:lnTo>
                    <a:pt x="1848103" y="183896"/>
                  </a:lnTo>
                  <a:lnTo>
                    <a:pt x="1848103" y="190279"/>
                  </a:lnTo>
                  <a:lnTo>
                    <a:pt x="1848103" y="196675"/>
                  </a:lnTo>
                  <a:lnTo>
                    <a:pt x="1848103" y="203094"/>
                  </a:lnTo>
                  <a:lnTo>
                    <a:pt x="1848103" y="209550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781680" y="728725"/>
            <a:ext cx="639445" cy="676275"/>
            <a:chOff x="2781680" y="728725"/>
            <a:chExt cx="639445" cy="676275"/>
          </a:xfrm>
        </p:grpSpPr>
        <p:sp>
          <p:nvSpPr>
            <p:cNvPr id="8" name="object 8"/>
            <p:cNvSpPr/>
            <p:nvPr/>
          </p:nvSpPr>
          <p:spPr>
            <a:xfrm>
              <a:off x="2791320" y="738250"/>
              <a:ext cx="620395" cy="657225"/>
            </a:xfrm>
            <a:custGeom>
              <a:avLst/>
              <a:gdLst/>
              <a:ahLst/>
              <a:cxnLst/>
              <a:rect l="l" t="t" r="r" b="b"/>
              <a:pathLst>
                <a:path w="620395" h="657225">
                  <a:moveTo>
                    <a:pt x="289953" y="0"/>
                  </a:moveTo>
                  <a:lnTo>
                    <a:pt x="164096" y="0"/>
                  </a:lnTo>
                  <a:lnTo>
                    <a:pt x="164096" y="150749"/>
                  </a:lnTo>
                  <a:lnTo>
                    <a:pt x="164096" y="250317"/>
                  </a:lnTo>
                  <a:lnTo>
                    <a:pt x="164096" y="495681"/>
                  </a:lnTo>
                  <a:lnTo>
                    <a:pt x="163957" y="506476"/>
                  </a:lnTo>
                  <a:lnTo>
                    <a:pt x="163855" y="515785"/>
                  </a:lnTo>
                  <a:lnTo>
                    <a:pt x="157365" y="558927"/>
                  </a:lnTo>
                  <a:lnTo>
                    <a:pt x="152031" y="562864"/>
                  </a:lnTo>
                  <a:lnTo>
                    <a:pt x="136791" y="562864"/>
                  </a:lnTo>
                  <a:lnTo>
                    <a:pt x="125996" y="524878"/>
                  </a:lnTo>
                  <a:lnTo>
                    <a:pt x="125742" y="250317"/>
                  </a:lnTo>
                  <a:lnTo>
                    <a:pt x="125984" y="236855"/>
                  </a:lnTo>
                  <a:lnTo>
                    <a:pt x="125996" y="236067"/>
                  </a:lnTo>
                  <a:lnTo>
                    <a:pt x="126695" y="225894"/>
                  </a:lnTo>
                  <a:lnTo>
                    <a:pt x="126784" y="224536"/>
                  </a:lnTo>
                  <a:lnTo>
                    <a:pt x="128092" y="215785"/>
                  </a:lnTo>
                  <a:lnTo>
                    <a:pt x="129933" y="209804"/>
                  </a:lnTo>
                  <a:lnTo>
                    <a:pt x="132346" y="203835"/>
                  </a:lnTo>
                  <a:lnTo>
                    <a:pt x="137299" y="201168"/>
                  </a:lnTo>
                  <a:lnTo>
                    <a:pt x="152539" y="201168"/>
                  </a:lnTo>
                  <a:lnTo>
                    <a:pt x="163804" y="236067"/>
                  </a:lnTo>
                  <a:lnTo>
                    <a:pt x="163855" y="236855"/>
                  </a:lnTo>
                  <a:lnTo>
                    <a:pt x="164096" y="250317"/>
                  </a:lnTo>
                  <a:lnTo>
                    <a:pt x="164096" y="150749"/>
                  </a:lnTo>
                  <a:lnTo>
                    <a:pt x="128917" y="117983"/>
                  </a:lnTo>
                  <a:lnTo>
                    <a:pt x="85991" y="107061"/>
                  </a:lnTo>
                  <a:lnTo>
                    <a:pt x="71374" y="108267"/>
                  </a:lnTo>
                  <a:lnTo>
                    <a:pt x="34048" y="126365"/>
                  </a:lnTo>
                  <a:lnTo>
                    <a:pt x="10185" y="159105"/>
                  </a:lnTo>
                  <a:lnTo>
                    <a:pt x="1536" y="206082"/>
                  </a:lnTo>
                  <a:lnTo>
                    <a:pt x="0" y="250317"/>
                  </a:lnTo>
                  <a:lnTo>
                    <a:pt x="25" y="515785"/>
                  </a:lnTo>
                  <a:lnTo>
                    <a:pt x="165" y="524878"/>
                  </a:lnTo>
                  <a:lnTo>
                    <a:pt x="266" y="531736"/>
                  </a:lnTo>
                  <a:lnTo>
                    <a:pt x="3517" y="576300"/>
                  </a:lnTo>
                  <a:lnTo>
                    <a:pt x="16078" y="615480"/>
                  </a:lnTo>
                  <a:lnTo>
                    <a:pt x="44716" y="645706"/>
                  </a:lnTo>
                  <a:lnTo>
                    <a:pt x="84340" y="656844"/>
                  </a:lnTo>
                  <a:lnTo>
                    <a:pt x="95148" y="656107"/>
                  </a:lnTo>
                  <a:lnTo>
                    <a:pt x="135991" y="638060"/>
                  </a:lnTo>
                  <a:lnTo>
                    <a:pt x="164096" y="608838"/>
                  </a:lnTo>
                  <a:lnTo>
                    <a:pt x="164096" y="647192"/>
                  </a:lnTo>
                  <a:lnTo>
                    <a:pt x="289953" y="647192"/>
                  </a:lnTo>
                  <a:lnTo>
                    <a:pt x="289953" y="608838"/>
                  </a:lnTo>
                  <a:lnTo>
                    <a:pt x="289953" y="562864"/>
                  </a:lnTo>
                  <a:lnTo>
                    <a:pt x="289953" y="201168"/>
                  </a:lnTo>
                  <a:lnTo>
                    <a:pt x="289953" y="150749"/>
                  </a:lnTo>
                  <a:lnTo>
                    <a:pt x="289953" y="0"/>
                  </a:lnTo>
                  <a:close/>
                </a:path>
                <a:path w="620395" h="657225">
                  <a:moveTo>
                    <a:pt x="620153" y="320929"/>
                  </a:moveTo>
                  <a:lnTo>
                    <a:pt x="619760" y="305054"/>
                  </a:lnTo>
                  <a:lnTo>
                    <a:pt x="619252" y="284454"/>
                  </a:lnTo>
                  <a:lnTo>
                    <a:pt x="616623" y="252336"/>
                  </a:lnTo>
                  <a:lnTo>
                    <a:pt x="606437" y="201168"/>
                  </a:lnTo>
                  <a:lnTo>
                    <a:pt x="587298" y="162750"/>
                  </a:lnTo>
                  <a:lnTo>
                    <a:pt x="558177" y="132715"/>
                  </a:lnTo>
                  <a:lnTo>
                    <a:pt x="519036" y="113372"/>
                  </a:lnTo>
                  <a:lnTo>
                    <a:pt x="494042" y="108508"/>
                  </a:lnTo>
                  <a:lnTo>
                    <a:pt x="494042" y="266192"/>
                  </a:lnTo>
                  <a:lnTo>
                    <a:pt x="494042" y="305054"/>
                  </a:lnTo>
                  <a:lnTo>
                    <a:pt x="457212" y="305054"/>
                  </a:lnTo>
                  <a:lnTo>
                    <a:pt x="457212" y="266192"/>
                  </a:lnTo>
                  <a:lnTo>
                    <a:pt x="458978" y="218376"/>
                  </a:lnTo>
                  <a:lnTo>
                    <a:pt x="467880" y="201168"/>
                  </a:lnTo>
                  <a:lnTo>
                    <a:pt x="483755" y="201168"/>
                  </a:lnTo>
                  <a:lnTo>
                    <a:pt x="493712" y="245910"/>
                  </a:lnTo>
                  <a:lnTo>
                    <a:pt x="493788" y="247396"/>
                  </a:lnTo>
                  <a:lnTo>
                    <a:pt x="494042" y="266192"/>
                  </a:lnTo>
                  <a:lnTo>
                    <a:pt x="494042" y="108508"/>
                  </a:lnTo>
                  <a:lnTo>
                    <a:pt x="470674" y="107061"/>
                  </a:lnTo>
                  <a:lnTo>
                    <a:pt x="449580" y="108394"/>
                  </a:lnTo>
                  <a:lnTo>
                    <a:pt x="411200" y="119011"/>
                  </a:lnTo>
                  <a:lnTo>
                    <a:pt x="378548" y="140347"/>
                  </a:lnTo>
                  <a:lnTo>
                    <a:pt x="354495" y="171018"/>
                  </a:lnTo>
                  <a:lnTo>
                    <a:pt x="339763" y="211899"/>
                  </a:lnTo>
                  <a:lnTo>
                    <a:pt x="332384" y="266192"/>
                  </a:lnTo>
                  <a:lnTo>
                    <a:pt x="332308" y="266903"/>
                  </a:lnTo>
                  <a:lnTo>
                    <a:pt x="331355" y="299847"/>
                  </a:lnTo>
                  <a:lnTo>
                    <a:pt x="331355" y="454533"/>
                  </a:lnTo>
                  <a:lnTo>
                    <a:pt x="332994" y="506095"/>
                  </a:lnTo>
                  <a:lnTo>
                    <a:pt x="337959" y="544449"/>
                  </a:lnTo>
                  <a:lnTo>
                    <a:pt x="353771" y="587997"/>
                  </a:lnTo>
                  <a:lnTo>
                    <a:pt x="381939" y="624319"/>
                  </a:lnTo>
                  <a:lnTo>
                    <a:pt x="424738" y="648601"/>
                  </a:lnTo>
                  <a:lnTo>
                    <a:pt x="479298" y="656844"/>
                  </a:lnTo>
                  <a:lnTo>
                    <a:pt x="497840" y="655955"/>
                  </a:lnTo>
                  <a:lnTo>
                    <a:pt x="498703" y="655955"/>
                  </a:lnTo>
                  <a:lnTo>
                    <a:pt x="548017" y="641604"/>
                  </a:lnTo>
                  <a:lnTo>
                    <a:pt x="583374" y="610946"/>
                  </a:lnTo>
                  <a:lnTo>
                    <a:pt x="607225" y="567715"/>
                  </a:lnTo>
                  <a:lnTo>
                    <a:pt x="608952" y="562864"/>
                  </a:lnTo>
                  <a:lnTo>
                    <a:pt x="612152" y="553885"/>
                  </a:lnTo>
                  <a:lnTo>
                    <a:pt x="618947" y="508406"/>
                  </a:lnTo>
                  <a:lnTo>
                    <a:pt x="620153" y="464947"/>
                  </a:lnTo>
                  <a:lnTo>
                    <a:pt x="620153" y="425704"/>
                  </a:lnTo>
                  <a:lnTo>
                    <a:pt x="500900" y="425704"/>
                  </a:lnTo>
                  <a:lnTo>
                    <a:pt x="500900" y="495681"/>
                  </a:lnTo>
                  <a:lnTo>
                    <a:pt x="500722" y="506095"/>
                  </a:lnTo>
                  <a:lnTo>
                    <a:pt x="500710" y="506730"/>
                  </a:lnTo>
                  <a:lnTo>
                    <a:pt x="500583" y="513842"/>
                  </a:lnTo>
                  <a:lnTo>
                    <a:pt x="499859" y="525868"/>
                  </a:lnTo>
                  <a:lnTo>
                    <a:pt x="499770" y="527405"/>
                  </a:lnTo>
                  <a:lnTo>
                    <a:pt x="499694" y="528726"/>
                  </a:lnTo>
                  <a:lnTo>
                    <a:pt x="498221" y="540385"/>
                  </a:lnTo>
                  <a:lnTo>
                    <a:pt x="496201" y="548894"/>
                  </a:lnTo>
                  <a:lnTo>
                    <a:pt x="492760" y="558165"/>
                  </a:lnTo>
                  <a:lnTo>
                    <a:pt x="486549" y="562864"/>
                  </a:lnTo>
                  <a:lnTo>
                    <a:pt x="469150" y="562864"/>
                  </a:lnTo>
                  <a:lnTo>
                    <a:pt x="457454" y="522528"/>
                  </a:lnTo>
                  <a:lnTo>
                    <a:pt x="457212" y="391414"/>
                  </a:lnTo>
                  <a:lnTo>
                    <a:pt x="620153" y="391414"/>
                  </a:lnTo>
                  <a:lnTo>
                    <a:pt x="620153" y="32092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91205" y="738250"/>
              <a:ext cx="620395" cy="657225"/>
            </a:xfrm>
            <a:custGeom>
              <a:avLst/>
              <a:gdLst/>
              <a:ahLst/>
              <a:cxnLst/>
              <a:rect l="l" t="t" r="r" b="b"/>
              <a:pathLst>
                <a:path w="620395" h="657225">
                  <a:moveTo>
                    <a:pt x="290068" y="0"/>
                  </a:moveTo>
                  <a:lnTo>
                    <a:pt x="290068" y="0"/>
                  </a:lnTo>
                  <a:lnTo>
                    <a:pt x="290068" y="647191"/>
                  </a:lnTo>
                  <a:lnTo>
                    <a:pt x="258633" y="647191"/>
                  </a:lnTo>
                  <a:lnTo>
                    <a:pt x="227187" y="647191"/>
                  </a:lnTo>
                  <a:lnTo>
                    <a:pt x="195716" y="647191"/>
                  </a:lnTo>
                  <a:lnTo>
                    <a:pt x="164211" y="647191"/>
                  </a:lnTo>
                  <a:lnTo>
                    <a:pt x="164211" y="637591"/>
                  </a:lnTo>
                  <a:lnTo>
                    <a:pt x="164211" y="628014"/>
                  </a:lnTo>
                  <a:lnTo>
                    <a:pt x="164211" y="618438"/>
                  </a:lnTo>
                  <a:lnTo>
                    <a:pt x="164211" y="608837"/>
                  </a:lnTo>
                  <a:lnTo>
                    <a:pt x="155116" y="620117"/>
                  </a:lnTo>
                  <a:lnTo>
                    <a:pt x="116137" y="650146"/>
                  </a:lnTo>
                  <a:lnTo>
                    <a:pt x="84455" y="656843"/>
                  </a:lnTo>
                  <a:lnTo>
                    <a:pt x="70266" y="655637"/>
                  </a:lnTo>
                  <a:lnTo>
                    <a:pt x="33655" y="636777"/>
                  </a:lnTo>
                  <a:lnTo>
                    <a:pt x="10294" y="603773"/>
                  </a:lnTo>
                  <a:lnTo>
                    <a:pt x="1650" y="557133"/>
                  </a:lnTo>
                  <a:lnTo>
                    <a:pt x="0" y="506475"/>
                  </a:lnTo>
                  <a:lnTo>
                    <a:pt x="0" y="456806"/>
                  </a:lnTo>
                  <a:lnTo>
                    <a:pt x="0" y="407155"/>
                  </a:lnTo>
                  <a:lnTo>
                    <a:pt x="0" y="357511"/>
                  </a:lnTo>
                  <a:lnTo>
                    <a:pt x="0" y="307860"/>
                  </a:lnTo>
                  <a:lnTo>
                    <a:pt x="0" y="258190"/>
                  </a:lnTo>
                  <a:lnTo>
                    <a:pt x="420" y="229923"/>
                  </a:lnTo>
                  <a:lnTo>
                    <a:pt x="3643" y="186628"/>
                  </a:lnTo>
                  <a:lnTo>
                    <a:pt x="16256" y="147494"/>
                  </a:lnTo>
                  <a:lnTo>
                    <a:pt x="45493" y="117883"/>
                  </a:lnTo>
                  <a:lnTo>
                    <a:pt x="86106" y="107060"/>
                  </a:lnTo>
                  <a:lnTo>
                    <a:pt x="97528" y="107731"/>
                  </a:lnTo>
                  <a:lnTo>
                    <a:pt x="138422" y="124263"/>
                  </a:lnTo>
                  <a:lnTo>
                    <a:pt x="164211" y="150749"/>
                  </a:lnTo>
                  <a:lnTo>
                    <a:pt x="164211" y="113049"/>
                  </a:lnTo>
                  <a:lnTo>
                    <a:pt x="164211" y="75374"/>
                  </a:lnTo>
                  <a:lnTo>
                    <a:pt x="164211" y="37699"/>
                  </a:lnTo>
                  <a:lnTo>
                    <a:pt x="164211" y="0"/>
                  </a:lnTo>
                  <a:lnTo>
                    <a:pt x="195716" y="0"/>
                  </a:lnTo>
                  <a:lnTo>
                    <a:pt x="227187" y="0"/>
                  </a:lnTo>
                  <a:lnTo>
                    <a:pt x="258633" y="0"/>
                  </a:lnTo>
                  <a:lnTo>
                    <a:pt x="290068" y="0"/>
                  </a:lnTo>
                  <a:close/>
                </a:path>
                <a:path w="620395" h="657225">
                  <a:moveTo>
                    <a:pt x="164211" y="250316"/>
                  </a:moveTo>
                  <a:lnTo>
                    <a:pt x="160527" y="211074"/>
                  </a:lnTo>
                  <a:lnTo>
                    <a:pt x="152654" y="201167"/>
                  </a:lnTo>
                  <a:lnTo>
                    <a:pt x="144906" y="201167"/>
                  </a:lnTo>
                  <a:lnTo>
                    <a:pt x="137413" y="201167"/>
                  </a:lnTo>
                  <a:lnTo>
                    <a:pt x="125856" y="250316"/>
                  </a:lnTo>
                  <a:lnTo>
                    <a:pt x="125856" y="302285"/>
                  </a:lnTo>
                  <a:lnTo>
                    <a:pt x="125856" y="354253"/>
                  </a:lnTo>
                  <a:lnTo>
                    <a:pt x="125856" y="406222"/>
                  </a:lnTo>
                  <a:lnTo>
                    <a:pt x="125856" y="458190"/>
                  </a:lnTo>
                  <a:lnTo>
                    <a:pt x="125856" y="510158"/>
                  </a:lnTo>
                  <a:lnTo>
                    <a:pt x="126112" y="524875"/>
                  </a:lnTo>
                  <a:lnTo>
                    <a:pt x="136906" y="562863"/>
                  </a:lnTo>
                  <a:lnTo>
                    <a:pt x="144018" y="562863"/>
                  </a:lnTo>
                  <a:lnTo>
                    <a:pt x="152145" y="562863"/>
                  </a:lnTo>
                  <a:lnTo>
                    <a:pt x="163970" y="515784"/>
                  </a:lnTo>
                  <a:lnTo>
                    <a:pt x="164211" y="495680"/>
                  </a:lnTo>
                  <a:lnTo>
                    <a:pt x="164211" y="446596"/>
                  </a:lnTo>
                  <a:lnTo>
                    <a:pt x="164211" y="397498"/>
                  </a:lnTo>
                  <a:lnTo>
                    <a:pt x="164211" y="348407"/>
                  </a:lnTo>
                  <a:lnTo>
                    <a:pt x="164211" y="299341"/>
                  </a:lnTo>
                  <a:lnTo>
                    <a:pt x="164211" y="250316"/>
                  </a:lnTo>
                  <a:close/>
                </a:path>
                <a:path w="620395" h="657225">
                  <a:moveTo>
                    <a:pt x="620268" y="391413"/>
                  </a:moveTo>
                  <a:lnTo>
                    <a:pt x="579574" y="391413"/>
                  </a:lnTo>
                  <a:lnTo>
                    <a:pt x="538845" y="391413"/>
                  </a:lnTo>
                  <a:lnTo>
                    <a:pt x="498092" y="391413"/>
                  </a:lnTo>
                  <a:lnTo>
                    <a:pt x="457326" y="391413"/>
                  </a:lnTo>
                  <a:lnTo>
                    <a:pt x="457326" y="420084"/>
                  </a:lnTo>
                  <a:lnTo>
                    <a:pt x="457326" y="448754"/>
                  </a:lnTo>
                  <a:lnTo>
                    <a:pt x="457326" y="477424"/>
                  </a:lnTo>
                  <a:lnTo>
                    <a:pt x="457326" y="506094"/>
                  </a:lnTo>
                  <a:lnTo>
                    <a:pt x="457569" y="522517"/>
                  </a:lnTo>
                  <a:lnTo>
                    <a:pt x="469265" y="562863"/>
                  </a:lnTo>
                  <a:lnTo>
                    <a:pt x="477011" y="562863"/>
                  </a:lnTo>
                  <a:lnTo>
                    <a:pt x="486664" y="562863"/>
                  </a:lnTo>
                  <a:lnTo>
                    <a:pt x="500709" y="513836"/>
                  </a:lnTo>
                  <a:lnTo>
                    <a:pt x="501015" y="495680"/>
                  </a:lnTo>
                  <a:lnTo>
                    <a:pt x="501015" y="478228"/>
                  </a:lnTo>
                  <a:lnTo>
                    <a:pt x="501015" y="460740"/>
                  </a:lnTo>
                  <a:lnTo>
                    <a:pt x="501015" y="443228"/>
                  </a:lnTo>
                  <a:lnTo>
                    <a:pt x="501015" y="425703"/>
                  </a:lnTo>
                  <a:lnTo>
                    <a:pt x="530828" y="425703"/>
                  </a:lnTo>
                  <a:lnTo>
                    <a:pt x="560641" y="425703"/>
                  </a:lnTo>
                  <a:lnTo>
                    <a:pt x="590454" y="425703"/>
                  </a:lnTo>
                  <a:lnTo>
                    <a:pt x="620268" y="425703"/>
                  </a:lnTo>
                  <a:lnTo>
                    <a:pt x="620268" y="435568"/>
                  </a:lnTo>
                  <a:lnTo>
                    <a:pt x="620268" y="445373"/>
                  </a:lnTo>
                  <a:lnTo>
                    <a:pt x="620268" y="455154"/>
                  </a:lnTo>
                  <a:lnTo>
                    <a:pt x="620268" y="464947"/>
                  </a:lnTo>
                  <a:lnTo>
                    <a:pt x="619962" y="488094"/>
                  </a:lnTo>
                  <a:lnTo>
                    <a:pt x="615569" y="540511"/>
                  </a:lnTo>
                  <a:lnTo>
                    <a:pt x="600852" y="582035"/>
                  </a:lnTo>
                  <a:lnTo>
                    <a:pt x="572865" y="623014"/>
                  </a:lnTo>
                  <a:lnTo>
                    <a:pt x="533503" y="648271"/>
                  </a:lnTo>
                  <a:lnTo>
                    <a:pt x="479424" y="656843"/>
                  </a:lnTo>
                  <a:lnTo>
                    <a:pt x="460126" y="655951"/>
                  </a:lnTo>
                  <a:lnTo>
                    <a:pt x="409067" y="641984"/>
                  </a:lnTo>
                  <a:lnTo>
                    <a:pt x="371044" y="613499"/>
                  </a:lnTo>
                  <a:lnTo>
                    <a:pt x="347281" y="574167"/>
                  </a:lnTo>
                  <a:lnTo>
                    <a:pt x="335220" y="527399"/>
                  </a:lnTo>
                  <a:lnTo>
                    <a:pt x="331894" y="482441"/>
                  </a:lnTo>
                  <a:lnTo>
                    <a:pt x="331469" y="454532"/>
                  </a:lnTo>
                  <a:lnTo>
                    <a:pt x="331469" y="415861"/>
                  </a:lnTo>
                  <a:lnTo>
                    <a:pt x="331469" y="377189"/>
                  </a:lnTo>
                  <a:lnTo>
                    <a:pt x="331469" y="338518"/>
                  </a:lnTo>
                  <a:lnTo>
                    <a:pt x="331469" y="299847"/>
                  </a:lnTo>
                  <a:lnTo>
                    <a:pt x="332432" y="266892"/>
                  </a:lnTo>
                  <a:lnTo>
                    <a:pt x="339881" y="211889"/>
                  </a:lnTo>
                  <a:lnTo>
                    <a:pt x="354611" y="171007"/>
                  </a:lnTo>
                  <a:lnTo>
                    <a:pt x="378670" y="140340"/>
                  </a:lnTo>
                  <a:lnTo>
                    <a:pt x="411317" y="119008"/>
                  </a:lnTo>
                  <a:lnTo>
                    <a:pt x="449695" y="108392"/>
                  </a:lnTo>
                  <a:lnTo>
                    <a:pt x="470789" y="107060"/>
                  </a:lnTo>
                  <a:lnTo>
                    <a:pt x="496087" y="108622"/>
                  </a:lnTo>
                  <a:lnTo>
                    <a:pt x="539922" y="121366"/>
                  </a:lnTo>
                  <a:lnTo>
                    <a:pt x="574030" y="146732"/>
                  </a:lnTo>
                  <a:lnTo>
                    <a:pt x="598314" y="180863"/>
                  </a:lnTo>
                  <a:lnTo>
                    <a:pt x="612445" y="224577"/>
                  </a:lnTo>
                  <a:lnTo>
                    <a:pt x="619375" y="284446"/>
                  </a:lnTo>
                  <a:lnTo>
                    <a:pt x="620268" y="320928"/>
                  </a:lnTo>
                  <a:lnTo>
                    <a:pt x="620268" y="338550"/>
                  </a:lnTo>
                  <a:lnTo>
                    <a:pt x="620268" y="356171"/>
                  </a:lnTo>
                  <a:lnTo>
                    <a:pt x="620268" y="373792"/>
                  </a:lnTo>
                  <a:lnTo>
                    <a:pt x="620268" y="391413"/>
                  </a:lnTo>
                  <a:close/>
                </a:path>
                <a:path w="620395" h="657225">
                  <a:moveTo>
                    <a:pt x="494156" y="305053"/>
                  </a:moveTo>
                  <a:lnTo>
                    <a:pt x="494156" y="295338"/>
                  </a:lnTo>
                  <a:lnTo>
                    <a:pt x="494156" y="285623"/>
                  </a:lnTo>
                  <a:lnTo>
                    <a:pt x="494156" y="275907"/>
                  </a:lnTo>
                  <a:lnTo>
                    <a:pt x="494156" y="266191"/>
                  </a:lnTo>
                  <a:lnTo>
                    <a:pt x="493906" y="247395"/>
                  </a:lnTo>
                  <a:lnTo>
                    <a:pt x="488569" y="205104"/>
                  </a:lnTo>
                  <a:lnTo>
                    <a:pt x="483869" y="201167"/>
                  </a:lnTo>
                  <a:lnTo>
                    <a:pt x="476631" y="201167"/>
                  </a:lnTo>
                  <a:lnTo>
                    <a:pt x="467994" y="201167"/>
                  </a:lnTo>
                  <a:lnTo>
                    <a:pt x="457519" y="245899"/>
                  </a:lnTo>
                  <a:lnTo>
                    <a:pt x="457326" y="266191"/>
                  </a:lnTo>
                  <a:lnTo>
                    <a:pt x="457326" y="275907"/>
                  </a:lnTo>
                  <a:lnTo>
                    <a:pt x="457326" y="285622"/>
                  </a:lnTo>
                  <a:lnTo>
                    <a:pt x="457326" y="295338"/>
                  </a:lnTo>
                  <a:lnTo>
                    <a:pt x="457326" y="305053"/>
                  </a:lnTo>
                  <a:lnTo>
                    <a:pt x="466546" y="305053"/>
                  </a:lnTo>
                  <a:lnTo>
                    <a:pt x="475742" y="305053"/>
                  </a:lnTo>
                  <a:lnTo>
                    <a:pt x="484937" y="305053"/>
                  </a:lnTo>
                  <a:lnTo>
                    <a:pt x="494156" y="305053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784219" y="600074"/>
            <a:ext cx="3311525" cy="808990"/>
            <a:chOff x="3784219" y="600074"/>
            <a:chExt cx="3311525" cy="808990"/>
          </a:xfrm>
        </p:grpSpPr>
        <p:sp>
          <p:nvSpPr>
            <p:cNvPr id="11" name="object 11"/>
            <p:cNvSpPr/>
            <p:nvPr/>
          </p:nvSpPr>
          <p:spPr>
            <a:xfrm>
              <a:off x="3793744" y="609599"/>
              <a:ext cx="3292475" cy="789940"/>
            </a:xfrm>
            <a:custGeom>
              <a:avLst/>
              <a:gdLst/>
              <a:ahLst/>
              <a:cxnLst/>
              <a:rect l="l" t="t" r="r" b="b"/>
              <a:pathLst>
                <a:path w="3292475" h="789940">
                  <a:moveTo>
                    <a:pt x="282575" y="309753"/>
                  </a:moveTo>
                  <a:lnTo>
                    <a:pt x="282244" y="281419"/>
                  </a:lnTo>
                  <a:lnTo>
                    <a:pt x="281266" y="256997"/>
                  </a:lnTo>
                  <a:lnTo>
                    <a:pt x="279946" y="240004"/>
                  </a:lnTo>
                  <a:lnTo>
                    <a:pt x="279908" y="239395"/>
                  </a:lnTo>
                  <a:lnTo>
                    <a:pt x="269976" y="193167"/>
                  </a:lnTo>
                  <a:lnTo>
                    <a:pt x="239788" y="152692"/>
                  </a:lnTo>
                  <a:lnTo>
                    <a:pt x="198602" y="134658"/>
                  </a:lnTo>
                  <a:lnTo>
                    <a:pt x="172847" y="130708"/>
                  </a:lnTo>
                  <a:lnTo>
                    <a:pt x="172847" y="292608"/>
                  </a:lnTo>
                  <a:lnTo>
                    <a:pt x="172847" y="345821"/>
                  </a:lnTo>
                  <a:lnTo>
                    <a:pt x="168986" y="385724"/>
                  </a:lnTo>
                  <a:lnTo>
                    <a:pt x="140716" y="404495"/>
                  </a:lnTo>
                  <a:lnTo>
                    <a:pt x="134874" y="404495"/>
                  </a:lnTo>
                  <a:lnTo>
                    <a:pt x="131064" y="404114"/>
                  </a:lnTo>
                  <a:lnTo>
                    <a:pt x="131064" y="239395"/>
                  </a:lnTo>
                  <a:lnTo>
                    <a:pt x="168236" y="255981"/>
                  </a:lnTo>
                  <a:lnTo>
                    <a:pt x="172847" y="292608"/>
                  </a:lnTo>
                  <a:lnTo>
                    <a:pt x="172847" y="130708"/>
                  </a:lnTo>
                  <a:lnTo>
                    <a:pt x="157314" y="129311"/>
                  </a:lnTo>
                  <a:lnTo>
                    <a:pt x="132080" y="128651"/>
                  </a:lnTo>
                  <a:lnTo>
                    <a:pt x="0" y="128651"/>
                  </a:lnTo>
                  <a:lnTo>
                    <a:pt x="0" y="775843"/>
                  </a:lnTo>
                  <a:lnTo>
                    <a:pt x="131064" y="775843"/>
                  </a:lnTo>
                  <a:lnTo>
                    <a:pt x="131064" y="515239"/>
                  </a:lnTo>
                  <a:lnTo>
                    <a:pt x="166370" y="515239"/>
                  </a:lnTo>
                  <a:lnTo>
                    <a:pt x="205320" y="511429"/>
                  </a:lnTo>
                  <a:lnTo>
                    <a:pt x="248310" y="491578"/>
                  </a:lnTo>
                  <a:lnTo>
                    <a:pt x="272415" y="456438"/>
                  </a:lnTo>
                  <a:lnTo>
                    <a:pt x="281127" y="404495"/>
                  </a:lnTo>
                  <a:lnTo>
                    <a:pt x="281889" y="394970"/>
                  </a:lnTo>
                  <a:lnTo>
                    <a:pt x="282575" y="366141"/>
                  </a:lnTo>
                  <a:lnTo>
                    <a:pt x="282575" y="309753"/>
                  </a:lnTo>
                  <a:close/>
                </a:path>
                <a:path w="3292475" h="789940">
                  <a:moveTo>
                    <a:pt x="618236" y="128651"/>
                  </a:moveTo>
                  <a:lnTo>
                    <a:pt x="487172" y="128651"/>
                  </a:lnTo>
                  <a:lnTo>
                    <a:pt x="487172" y="605536"/>
                  </a:lnTo>
                  <a:lnTo>
                    <a:pt x="486930" y="627595"/>
                  </a:lnTo>
                  <a:lnTo>
                    <a:pt x="483743" y="666750"/>
                  </a:lnTo>
                  <a:lnTo>
                    <a:pt x="475869" y="679958"/>
                  </a:lnTo>
                  <a:lnTo>
                    <a:pt x="460375" y="679958"/>
                  </a:lnTo>
                  <a:lnTo>
                    <a:pt x="449681" y="633349"/>
                  </a:lnTo>
                  <a:lnTo>
                    <a:pt x="449453" y="614045"/>
                  </a:lnTo>
                  <a:lnTo>
                    <a:pt x="449453" y="128651"/>
                  </a:lnTo>
                  <a:lnTo>
                    <a:pt x="318262" y="128651"/>
                  </a:lnTo>
                  <a:lnTo>
                    <a:pt x="318452" y="561708"/>
                  </a:lnTo>
                  <a:lnTo>
                    <a:pt x="319036" y="602259"/>
                  </a:lnTo>
                  <a:lnTo>
                    <a:pt x="321437" y="655193"/>
                  </a:lnTo>
                  <a:lnTo>
                    <a:pt x="334010" y="704735"/>
                  </a:lnTo>
                  <a:lnTo>
                    <a:pt x="363181" y="748118"/>
                  </a:lnTo>
                  <a:lnTo>
                    <a:pt x="411238" y="778725"/>
                  </a:lnTo>
                  <a:lnTo>
                    <a:pt x="451142" y="788263"/>
                  </a:lnTo>
                  <a:lnTo>
                    <a:pt x="473075" y="789432"/>
                  </a:lnTo>
                  <a:lnTo>
                    <a:pt x="492760" y="788428"/>
                  </a:lnTo>
                  <a:lnTo>
                    <a:pt x="544195" y="773176"/>
                  </a:lnTo>
                  <a:lnTo>
                    <a:pt x="582549" y="740422"/>
                  </a:lnTo>
                  <a:lnTo>
                    <a:pt x="607060" y="694563"/>
                  </a:lnTo>
                  <a:lnTo>
                    <a:pt x="616140" y="646887"/>
                  </a:lnTo>
                  <a:lnTo>
                    <a:pt x="617994" y="595312"/>
                  </a:lnTo>
                  <a:lnTo>
                    <a:pt x="618236" y="561213"/>
                  </a:lnTo>
                  <a:lnTo>
                    <a:pt x="618236" y="128651"/>
                  </a:lnTo>
                  <a:close/>
                </a:path>
                <a:path w="3292475" h="789940">
                  <a:moveTo>
                    <a:pt x="961898" y="128651"/>
                  </a:moveTo>
                  <a:lnTo>
                    <a:pt x="852297" y="128651"/>
                  </a:lnTo>
                  <a:lnTo>
                    <a:pt x="852297" y="420116"/>
                  </a:lnTo>
                  <a:lnTo>
                    <a:pt x="778637" y="128651"/>
                  </a:lnTo>
                  <a:lnTo>
                    <a:pt x="669036" y="128651"/>
                  </a:lnTo>
                  <a:lnTo>
                    <a:pt x="669036" y="775843"/>
                  </a:lnTo>
                  <a:lnTo>
                    <a:pt x="778637" y="775843"/>
                  </a:lnTo>
                  <a:lnTo>
                    <a:pt x="778637" y="481711"/>
                  </a:lnTo>
                  <a:lnTo>
                    <a:pt x="846836" y="775843"/>
                  </a:lnTo>
                  <a:lnTo>
                    <a:pt x="961898" y="775843"/>
                  </a:lnTo>
                  <a:lnTo>
                    <a:pt x="961898" y="128651"/>
                  </a:lnTo>
                  <a:close/>
                </a:path>
                <a:path w="3292475" h="789940">
                  <a:moveTo>
                    <a:pt x="1278763" y="128270"/>
                  </a:moveTo>
                  <a:lnTo>
                    <a:pt x="991997" y="128270"/>
                  </a:lnTo>
                  <a:lnTo>
                    <a:pt x="991997" y="257810"/>
                  </a:lnTo>
                  <a:lnTo>
                    <a:pt x="1069594" y="257810"/>
                  </a:lnTo>
                  <a:lnTo>
                    <a:pt x="1069594" y="775970"/>
                  </a:lnTo>
                  <a:lnTo>
                    <a:pt x="1200785" y="775970"/>
                  </a:lnTo>
                  <a:lnTo>
                    <a:pt x="1200785" y="257810"/>
                  </a:lnTo>
                  <a:lnTo>
                    <a:pt x="1278763" y="257810"/>
                  </a:lnTo>
                  <a:lnTo>
                    <a:pt x="1278763" y="128270"/>
                  </a:lnTo>
                  <a:close/>
                </a:path>
                <a:path w="3292475" h="789940">
                  <a:moveTo>
                    <a:pt x="1606677" y="128651"/>
                  </a:moveTo>
                  <a:lnTo>
                    <a:pt x="1475486" y="128651"/>
                  </a:lnTo>
                  <a:lnTo>
                    <a:pt x="1475486" y="605536"/>
                  </a:lnTo>
                  <a:lnTo>
                    <a:pt x="1475244" y="627595"/>
                  </a:lnTo>
                  <a:lnTo>
                    <a:pt x="1472057" y="666750"/>
                  </a:lnTo>
                  <a:lnTo>
                    <a:pt x="1464310" y="679958"/>
                  </a:lnTo>
                  <a:lnTo>
                    <a:pt x="1448816" y="679958"/>
                  </a:lnTo>
                  <a:lnTo>
                    <a:pt x="1438021" y="633349"/>
                  </a:lnTo>
                  <a:lnTo>
                    <a:pt x="1437767" y="614045"/>
                  </a:lnTo>
                  <a:lnTo>
                    <a:pt x="1437767" y="128651"/>
                  </a:lnTo>
                  <a:lnTo>
                    <a:pt x="1306703" y="128651"/>
                  </a:lnTo>
                  <a:lnTo>
                    <a:pt x="1306893" y="561708"/>
                  </a:lnTo>
                  <a:lnTo>
                    <a:pt x="1307465" y="602259"/>
                  </a:lnTo>
                  <a:lnTo>
                    <a:pt x="1309751" y="655193"/>
                  </a:lnTo>
                  <a:lnTo>
                    <a:pt x="1322425" y="704735"/>
                  </a:lnTo>
                  <a:lnTo>
                    <a:pt x="1351572" y="748118"/>
                  </a:lnTo>
                  <a:lnTo>
                    <a:pt x="1399603" y="778725"/>
                  </a:lnTo>
                  <a:lnTo>
                    <a:pt x="1439506" y="788263"/>
                  </a:lnTo>
                  <a:lnTo>
                    <a:pt x="1461516" y="789432"/>
                  </a:lnTo>
                  <a:lnTo>
                    <a:pt x="1481188" y="788428"/>
                  </a:lnTo>
                  <a:lnTo>
                    <a:pt x="1532509" y="773176"/>
                  </a:lnTo>
                  <a:lnTo>
                    <a:pt x="1570990" y="740422"/>
                  </a:lnTo>
                  <a:lnTo>
                    <a:pt x="1595386" y="694563"/>
                  </a:lnTo>
                  <a:lnTo>
                    <a:pt x="1604530" y="646887"/>
                  </a:lnTo>
                  <a:lnTo>
                    <a:pt x="1606435" y="595312"/>
                  </a:lnTo>
                  <a:lnTo>
                    <a:pt x="1606677" y="561213"/>
                  </a:lnTo>
                  <a:lnTo>
                    <a:pt x="1606677" y="128651"/>
                  </a:lnTo>
                  <a:close/>
                </a:path>
                <a:path w="3292475" h="789940">
                  <a:moveTo>
                    <a:pt x="1958975" y="775843"/>
                  </a:moveTo>
                  <a:lnTo>
                    <a:pt x="1953285" y="726059"/>
                  </a:lnTo>
                  <a:lnTo>
                    <a:pt x="1945614" y="659511"/>
                  </a:lnTo>
                  <a:lnTo>
                    <a:pt x="1936000" y="576732"/>
                  </a:lnTo>
                  <a:lnTo>
                    <a:pt x="1912696" y="377634"/>
                  </a:lnTo>
                  <a:lnTo>
                    <a:pt x="1900504" y="273050"/>
                  </a:lnTo>
                  <a:lnTo>
                    <a:pt x="1895322" y="228282"/>
                  </a:lnTo>
                  <a:lnTo>
                    <a:pt x="1889594" y="178473"/>
                  </a:lnTo>
                  <a:lnTo>
                    <a:pt x="1883918" y="128651"/>
                  </a:lnTo>
                  <a:lnTo>
                    <a:pt x="1814449" y="128651"/>
                  </a:lnTo>
                  <a:lnTo>
                    <a:pt x="1814449" y="544830"/>
                  </a:lnTo>
                  <a:lnTo>
                    <a:pt x="1769237" y="544830"/>
                  </a:lnTo>
                  <a:lnTo>
                    <a:pt x="1771916" y="506564"/>
                  </a:lnTo>
                  <a:lnTo>
                    <a:pt x="1775841" y="460286"/>
                  </a:lnTo>
                  <a:lnTo>
                    <a:pt x="1780946" y="405980"/>
                  </a:lnTo>
                  <a:lnTo>
                    <a:pt x="1787182" y="343573"/>
                  </a:lnTo>
                  <a:lnTo>
                    <a:pt x="1794510" y="273050"/>
                  </a:lnTo>
                  <a:lnTo>
                    <a:pt x="1798447" y="335699"/>
                  </a:lnTo>
                  <a:lnTo>
                    <a:pt x="1802460" y="394233"/>
                  </a:lnTo>
                  <a:lnTo>
                    <a:pt x="1806486" y="448627"/>
                  </a:lnTo>
                  <a:lnTo>
                    <a:pt x="1810499" y="498830"/>
                  </a:lnTo>
                  <a:lnTo>
                    <a:pt x="1814449" y="544830"/>
                  </a:lnTo>
                  <a:lnTo>
                    <a:pt x="1814449" y="128651"/>
                  </a:lnTo>
                  <a:lnTo>
                    <a:pt x="1694561" y="128651"/>
                  </a:lnTo>
                  <a:lnTo>
                    <a:pt x="1689468" y="178473"/>
                  </a:lnTo>
                  <a:lnTo>
                    <a:pt x="1684337" y="228282"/>
                  </a:lnTo>
                  <a:lnTo>
                    <a:pt x="1673987" y="327863"/>
                  </a:lnTo>
                  <a:lnTo>
                    <a:pt x="1653171" y="526961"/>
                  </a:lnTo>
                  <a:lnTo>
                    <a:pt x="1642808" y="626503"/>
                  </a:lnTo>
                  <a:lnTo>
                    <a:pt x="1637665" y="676275"/>
                  </a:lnTo>
                  <a:lnTo>
                    <a:pt x="1632559" y="726059"/>
                  </a:lnTo>
                  <a:lnTo>
                    <a:pt x="1627505" y="775843"/>
                  </a:lnTo>
                  <a:lnTo>
                    <a:pt x="1763014" y="775843"/>
                  </a:lnTo>
                  <a:lnTo>
                    <a:pt x="1765033" y="746798"/>
                  </a:lnTo>
                  <a:lnTo>
                    <a:pt x="1769110" y="688644"/>
                  </a:lnTo>
                  <a:lnTo>
                    <a:pt x="1771142" y="659511"/>
                  </a:lnTo>
                  <a:lnTo>
                    <a:pt x="1817878" y="659511"/>
                  </a:lnTo>
                  <a:lnTo>
                    <a:pt x="1819681" y="688644"/>
                  </a:lnTo>
                  <a:lnTo>
                    <a:pt x="1823250" y="746798"/>
                  </a:lnTo>
                  <a:lnTo>
                    <a:pt x="1824990" y="775843"/>
                  </a:lnTo>
                  <a:lnTo>
                    <a:pt x="1958975" y="775843"/>
                  </a:lnTo>
                  <a:close/>
                </a:path>
                <a:path w="3292475" h="789940">
                  <a:moveTo>
                    <a:pt x="2287651" y="349377"/>
                  </a:moveTo>
                  <a:lnTo>
                    <a:pt x="2286863" y="306997"/>
                  </a:lnTo>
                  <a:lnTo>
                    <a:pt x="2280843" y="240042"/>
                  </a:lnTo>
                  <a:lnTo>
                    <a:pt x="2268283" y="195008"/>
                  </a:lnTo>
                  <a:lnTo>
                    <a:pt x="2243455" y="159270"/>
                  </a:lnTo>
                  <a:lnTo>
                    <a:pt x="2206129" y="131191"/>
                  </a:lnTo>
                  <a:lnTo>
                    <a:pt x="2158314" y="116840"/>
                  </a:lnTo>
                  <a:lnTo>
                    <a:pt x="2130552" y="115062"/>
                  </a:lnTo>
                  <a:lnTo>
                    <a:pt x="2109889" y="116179"/>
                  </a:lnTo>
                  <a:lnTo>
                    <a:pt x="2072182" y="125298"/>
                  </a:lnTo>
                  <a:lnTo>
                    <a:pt x="2025751" y="155625"/>
                  </a:lnTo>
                  <a:lnTo>
                    <a:pt x="1995449" y="200952"/>
                  </a:lnTo>
                  <a:lnTo>
                    <a:pt x="1981327" y="251841"/>
                  </a:lnTo>
                  <a:lnTo>
                    <a:pt x="1978571" y="295656"/>
                  </a:lnTo>
                  <a:lnTo>
                    <a:pt x="1977644" y="356997"/>
                  </a:lnTo>
                  <a:lnTo>
                    <a:pt x="1977644" y="545973"/>
                  </a:lnTo>
                  <a:lnTo>
                    <a:pt x="1978418" y="590562"/>
                  </a:lnTo>
                  <a:lnTo>
                    <a:pt x="1980730" y="629119"/>
                  </a:lnTo>
                  <a:lnTo>
                    <a:pt x="1989836" y="688340"/>
                  </a:lnTo>
                  <a:lnTo>
                    <a:pt x="2008289" y="730542"/>
                  </a:lnTo>
                  <a:lnTo>
                    <a:pt x="2039239" y="762635"/>
                  </a:lnTo>
                  <a:lnTo>
                    <a:pt x="2081745" y="782891"/>
                  </a:lnTo>
                  <a:lnTo>
                    <a:pt x="2134362" y="789432"/>
                  </a:lnTo>
                  <a:lnTo>
                    <a:pt x="2161082" y="787514"/>
                  </a:lnTo>
                  <a:lnTo>
                    <a:pt x="2207882" y="771867"/>
                  </a:lnTo>
                  <a:lnTo>
                    <a:pt x="2244928" y="741324"/>
                  </a:lnTo>
                  <a:lnTo>
                    <a:pt x="2269477" y="704608"/>
                  </a:lnTo>
                  <a:lnTo>
                    <a:pt x="2281377" y="659650"/>
                  </a:lnTo>
                  <a:lnTo>
                    <a:pt x="2286914" y="588467"/>
                  </a:lnTo>
                  <a:lnTo>
                    <a:pt x="2287651" y="542036"/>
                  </a:lnTo>
                  <a:lnTo>
                    <a:pt x="2287651" y="516382"/>
                  </a:lnTo>
                  <a:lnTo>
                    <a:pt x="2156460" y="516382"/>
                  </a:lnTo>
                  <a:lnTo>
                    <a:pt x="2156460" y="598043"/>
                  </a:lnTo>
                  <a:lnTo>
                    <a:pt x="2156168" y="622198"/>
                  </a:lnTo>
                  <a:lnTo>
                    <a:pt x="2152142" y="665607"/>
                  </a:lnTo>
                  <a:lnTo>
                    <a:pt x="2142490" y="679958"/>
                  </a:lnTo>
                  <a:lnTo>
                    <a:pt x="2122551" y="679958"/>
                  </a:lnTo>
                  <a:lnTo>
                    <a:pt x="2109940" y="643001"/>
                  </a:lnTo>
                  <a:lnTo>
                    <a:pt x="2108835" y="604012"/>
                  </a:lnTo>
                  <a:lnTo>
                    <a:pt x="2108835" y="303403"/>
                  </a:lnTo>
                  <a:lnTo>
                    <a:pt x="2109940" y="262877"/>
                  </a:lnTo>
                  <a:lnTo>
                    <a:pt x="2122805" y="224663"/>
                  </a:lnTo>
                  <a:lnTo>
                    <a:pt x="2143379" y="224663"/>
                  </a:lnTo>
                  <a:lnTo>
                    <a:pt x="2156206" y="275882"/>
                  </a:lnTo>
                  <a:lnTo>
                    <a:pt x="2156460" y="298196"/>
                  </a:lnTo>
                  <a:lnTo>
                    <a:pt x="2156460" y="410464"/>
                  </a:lnTo>
                  <a:lnTo>
                    <a:pt x="2287651" y="410464"/>
                  </a:lnTo>
                  <a:lnTo>
                    <a:pt x="2287651" y="349377"/>
                  </a:lnTo>
                  <a:close/>
                </a:path>
                <a:path w="3292475" h="789940">
                  <a:moveTo>
                    <a:pt x="2465705" y="128651"/>
                  </a:moveTo>
                  <a:lnTo>
                    <a:pt x="2334641" y="128651"/>
                  </a:lnTo>
                  <a:lnTo>
                    <a:pt x="2334641" y="775843"/>
                  </a:lnTo>
                  <a:lnTo>
                    <a:pt x="2465705" y="775843"/>
                  </a:lnTo>
                  <a:lnTo>
                    <a:pt x="2465705" y="128651"/>
                  </a:lnTo>
                  <a:close/>
                </a:path>
                <a:path w="3292475" h="789940">
                  <a:moveTo>
                    <a:pt x="2772283" y="0"/>
                  </a:moveTo>
                  <a:lnTo>
                    <a:pt x="2661412" y="0"/>
                  </a:lnTo>
                  <a:lnTo>
                    <a:pt x="2647721" y="27165"/>
                  </a:lnTo>
                  <a:lnTo>
                    <a:pt x="2620187" y="81178"/>
                  </a:lnTo>
                  <a:lnTo>
                    <a:pt x="2606548" y="108331"/>
                  </a:lnTo>
                  <a:lnTo>
                    <a:pt x="2669794" y="108331"/>
                  </a:lnTo>
                  <a:lnTo>
                    <a:pt x="2695232" y="81178"/>
                  </a:lnTo>
                  <a:lnTo>
                    <a:pt x="2746756" y="27165"/>
                  </a:lnTo>
                  <a:lnTo>
                    <a:pt x="2772283" y="0"/>
                  </a:lnTo>
                  <a:close/>
                </a:path>
                <a:path w="3292475" h="789940">
                  <a:moveTo>
                    <a:pt x="2818130" y="396875"/>
                  </a:moveTo>
                  <a:lnTo>
                    <a:pt x="2817888" y="351612"/>
                  </a:lnTo>
                  <a:lnTo>
                    <a:pt x="2817203" y="313486"/>
                  </a:lnTo>
                  <a:lnTo>
                    <a:pt x="2817164" y="311950"/>
                  </a:lnTo>
                  <a:lnTo>
                    <a:pt x="2816047" y="282486"/>
                  </a:lnTo>
                  <a:lnTo>
                    <a:pt x="2815983" y="280720"/>
                  </a:lnTo>
                  <a:lnTo>
                    <a:pt x="2814434" y="258572"/>
                  </a:lnTo>
                  <a:lnTo>
                    <a:pt x="2814320" y="256921"/>
                  </a:lnTo>
                  <a:lnTo>
                    <a:pt x="2811462" y="237337"/>
                  </a:lnTo>
                  <a:lnTo>
                    <a:pt x="2808173" y="224663"/>
                  </a:lnTo>
                  <a:lnTo>
                    <a:pt x="2806585" y="218541"/>
                  </a:lnTo>
                  <a:lnTo>
                    <a:pt x="2799727" y="200456"/>
                  </a:lnTo>
                  <a:lnTo>
                    <a:pt x="2780474" y="167030"/>
                  </a:lnTo>
                  <a:lnTo>
                    <a:pt x="2739250" y="131826"/>
                  </a:lnTo>
                  <a:lnTo>
                    <a:pt x="2686888" y="116217"/>
                  </a:lnTo>
                  <a:lnTo>
                    <a:pt x="2686888" y="597154"/>
                  </a:lnTo>
                  <a:lnTo>
                    <a:pt x="2686697" y="618312"/>
                  </a:lnTo>
                  <a:lnTo>
                    <a:pt x="2683256" y="664845"/>
                  </a:lnTo>
                  <a:lnTo>
                    <a:pt x="2675128" y="679958"/>
                  </a:lnTo>
                  <a:lnTo>
                    <a:pt x="2657348" y="679958"/>
                  </a:lnTo>
                  <a:lnTo>
                    <a:pt x="2646845" y="642721"/>
                  </a:lnTo>
                  <a:lnTo>
                    <a:pt x="2645918" y="597154"/>
                  </a:lnTo>
                  <a:lnTo>
                    <a:pt x="2645918" y="295021"/>
                  </a:lnTo>
                  <a:lnTo>
                    <a:pt x="2646095" y="282486"/>
                  </a:lnTo>
                  <a:lnTo>
                    <a:pt x="2646222" y="274434"/>
                  </a:lnTo>
                  <a:lnTo>
                    <a:pt x="2646248" y="272503"/>
                  </a:lnTo>
                  <a:lnTo>
                    <a:pt x="2647048" y="258572"/>
                  </a:lnTo>
                  <a:lnTo>
                    <a:pt x="2647150" y="256921"/>
                  </a:lnTo>
                  <a:lnTo>
                    <a:pt x="2647264" y="254889"/>
                  </a:lnTo>
                  <a:lnTo>
                    <a:pt x="2648966" y="242239"/>
                  </a:lnTo>
                  <a:lnTo>
                    <a:pt x="2651379" y="234569"/>
                  </a:lnTo>
                  <a:lnTo>
                    <a:pt x="2654808" y="227838"/>
                  </a:lnTo>
                  <a:lnTo>
                    <a:pt x="2660142" y="224663"/>
                  </a:lnTo>
                  <a:lnTo>
                    <a:pt x="2675128" y="224663"/>
                  </a:lnTo>
                  <a:lnTo>
                    <a:pt x="2686608" y="272503"/>
                  </a:lnTo>
                  <a:lnTo>
                    <a:pt x="2686697" y="274434"/>
                  </a:lnTo>
                  <a:lnTo>
                    <a:pt x="2686774" y="280720"/>
                  </a:lnTo>
                  <a:lnTo>
                    <a:pt x="2686888" y="597154"/>
                  </a:lnTo>
                  <a:lnTo>
                    <a:pt x="2686888" y="116217"/>
                  </a:lnTo>
                  <a:lnTo>
                    <a:pt x="2686583" y="116166"/>
                  </a:lnTo>
                  <a:lnTo>
                    <a:pt x="2687548" y="116166"/>
                  </a:lnTo>
                  <a:lnTo>
                    <a:pt x="2666365" y="115062"/>
                  </a:lnTo>
                  <a:lnTo>
                    <a:pt x="2626385" y="119507"/>
                  </a:lnTo>
                  <a:lnTo>
                    <a:pt x="2576347" y="143141"/>
                  </a:lnTo>
                  <a:lnTo>
                    <a:pt x="2540762" y="184531"/>
                  </a:lnTo>
                  <a:lnTo>
                    <a:pt x="2525725" y="219989"/>
                  </a:lnTo>
                  <a:lnTo>
                    <a:pt x="2518626" y="256921"/>
                  </a:lnTo>
                  <a:lnTo>
                    <a:pt x="2518499" y="257860"/>
                  </a:lnTo>
                  <a:lnTo>
                    <a:pt x="2518410" y="258572"/>
                  </a:lnTo>
                  <a:lnTo>
                    <a:pt x="2516860" y="280720"/>
                  </a:lnTo>
                  <a:lnTo>
                    <a:pt x="2516733" y="282486"/>
                  </a:lnTo>
                  <a:lnTo>
                    <a:pt x="2515603" y="311950"/>
                  </a:lnTo>
                  <a:lnTo>
                    <a:pt x="2515552" y="313486"/>
                  </a:lnTo>
                  <a:lnTo>
                    <a:pt x="2514854" y="350647"/>
                  </a:lnTo>
                  <a:lnTo>
                    <a:pt x="2514600" y="396875"/>
                  </a:lnTo>
                  <a:lnTo>
                    <a:pt x="2514600" y="507619"/>
                  </a:lnTo>
                  <a:lnTo>
                    <a:pt x="2514828" y="552894"/>
                  </a:lnTo>
                  <a:lnTo>
                    <a:pt x="2514828" y="553910"/>
                  </a:lnTo>
                  <a:lnTo>
                    <a:pt x="2515552" y="592607"/>
                  </a:lnTo>
                  <a:lnTo>
                    <a:pt x="2518410" y="647573"/>
                  </a:lnTo>
                  <a:lnTo>
                    <a:pt x="2521242" y="666750"/>
                  </a:lnTo>
                  <a:lnTo>
                    <a:pt x="2521305" y="667219"/>
                  </a:lnTo>
                  <a:lnTo>
                    <a:pt x="2533015" y="704062"/>
                  </a:lnTo>
                  <a:lnTo>
                    <a:pt x="2552306" y="737527"/>
                  </a:lnTo>
                  <a:lnTo>
                    <a:pt x="2593848" y="772287"/>
                  </a:lnTo>
                  <a:lnTo>
                    <a:pt x="2646616" y="788416"/>
                  </a:lnTo>
                  <a:lnTo>
                    <a:pt x="2666365" y="789432"/>
                  </a:lnTo>
                  <a:lnTo>
                    <a:pt x="2685783" y="788416"/>
                  </a:lnTo>
                  <a:lnTo>
                    <a:pt x="2686647" y="788416"/>
                  </a:lnTo>
                  <a:lnTo>
                    <a:pt x="2724416" y="779475"/>
                  </a:lnTo>
                  <a:lnTo>
                    <a:pt x="2769971" y="749604"/>
                  </a:lnTo>
                  <a:lnTo>
                    <a:pt x="2800527" y="702678"/>
                  </a:lnTo>
                  <a:lnTo>
                    <a:pt x="2808236" y="679958"/>
                  </a:lnTo>
                  <a:lnTo>
                    <a:pt x="2811830" y="665480"/>
                  </a:lnTo>
                  <a:lnTo>
                    <a:pt x="2814574" y="645541"/>
                  </a:lnTo>
                  <a:lnTo>
                    <a:pt x="2815958" y="623798"/>
                  </a:lnTo>
                  <a:lnTo>
                    <a:pt x="2816085" y="621855"/>
                  </a:lnTo>
                  <a:lnTo>
                    <a:pt x="2817139" y="592607"/>
                  </a:lnTo>
                  <a:lnTo>
                    <a:pt x="2817203" y="590969"/>
                  </a:lnTo>
                  <a:lnTo>
                    <a:pt x="2817876" y="553910"/>
                  </a:lnTo>
                  <a:lnTo>
                    <a:pt x="2817888" y="552894"/>
                  </a:lnTo>
                  <a:lnTo>
                    <a:pt x="2818130" y="507619"/>
                  </a:lnTo>
                  <a:lnTo>
                    <a:pt x="2818130" y="396875"/>
                  </a:lnTo>
                  <a:close/>
                </a:path>
                <a:path w="3292475" h="789940">
                  <a:moveTo>
                    <a:pt x="3159887" y="128651"/>
                  </a:moveTo>
                  <a:lnTo>
                    <a:pt x="3050159" y="128651"/>
                  </a:lnTo>
                  <a:lnTo>
                    <a:pt x="3050159" y="420116"/>
                  </a:lnTo>
                  <a:lnTo>
                    <a:pt x="3038043" y="371513"/>
                  </a:lnTo>
                  <a:lnTo>
                    <a:pt x="2976626" y="128651"/>
                  </a:lnTo>
                  <a:lnTo>
                    <a:pt x="2867025" y="128651"/>
                  </a:lnTo>
                  <a:lnTo>
                    <a:pt x="2867025" y="775843"/>
                  </a:lnTo>
                  <a:lnTo>
                    <a:pt x="2976626" y="775843"/>
                  </a:lnTo>
                  <a:lnTo>
                    <a:pt x="2976626" y="481711"/>
                  </a:lnTo>
                  <a:lnTo>
                    <a:pt x="3044825" y="775843"/>
                  </a:lnTo>
                  <a:lnTo>
                    <a:pt x="3159887" y="775843"/>
                  </a:lnTo>
                  <a:lnTo>
                    <a:pt x="3159887" y="128651"/>
                  </a:lnTo>
                  <a:close/>
                </a:path>
                <a:path w="3292475" h="789940">
                  <a:moveTo>
                    <a:pt x="3292475" y="644017"/>
                  </a:moveTo>
                  <a:lnTo>
                    <a:pt x="3197479" y="644017"/>
                  </a:lnTo>
                  <a:lnTo>
                    <a:pt x="3197479" y="775843"/>
                  </a:lnTo>
                  <a:lnTo>
                    <a:pt x="3292475" y="775843"/>
                  </a:lnTo>
                  <a:lnTo>
                    <a:pt x="3292475" y="64401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93744" y="724661"/>
              <a:ext cx="2818130" cy="674370"/>
            </a:xfrm>
            <a:custGeom>
              <a:avLst/>
              <a:gdLst/>
              <a:ahLst/>
              <a:cxnLst/>
              <a:rect l="l" t="t" r="r" b="b"/>
              <a:pathLst>
                <a:path w="2818129" h="674369">
                  <a:moveTo>
                    <a:pt x="0" y="13589"/>
                  </a:moveTo>
                  <a:lnTo>
                    <a:pt x="32978" y="13589"/>
                  </a:lnTo>
                  <a:lnTo>
                    <a:pt x="65992" y="13589"/>
                  </a:lnTo>
                  <a:lnTo>
                    <a:pt x="99030" y="13589"/>
                  </a:lnTo>
                  <a:lnTo>
                    <a:pt x="132079" y="13589"/>
                  </a:lnTo>
                  <a:lnTo>
                    <a:pt x="157319" y="14239"/>
                  </a:lnTo>
                  <a:lnTo>
                    <a:pt x="198606" y="19589"/>
                  </a:lnTo>
                  <a:lnTo>
                    <a:pt x="239791" y="37623"/>
                  </a:lnTo>
                  <a:lnTo>
                    <a:pt x="269986" y="78104"/>
                  </a:lnTo>
                  <a:lnTo>
                    <a:pt x="279681" y="121396"/>
                  </a:lnTo>
                  <a:lnTo>
                    <a:pt x="282245" y="166354"/>
                  </a:lnTo>
                  <a:lnTo>
                    <a:pt x="282575" y="194691"/>
                  </a:lnTo>
                  <a:lnTo>
                    <a:pt x="282575" y="208788"/>
                  </a:lnTo>
                  <a:lnTo>
                    <a:pt x="282575" y="222885"/>
                  </a:lnTo>
                  <a:lnTo>
                    <a:pt x="282575" y="236982"/>
                  </a:lnTo>
                  <a:lnTo>
                    <a:pt x="282575" y="251078"/>
                  </a:lnTo>
                  <a:lnTo>
                    <a:pt x="281898" y="279904"/>
                  </a:lnTo>
                  <a:lnTo>
                    <a:pt x="276734" y="325123"/>
                  </a:lnTo>
                  <a:lnTo>
                    <a:pt x="258492" y="366442"/>
                  </a:lnTo>
                  <a:lnTo>
                    <a:pt x="221769" y="391604"/>
                  </a:lnTo>
                  <a:lnTo>
                    <a:pt x="166369" y="400176"/>
                  </a:lnTo>
                  <a:lnTo>
                    <a:pt x="157531" y="400176"/>
                  </a:lnTo>
                  <a:lnTo>
                    <a:pt x="148716" y="400176"/>
                  </a:lnTo>
                  <a:lnTo>
                    <a:pt x="139902" y="400176"/>
                  </a:lnTo>
                  <a:lnTo>
                    <a:pt x="131063" y="400176"/>
                  </a:lnTo>
                  <a:lnTo>
                    <a:pt x="131063" y="452297"/>
                  </a:lnTo>
                  <a:lnTo>
                    <a:pt x="131063" y="504418"/>
                  </a:lnTo>
                  <a:lnTo>
                    <a:pt x="131063" y="556539"/>
                  </a:lnTo>
                  <a:lnTo>
                    <a:pt x="131063" y="608660"/>
                  </a:lnTo>
                  <a:lnTo>
                    <a:pt x="131063" y="660780"/>
                  </a:lnTo>
                  <a:lnTo>
                    <a:pt x="98298" y="660780"/>
                  </a:lnTo>
                  <a:lnTo>
                    <a:pt x="65532" y="660780"/>
                  </a:lnTo>
                  <a:lnTo>
                    <a:pt x="32766" y="660780"/>
                  </a:lnTo>
                  <a:lnTo>
                    <a:pt x="0" y="660780"/>
                  </a:lnTo>
                  <a:lnTo>
                    <a:pt x="0" y="611014"/>
                  </a:lnTo>
                  <a:lnTo>
                    <a:pt x="0" y="63382"/>
                  </a:lnTo>
                  <a:lnTo>
                    <a:pt x="0" y="13589"/>
                  </a:lnTo>
                  <a:close/>
                </a:path>
                <a:path w="2818129" h="674369">
                  <a:moveTo>
                    <a:pt x="131063" y="124332"/>
                  </a:moveTo>
                  <a:lnTo>
                    <a:pt x="131063" y="165482"/>
                  </a:lnTo>
                  <a:lnTo>
                    <a:pt x="131063" y="206644"/>
                  </a:lnTo>
                  <a:lnTo>
                    <a:pt x="131063" y="247830"/>
                  </a:lnTo>
                  <a:lnTo>
                    <a:pt x="131063" y="289051"/>
                  </a:lnTo>
                  <a:lnTo>
                    <a:pt x="134873" y="289432"/>
                  </a:lnTo>
                  <a:lnTo>
                    <a:pt x="137921" y="289432"/>
                  </a:lnTo>
                  <a:lnTo>
                    <a:pt x="140715" y="289432"/>
                  </a:lnTo>
                  <a:lnTo>
                    <a:pt x="149165" y="288698"/>
                  </a:lnTo>
                  <a:lnTo>
                    <a:pt x="172418" y="247122"/>
                  </a:lnTo>
                  <a:lnTo>
                    <a:pt x="172846" y="230758"/>
                  </a:lnTo>
                  <a:lnTo>
                    <a:pt x="172846" y="217443"/>
                  </a:lnTo>
                  <a:lnTo>
                    <a:pt x="172846" y="204152"/>
                  </a:lnTo>
                  <a:lnTo>
                    <a:pt x="172846" y="190861"/>
                  </a:lnTo>
                  <a:lnTo>
                    <a:pt x="172846" y="177546"/>
                  </a:lnTo>
                  <a:lnTo>
                    <a:pt x="172327" y="162494"/>
                  </a:lnTo>
                  <a:lnTo>
                    <a:pt x="152368" y="126777"/>
                  </a:lnTo>
                  <a:lnTo>
                    <a:pt x="142823" y="124936"/>
                  </a:lnTo>
                  <a:lnTo>
                    <a:pt x="131063" y="124332"/>
                  </a:lnTo>
                  <a:close/>
                </a:path>
                <a:path w="2818129" h="674369">
                  <a:moveTo>
                    <a:pt x="618235" y="13589"/>
                  </a:moveTo>
                  <a:lnTo>
                    <a:pt x="618235" y="13589"/>
                  </a:lnTo>
                  <a:lnTo>
                    <a:pt x="618235" y="446150"/>
                  </a:lnTo>
                  <a:lnTo>
                    <a:pt x="617999" y="480248"/>
                  </a:lnTo>
                  <a:lnTo>
                    <a:pt x="616146" y="531822"/>
                  </a:lnTo>
                  <a:lnTo>
                    <a:pt x="607059" y="579501"/>
                  </a:lnTo>
                  <a:lnTo>
                    <a:pt x="582556" y="625359"/>
                  </a:lnTo>
                  <a:lnTo>
                    <a:pt x="544194" y="658114"/>
                  </a:lnTo>
                  <a:lnTo>
                    <a:pt x="492760" y="673365"/>
                  </a:lnTo>
                  <a:lnTo>
                    <a:pt x="473075" y="674370"/>
                  </a:lnTo>
                  <a:lnTo>
                    <a:pt x="451147" y="673195"/>
                  </a:lnTo>
                  <a:lnTo>
                    <a:pt x="411245" y="663654"/>
                  </a:lnTo>
                  <a:lnTo>
                    <a:pt x="377205" y="644804"/>
                  </a:lnTo>
                  <a:lnTo>
                    <a:pt x="341629" y="605281"/>
                  </a:lnTo>
                  <a:lnTo>
                    <a:pt x="323913" y="557025"/>
                  </a:lnTo>
                  <a:lnTo>
                    <a:pt x="320030" y="518332"/>
                  </a:lnTo>
                  <a:lnTo>
                    <a:pt x="318454" y="446637"/>
                  </a:lnTo>
                  <a:lnTo>
                    <a:pt x="318261" y="396621"/>
                  </a:lnTo>
                  <a:lnTo>
                    <a:pt x="318261" y="348752"/>
                  </a:lnTo>
                  <a:lnTo>
                    <a:pt x="318261" y="300874"/>
                  </a:lnTo>
                  <a:lnTo>
                    <a:pt x="318261" y="13589"/>
                  </a:lnTo>
                  <a:lnTo>
                    <a:pt x="351029" y="13589"/>
                  </a:lnTo>
                  <a:lnTo>
                    <a:pt x="383809" y="13589"/>
                  </a:lnTo>
                  <a:lnTo>
                    <a:pt x="416613" y="13589"/>
                  </a:lnTo>
                  <a:lnTo>
                    <a:pt x="449452" y="13589"/>
                  </a:lnTo>
                  <a:lnTo>
                    <a:pt x="449452" y="62128"/>
                  </a:lnTo>
                  <a:lnTo>
                    <a:pt x="449452" y="498982"/>
                  </a:lnTo>
                  <a:lnTo>
                    <a:pt x="449689" y="518275"/>
                  </a:lnTo>
                  <a:lnTo>
                    <a:pt x="455421" y="560831"/>
                  </a:lnTo>
                  <a:lnTo>
                    <a:pt x="460375" y="564896"/>
                  </a:lnTo>
                  <a:lnTo>
                    <a:pt x="467486" y="564896"/>
                  </a:lnTo>
                  <a:lnTo>
                    <a:pt x="475868" y="564896"/>
                  </a:lnTo>
                  <a:lnTo>
                    <a:pt x="486939" y="512522"/>
                  </a:lnTo>
                  <a:lnTo>
                    <a:pt x="487171" y="490474"/>
                  </a:lnTo>
                  <a:lnTo>
                    <a:pt x="487171" y="437510"/>
                  </a:lnTo>
                  <a:lnTo>
                    <a:pt x="487171" y="384538"/>
                  </a:lnTo>
                  <a:lnTo>
                    <a:pt x="487171" y="13589"/>
                  </a:lnTo>
                  <a:lnTo>
                    <a:pt x="519937" y="13589"/>
                  </a:lnTo>
                  <a:lnTo>
                    <a:pt x="552703" y="13589"/>
                  </a:lnTo>
                  <a:lnTo>
                    <a:pt x="585469" y="13589"/>
                  </a:lnTo>
                  <a:lnTo>
                    <a:pt x="618235" y="13589"/>
                  </a:lnTo>
                  <a:close/>
                </a:path>
                <a:path w="2818129" h="674369">
                  <a:moveTo>
                    <a:pt x="961897" y="13589"/>
                  </a:moveTo>
                  <a:lnTo>
                    <a:pt x="961897" y="13589"/>
                  </a:lnTo>
                  <a:lnTo>
                    <a:pt x="961897" y="660780"/>
                  </a:lnTo>
                  <a:lnTo>
                    <a:pt x="933132" y="660780"/>
                  </a:lnTo>
                  <a:lnTo>
                    <a:pt x="904366" y="660780"/>
                  </a:lnTo>
                  <a:lnTo>
                    <a:pt x="875601" y="660780"/>
                  </a:lnTo>
                  <a:lnTo>
                    <a:pt x="846835" y="660780"/>
                  </a:lnTo>
                  <a:lnTo>
                    <a:pt x="835619" y="611723"/>
                  </a:lnTo>
                  <a:lnTo>
                    <a:pt x="824244" y="562708"/>
                  </a:lnTo>
                  <a:lnTo>
                    <a:pt x="812784" y="513715"/>
                  </a:lnTo>
                  <a:lnTo>
                    <a:pt x="801313" y="464721"/>
                  </a:lnTo>
                  <a:lnTo>
                    <a:pt x="789906" y="415706"/>
                  </a:lnTo>
                  <a:lnTo>
                    <a:pt x="778636" y="366649"/>
                  </a:lnTo>
                  <a:lnTo>
                    <a:pt x="778636" y="415671"/>
                  </a:lnTo>
                  <a:lnTo>
                    <a:pt x="778636" y="464693"/>
                  </a:lnTo>
                  <a:lnTo>
                    <a:pt x="778636" y="513715"/>
                  </a:lnTo>
                  <a:lnTo>
                    <a:pt x="778636" y="562737"/>
                  </a:lnTo>
                  <a:lnTo>
                    <a:pt x="778636" y="611759"/>
                  </a:lnTo>
                  <a:lnTo>
                    <a:pt x="778636" y="660780"/>
                  </a:lnTo>
                  <a:lnTo>
                    <a:pt x="751278" y="660780"/>
                  </a:lnTo>
                  <a:lnTo>
                    <a:pt x="723884" y="660780"/>
                  </a:lnTo>
                  <a:lnTo>
                    <a:pt x="696466" y="660780"/>
                  </a:lnTo>
                  <a:lnTo>
                    <a:pt x="669035" y="660780"/>
                  </a:lnTo>
                  <a:lnTo>
                    <a:pt x="669035" y="611014"/>
                  </a:lnTo>
                  <a:lnTo>
                    <a:pt x="669035" y="13589"/>
                  </a:lnTo>
                  <a:lnTo>
                    <a:pt x="696466" y="13589"/>
                  </a:lnTo>
                  <a:lnTo>
                    <a:pt x="723884" y="13589"/>
                  </a:lnTo>
                  <a:lnTo>
                    <a:pt x="751278" y="13589"/>
                  </a:lnTo>
                  <a:lnTo>
                    <a:pt x="778636" y="13589"/>
                  </a:lnTo>
                  <a:lnTo>
                    <a:pt x="790796" y="62201"/>
                  </a:lnTo>
                  <a:lnTo>
                    <a:pt x="803096" y="110772"/>
                  </a:lnTo>
                  <a:lnTo>
                    <a:pt x="815466" y="159321"/>
                  </a:lnTo>
                  <a:lnTo>
                    <a:pt x="827837" y="207870"/>
                  </a:lnTo>
                  <a:lnTo>
                    <a:pt x="840137" y="256441"/>
                  </a:lnTo>
                  <a:lnTo>
                    <a:pt x="852296" y="305053"/>
                  </a:lnTo>
                  <a:lnTo>
                    <a:pt x="852296" y="256476"/>
                  </a:lnTo>
                  <a:lnTo>
                    <a:pt x="852296" y="13589"/>
                  </a:lnTo>
                  <a:lnTo>
                    <a:pt x="879655" y="13589"/>
                  </a:lnTo>
                  <a:lnTo>
                    <a:pt x="907049" y="13589"/>
                  </a:lnTo>
                  <a:lnTo>
                    <a:pt x="934467" y="13589"/>
                  </a:lnTo>
                  <a:lnTo>
                    <a:pt x="961897" y="13589"/>
                  </a:lnTo>
                  <a:close/>
                </a:path>
                <a:path w="2818129" h="674369">
                  <a:moveTo>
                    <a:pt x="1278763" y="13589"/>
                  </a:moveTo>
                  <a:lnTo>
                    <a:pt x="1278763" y="45974"/>
                  </a:lnTo>
                  <a:lnTo>
                    <a:pt x="1278763" y="78358"/>
                  </a:lnTo>
                  <a:lnTo>
                    <a:pt x="1278763" y="110743"/>
                  </a:lnTo>
                  <a:lnTo>
                    <a:pt x="1278763" y="143128"/>
                  </a:lnTo>
                  <a:lnTo>
                    <a:pt x="1259238" y="143128"/>
                  </a:lnTo>
                  <a:lnTo>
                    <a:pt x="1239726" y="143128"/>
                  </a:lnTo>
                  <a:lnTo>
                    <a:pt x="1220237" y="143128"/>
                  </a:lnTo>
                  <a:lnTo>
                    <a:pt x="1200784" y="143128"/>
                  </a:lnTo>
                  <a:lnTo>
                    <a:pt x="1200784" y="194875"/>
                  </a:lnTo>
                  <a:lnTo>
                    <a:pt x="1200784" y="660780"/>
                  </a:lnTo>
                  <a:lnTo>
                    <a:pt x="1167945" y="660780"/>
                  </a:lnTo>
                  <a:lnTo>
                    <a:pt x="1135141" y="660780"/>
                  </a:lnTo>
                  <a:lnTo>
                    <a:pt x="1102361" y="660780"/>
                  </a:lnTo>
                  <a:lnTo>
                    <a:pt x="1069593" y="660780"/>
                  </a:lnTo>
                  <a:lnTo>
                    <a:pt x="1069593" y="609034"/>
                  </a:lnTo>
                  <a:lnTo>
                    <a:pt x="1069593" y="143128"/>
                  </a:lnTo>
                  <a:lnTo>
                    <a:pt x="1050236" y="143128"/>
                  </a:lnTo>
                  <a:lnTo>
                    <a:pt x="1030843" y="143128"/>
                  </a:lnTo>
                  <a:lnTo>
                    <a:pt x="1011426" y="143128"/>
                  </a:lnTo>
                  <a:lnTo>
                    <a:pt x="991996" y="143128"/>
                  </a:lnTo>
                  <a:lnTo>
                    <a:pt x="991996" y="110744"/>
                  </a:lnTo>
                  <a:lnTo>
                    <a:pt x="991996" y="78359"/>
                  </a:lnTo>
                  <a:lnTo>
                    <a:pt x="991996" y="45974"/>
                  </a:lnTo>
                  <a:lnTo>
                    <a:pt x="991996" y="13589"/>
                  </a:lnTo>
                  <a:lnTo>
                    <a:pt x="1039803" y="13589"/>
                  </a:lnTo>
                  <a:lnTo>
                    <a:pt x="1087595" y="13589"/>
                  </a:lnTo>
                  <a:lnTo>
                    <a:pt x="1135379" y="13589"/>
                  </a:lnTo>
                  <a:lnTo>
                    <a:pt x="1183164" y="13589"/>
                  </a:lnTo>
                  <a:lnTo>
                    <a:pt x="1230956" y="13589"/>
                  </a:lnTo>
                  <a:lnTo>
                    <a:pt x="1278763" y="13589"/>
                  </a:lnTo>
                  <a:close/>
                </a:path>
                <a:path w="2818129" h="674369">
                  <a:moveTo>
                    <a:pt x="1606677" y="13589"/>
                  </a:moveTo>
                  <a:lnTo>
                    <a:pt x="1606677" y="13589"/>
                  </a:lnTo>
                  <a:lnTo>
                    <a:pt x="1606677" y="446150"/>
                  </a:lnTo>
                  <a:lnTo>
                    <a:pt x="1606438" y="480248"/>
                  </a:lnTo>
                  <a:lnTo>
                    <a:pt x="1604533" y="531822"/>
                  </a:lnTo>
                  <a:lnTo>
                    <a:pt x="1595389" y="579501"/>
                  </a:lnTo>
                  <a:lnTo>
                    <a:pt x="1570995" y="625359"/>
                  </a:lnTo>
                  <a:lnTo>
                    <a:pt x="1532508" y="658114"/>
                  </a:lnTo>
                  <a:lnTo>
                    <a:pt x="1481199" y="673365"/>
                  </a:lnTo>
                  <a:lnTo>
                    <a:pt x="1461515" y="674370"/>
                  </a:lnTo>
                  <a:lnTo>
                    <a:pt x="1439517" y="673195"/>
                  </a:lnTo>
                  <a:lnTo>
                    <a:pt x="1399615" y="663654"/>
                  </a:lnTo>
                  <a:lnTo>
                    <a:pt x="1365629" y="644804"/>
                  </a:lnTo>
                  <a:lnTo>
                    <a:pt x="1330070" y="605281"/>
                  </a:lnTo>
                  <a:lnTo>
                    <a:pt x="1312247" y="557025"/>
                  </a:lnTo>
                  <a:lnTo>
                    <a:pt x="1308417" y="518332"/>
                  </a:lnTo>
                  <a:lnTo>
                    <a:pt x="1306893" y="446637"/>
                  </a:lnTo>
                  <a:lnTo>
                    <a:pt x="1306702" y="396621"/>
                  </a:lnTo>
                  <a:lnTo>
                    <a:pt x="1306702" y="348752"/>
                  </a:lnTo>
                  <a:lnTo>
                    <a:pt x="1306702" y="300874"/>
                  </a:lnTo>
                  <a:lnTo>
                    <a:pt x="1306702" y="13589"/>
                  </a:lnTo>
                  <a:lnTo>
                    <a:pt x="1339468" y="13589"/>
                  </a:lnTo>
                  <a:lnTo>
                    <a:pt x="1372234" y="13589"/>
                  </a:lnTo>
                  <a:lnTo>
                    <a:pt x="1405000" y="13589"/>
                  </a:lnTo>
                  <a:lnTo>
                    <a:pt x="1437766" y="13589"/>
                  </a:lnTo>
                  <a:lnTo>
                    <a:pt x="1437766" y="62128"/>
                  </a:lnTo>
                  <a:lnTo>
                    <a:pt x="1437766" y="498982"/>
                  </a:lnTo>
                  <a:lnTo>
                    <a:pt x="1438022" y="518275"/>
                  </a:lnTo>
                  <a:lnTo>
                    <a:pt x="1443735" y="560831"/>
                  </a:lnTo>
                  <a:lnTo>
                    <a:pt x="1448815" y="564896"/>
                  </a:lnTo>
                  <a:lnTo>
                    <a:pt x="1455927" y="564896"/>
                  </a:lnTo>
                  <a:lnTo>
                    <a:pt x="1464309" y="564896"/>
                  </a:lnTo>
                  <a:lnTo>
                    <a:pt x="1475253" y="512522"/>
                  </a:lnTo>
                  <a:lnTo>
                    <a:pt x="1475485" y="490474"/>
                  </a:lnTo>
                  <a:lnTo>
                    <a:pt x="1475485" y="437510"/>
                  </a:lnTo>
                  <a:lnTo>
                    <a:pt x="1475485" y="384538"/>
                  </a:lnTo>
                  <a:lnTo>
                    <a:pt x="1475485" y="13589"/>
                  </a:lnTo>
                  <a:lnTo>
                    <a:pt x="1508325" y="13589"/>
                  </a:lnTo>
                  <a:lnTo>
                    <a:pt x="1541129" y="13589"/>
                  </a:lnTo>
                  <a:lnTo>
                    <a:pt x="1573909" y="13589"/>
                  </a:lnTo>
                  <a:lnTo>
                    <a:pt x="1606677" y="13589"/>
                  </a:lnTo>
                  <a:close/>
                </a:path>
                <a:path w="2818129" h="674369">
                  <a:moveTo>
                    <a:pt x="1883917" y="13589"/>
                  </a:moveTo>
                  <a:lnTo>
                    <a:pt x="1889600" y="63405"/>
                  </a:lnTo>
                  <a:lnTo>
                    <a:pt x="1895327" y="113210"/>
                  </a:lnTo>
                  <a:lnTo>
                    <a:pt x="1901093" y="163005"/>
                  </a:lnTo>
                  <a:lnTo>
                    <a:pt x="1906887" y="212791"/>
                  </a:lnTo>
                  <a:lnTo>
                    <a:pt x="1912702" y="262571"/>
                  </a:lnTo>
                  <a:lnTo>
                    <a:pt x="1918530" y="312346"/>
                  </a:lnTo>
                  <a:lnTo>
                    <a:pt x="1924362" y="362118"/>
                  </a:lnTo>
                  <a:lnTo>
                    <a:pt x="1930190" y="411888"/>
                  </a:lnTo>
                  <a:lnTo>
                    <a:pt x="1936005" y="461659"/>
                  </a:lnTo>
                  <a:lnTo>
                    <a:pt x="1941799" y="511432"/>
                  </a:lnTo>
                  <a:lnTo>
                    <a:pt x="1947565" y="561209"/>
                  </a:lnTo>
                  <a:lnTo>
                    <a:pt x="1953292" y="610991"/>
                  </a:lnTo>
                  <a:lnTo>
                    <a:pt x="1958975" y="660780"/>
                  </a:lnTo>
                  <a:lnTo>
                    <a:pt x="1925520" y="660780"/>
                  </a:lnTo>
                  <a:lnTo>
                    <a:pt x="1892030" y="660780"/>
                  </a:lnTo>
                  <a:lnTo>
                    <a:pt x="1858516" y="660780"/>
                  </a:lnTo>
                  <a:lnTo>
                    <a:pt x="1824989" y="660780"/>
                  </a:lnTo>
                  <a:lnTo>
                    <a:pt x="1823253" y="631727"/>
                  </a:lnTo>
                  <a:lnTo>
                    <a:pt x="1821481" y="602662"/>
                  </a:lnTo>
                  <a:lnTo>
                    <a:pt x="1819685" y="573573"/>
                  </a:lnTo>
                  <a:lnTo>
                    <a:pt x="1817877" y="544449"/>
                  </a:lnTo>
                  <a:lnTo>
                    <a:pt x="1806217" y="544449"/>
                  </a:lnTo>
                  <a:lnTo>
                    <a:pt x="1794509" y="544449"/>
                  </a:lnTo>
                  <a:lnTo>
                    <a:pt x="1782802" y="544449"/>
                  </a:lnTo>
                  <a:lnTo>
                    <a:pt x="1771141" y="544449"/>
                  </a:lnTo>
                  <a:lnTo>
                    <a:pt x="1769121" y="573573"/>
                  </a:lnTo>
                  <a:lnTo>
                    <a:pt x="1767077" y="602662"/>
                  </a:lnTo>
                  <a:lnTo>
                    <a:pt x="1765034" y="631727"/>
                  </a:lnTo>
                  <a:lnTo>
                    <a:pt x="1763014" y="660780"/>
                  </a:lnTo>
                  <a:lnTo>
                    <a:pt x="1729178" y="660780"/>
                  </a:lnTo>
                  <a:lnTo>
                    <a:pt x="1695307" y="660780"/>
                  </a:lnTo>
                  <a:lnTo>
                    <a:pt x="1661412" y="660780"/>
                  </a:lnTo>
                  <a:lnTo>
                    <a:pt x="1627504" y="660780"/>
                  </a:lnTo>
                  <a:lnTo>
                    <a:pt x="1632569" y="610991"/>
                  </a:lnTo>
                  <a:lnTo>
                    <a:pt x="1637676" y="561209"/>
                  </a:lnTo>
                  <a:lnTo>
                    <a:pt x="1642818" y="511432"/>
                  </a:lnTo>
                  <a:lnTo>
                    <a:pt x="1647987" y="461659"/>
                  </a:lnTo>
                  <a:lnTo>
                    <a:pt x="1653177" y="411888"/>
                  </a:lnTo>
                  <a:lnTo>
                    <a:pt x="1658381" y="362118"/>
                  </a:lnTo>
                  <a:lnTo>
                    <a:pt x="1663590" y="312346"/>
                  </a:lnTo>
                  <a:lnTo>
                    <a:pt x="1668797" y="262571"/>
                  </a:lnTo>
                  <a:lnTo>
                    <a:pt x="1673997" y="212791"/>
                  </a:lnTo>
                  <a:lnTo>
                    <a:pt x="1679180" y="163005"/>
                  </a:lnTo>
                  <a:lnTo>
                    <a:pt x="1684340" y="113210"/>
                  </a:lnTo>
                  <a:lnTo>
                    <a:pt x="1689469" y="63405"/>
                  </a:lnTo>
                  <a:lnTo>
                    <a:pt x="1694560" y="13589"/>
                  </a:lnTo>
                  <a:lnTo>
                    <a:pt x="1741900" y="13589"/>
                  </a:lnTo>
                  <a:lnTo>
                    <a:pt x="1789239" y="13589"/>
                  </a:lnTo>
                  <a:lnTo>
                    <a:pt x="1836578" y="13589"/>
                  </a:lnTo>
                  <a:lnTo>
                    <a:pt x="1883917" y="13589"/>
                  </a:lnTo>
                  <a:close/>
                </a:path>
                <a:path w="2818129" h="674369">
                  <a:moveTo>
                    <a:pt x="1814448" y="429768"/>
                  </a:moveTo>
                  <a:lnTo>
                    <a:pt x="1810509" y="383763"/>
                  </a:lnTo>
                  <a:lnTo>
                    <a:pt x="1806497" y="333552"/>
                  </a:lnTo>
                  <a:lnTo>
                    <a:pt x="1802461" y="279166"/>
                  </a:lnTo>
                  <a:lnTo>
                    <a:pt x="1798449" y="220634"/>
                  </a:lnTo>
                  <a:lnTo>
                    <a:pt x="1794509" y="157988"/>
                  </a:lnTo>
                  <a:lnTo>
                    <a:pt x="1787187" y="228510"/>
                  </a:lnTo>
                  <a:lnTo>
                    <a:pt x="1780950" y="290907"/>
                  </a:lnTo>
                  <a:lnTo>
                    <a:pt x="1775847" y="345220"/>
                  </a:lnTo>
                  <a:lnTo>
                    <a:pt x="1771926" y="391493"/>
                  </a:lnTo>
                  <a:lnTo>
                    <a:pt x="1769236" y="429768"/>
                  </a:lnTo>
                  <a:lnTo>
                    <a:pt x="1780551" y="429768"/>
                  </a:lnTo>
                  <a:lnTo>
                    <a:pt x="1791842" y="429768"/>
                  </a:lnTo>
                  <a:lnTo>
                    <a:pt x="1803134" y="429768"/>
                  </a:lnTo>
                  <a:lnTo>
                    <a:pt x="1814448" y="429768"/>
                  </a:lnTo>
                  <a:close/>
                </a:path>
                <a:path w="2818129" h="674369">
                  <a:moveTo>
                    <a:pt x="2287651" y="295401"/>
                  </a:moveTo>
                  <a:lnTo>
                    <a:pt x="2254865" y="295401"/>
                  </a:lnTo>
                  <a:lnTo>
                    <a:pt x="2222055" y="295401"/>
                  </a:lnTo>
                  <a:lnTo>
                    <a:pt x="2189245" y="295401"/>
                  </a:lnTo>
                  <a:lnTo>
                    <a:pt x="2156459" y="295401"/>
                  </a:lnTo>
                  <a:lnTo>
                    <a:pt x="2156459" y="267376"/>
                  </a:lnTo>
                  <a:lnTo>
                    <a:pt x="2156459" y="239315"/>
                  </a:lnTo>
                  <a:lnTo>
                    <a:pt x="2156459" y="211230"/>
                  </a:lnTo>
                  <a:lnTo>
                    <a:pt x="2156459" y="183133"/>
                  </a:lnTo>
                  <a:lnTo>
                    <a:pt x="2156217" y="160811"/>
                  </a:lnTo>
                  <a:lnTo>
                    <a:pt x="2152395" y="121539"/>
                  </a:lnTo>
                  <a:lnTo>
                    <a:pt x="2143379" y="109600"/>
                  </a:lnTo>
                  <a:lnTo>
                    <a:pt x="2133727" y="109600"/>
                  </a:lnTo>
                  <a:lnTo>
                    <a:pt x="2122804" y="109600"/>
                  </a:lnTo>
                  <a:lnTo>
                    <a:pt x="2109946" y="147812"/>
                  </a:lnTo>
                  <a:lnTo>
                    <a:pt x="2108834" y="188341"/>
                  </a:lnTo>
                  <a:lnTo>
                    <a:pt x="2108834" y="238398"/>
                  </a:lnTo>
                  <a:lnTo>
                    <a:pt x="2108834" y="288487"/>
                  </a:lnTo>
                  <a:lnTo>
                    <a:pt x="2108834" y="338597"/>
                  </a:lnTo>
                  <a:lnTo>
                    <a:pt x="2108834" y="388718"/>
                  </a:lnTo>
                  <a:lnTo>
                    <a:pt x="2108834" y="438839"/>
                  </a:lnTo>
                  <a:lnTo>
                    <a:pt x="2108834" y="488950"/>
                  </a:lnTo>
                  <a:lnTo>
                    <a:pt x="2109116" y="510504"/>
                  </a:lnTo>
                  <a:lnTo>
                    <a:pt x="2113153" y="550545"/>
                  </a:lnTo>
                  <a:lnTo>
                    <a:pt x="2122551" y="564896"/>
                  </a:lnTo>
                  <a:lnTo>
                    <a:pt x="2132838" y="564896"/>
                  </a:lnTo>
                  <a:lnTo>
                    <a:pt x="2142490" y="564896"/>
                  </a:lnTo>
                  <a:lnTo>
                    <a:pt x="2155348" y="526430"/>
                  </a:lnTo>
                  <a:lnTo>
                    <a:pt x="2156459" y="482980"/>
                  </a:lnTo>
                  <a:lnTo>
                    <a:pt x="2156459" y="462524"/>
                  </a:lnTo>
                  <a:lnTo>
                    <a:pt x="2156459" y="442102"/>
                  </a:lnTo>
                  <a:lnTo>
                    <a:pt x="2156459" y="421705"/>
                  </a:lnTo>
                  <a:lnTo>
                    <a:pt x="2156459" y="401320"/>
                  </a:lnTo>
                  <a:lnTo>
                    <a:pt x="2189245" y="401320"/>
                  </a:lnTo>
                  <a:lnTo>
                    <a:pt x="2222055" y="401320"/>
                  </a:lnTo>
                  <a:lnTo>
                    <a:pt x="2254865" y="401320"/>
                  </a:lnTo>
                  <a:lnTo>
                    <a:pt x="2287651" y="401320"/>
                  </a:lnTo>
                  <a:lnTo>
                    <a:pt x="2287651" y="407775"/>
                  </a:lnTo>
                  <a:lnTo>
                    <a:pt x="2287651" y="414194"/>
                  </a:lnTo>
                  <a:lnTo>
                    <a:pt x="2287651" y="420590"/>
                  </a:lnTo>
                  <a:lnTo>
                    <a:pt x="2287651" y="426974"/>
                  </a:lnTo>
                  <a:lnTo>
                    <a:pt x="2286926" y="473398"/>
                  </a:lnTo>
                  <a:lnTo>
                    <a:pt x="2284809" y="512619"/>
                  </a:lnTo>
                  <a:lnTo>
                    <a:pt x="2276729" y="569214"/>
                  </a:lnTo>
                  <a:lnTo>
                    <a:pt x="2258853" y="608520"/>
                  </a:lnTo>
                  <a:lnTo>
                    <a:pt x="2227833" y="642874"/>
                  </a:lnTo>
                  <a:lnTo>
                    <a:pt x="2185622" y="666623"/>
                  </a:lnTo>
                  <a:lnTo>
                    <a:pt x="2134361" y="674370"/>
                  </a:lnTo>
                  <a:lnTo>
                    <a:pt x="2106818" y="672754"/>
                  </a:lnTo>
                  <a:lnTo>
                    <a:pt x="2059209" y="659475"/>
                  </a:lnTo>
                  <a:lnTo>
                    <a:pt x="2022250" y="632749"/>
                  </a:lnTo>
                  <a:lnTo>
                    <a:pt x="1997465" y="595673"/>
                  </a:lnTo>
                  <a:lnTo>
                    <a:pt x="1984555" y="546621"/>
                  </a:lnTo>
                  <a:lnTo>
                    <a:pt x="1978423" y="475497"/>
                  </a:lnTo>
                  <a:lnTo>
                    <a:pt x="1977643" y="430911"/>
                  </a:lnTo>
                  <a:lnTo>
                    <a:pt x="1977643" y="383667"/>
                  </a:lnTo>
                  <a:lnTo>
                    <a:pt x="1977643" y="336423"/>
                  </a:lnTo>
                  <a:lnTo>
                    <a:pt x="1977643" y="289178"/>
                  </a:lnTo>
                  <a:lnTo>
                    <a:pt x="1977643" y="241934"/>
                  </a:lnTo>
                  <a:lnTo>
                    <a:pt x="1977880" y="209038"/>
                  </a:lnTo>
                  <a:lnTo>
                    <a:pt x="1979733" y="156531"/>
                  </a:lnTo>
                  <a:lnTo>
                    <a:pt x="1988899" y="102552"/>
                  </a:lnTo>
                  <a:lnTo>
                    <a:pt x="2013789" y="54151"/>
                  </a:lnTo>
                  <a:lnTo>
                    <a:pt x="2055240" y="18415"/>
                  </a:lnTo>
                  <a:lnTo>
                    <a:pt x="2109890" y="1109"/>
                  </a:lnTo>
                  <a:lnTo>
                    <a:pt x="2130552" y="0"/>
                  </a:lnTo>
                  <a:lnTo>
                    <a:pt x="2158317" y="1772"/>
                  </a:lnTo>
                  <a:lnTo>
                    <a:pt x="2206132" y="16127"/>
                  </a:lnTo>
                  <a:lnTo>
                    <a:pt x="2243458" y="44199"/>
                  </a:lnTo>
                  <a:lnTo>
                    <a:pt x="2268295" y="79942"/>
                  </a:lnTo>
                  <a:lnTo>
                    <a:pt x="2280846" y="124979"/>
                  </a:lnTo>
                  <a:lnTo>
                    <a:pt x="2286875" y="191932"/>
                  </a:lnTo>
                  <a:lnTo>
                    <a:pt x="2287651" y="234315"/>
                  </a:lnTo>
                  <a:lnTo>
                    <a:pt x="2287651" y="249574"/>
                  </a:lnTo>
                  <a:lnTo>
                    <a:pt x="2287651" y="264858"/>
                  </a:lnTo>
                  <a:lnTo>
                    <a:pt x="2287651" y="280142"/>
                  </a:lnTo>
                  <a:lnTo>
                    <a:pt x="2287651" y="295401"/>
                  </a:lnTo>
                  <a:close/>
                </a:path>
                <a:path w="2818129" h="674369">
                  <a:moveTo>
                    <a:pt x="2465704" y="13589"/>
                  </a:moveTo>
                  <a:lnTo>
                    <a:pt x="2465704" y="13589"/>
                  </a:lnTo>
                  <a:lnTo>
                    <a:pt x="2465704" y="660780"/>
                  </a:lnTo>
                  <a:lnTo>
                    <a:pt x="2432939" y="660780"/>
                  </a:lnTo>
                  <a:lnTo>
                    <a:pt x="2400173" y="660780"/>
                  </a:lnTo>
                  <a:lnTo>
                    <a:pt x="2367407" y="660780"/>
                  </a:lnTo>
                  <a:lnTo>
                    <a:pt x="2334641" y="660780"/>
                  </a:lnTo>
                  <a:lnTo>
                    <a:pt x="2334641" y="611014"/>
                  </a:lnTo>
                  <a:lnTo>
                    <a:pt x="2334641" y="13589"/>
                  </a:lnTo>
                  <a:lnTo>
                    <a:pt x="2367406" y="13589"/>
                  </a:lnTo>
                  <a:lnTo>
                    <a:pt x="2400172" y="13589"/>
                  </a:lnTo>
                  <a:lnTo>
                    <a:pt x="2432938" y="13589"/>
                  </a:lnTo>
                  <a:lnTo>
                    <a:pt x="2465704" y="13589"/>
                  </a:lnTo>
                  <a:close/>
                </a:path>
                <a:path w="2818129" h="674369">
                  <a:moveTo>
                    <a:pt x="2818129" y="392556"/>
                  </a:moveTo>
                  <a:lnTo>
                    <a:pt x="2817895" y="437824"/>
                  </a:lnTo>
                  <a:lnTo>
                    <a:pt x="2816094" y="506785"/>
                  </a:lnTo>
                  <a:lnTo>
                    <a:pt x="2811831" y="550412"/>
                  </a:lnTo>
                  <a:lnTo>
                    <a:pt x="2800536" y="587611"/>
                  </a:lnTo>
                  <a:lnTo>
                    <a:pt x="2769981" y="634539"/>
                  </a:lnTo>
                  <a:lnTo>
                    <a:pt x="2724425" y="664404"/>
                  </a:lnTo>
                  <a:lnTo>
                    <a:pt x="2687036" y="673286"/>
                  </a:lnTo>
                  <a:lnTo>
                    <a:pt x="2666365" y="674370"/>
                  </a:lnTo>
                  <a:lnTo>
                    <a:pt x="2646622" y="673352"/>
                  </a:lnTo>
                  <a:lnTo>
                    <a:pt x="2593847" y="657225"/>
                  </a:lnTo>
                  <a:lnTo>
                    <a:pt x="2552307" y="622452"/>
                  </a:lnTo>
                  <a:lnTo>
                    <a:pt x="2533018" y="589000"/>
                  </a:lnTo>
                  <a:lnTo>
                    <a:pt x="2521311" y="552150"/>
                  </a:lnTo>
                  <a:lnTo>
                    <a:pt x="2516743" y="508732"/>
                  </a:lnTo>
                  <a:lnTo>
                    <a:pt x="2514838" y="438838"/>
                  </a:lnTo>
                  <a:lnTo>
                    <a:pt x="2514600" y="392556"/>
                  </a:lnTo>
                  <a:lnTo>
                    <a:pt x="2514600" y="364912"/>
                  </a:lnTo>
                  <a:lnTo>
                    <a:pt x="2514600" y="337232"/>
                  </a:lnTo>
                  <a:lnTo>
                    <a:pt x="2514600" y="309528"/>
                  </a:lnTo>
                  <a:lnTo>
                    <a:pt x="2514600" y="281813"/>
                  </a:lnTo>
                  <a:lnTo>
                    <a:pt x="2514838" y="236539"/>
                  </a:lnTo>
                  <a:lnTo>
                    <a:pt x="2515552" y="198421"/>
                  </a:lnTo>
                  <a:lnTo>
                    <a:pt x="2518409" y="143509"/>
                  </a:lnTo>
                  <a:lnTo>
                    <a:pt x="2525728" y="104917"/>
                  </a:lnTo>
                  <a:lnTo>
                    <a:pt x="2540761" y="69469"/>
                  </a:lnTo>
                  <a:lnTo>
                    <a:pt x="2576355" y="28070"/>
                  </a:lnTo>
                  <a:lnTo>
                    <a:pt x="2626391" y="4445"/>
                  </a:lnTo>
                  <a:lnTo>
                    <a:pt x="2666365" y="0"/>
                  </a:lnTo>
                  <a:lnTo>
                    <a:pt x="2686149" y="1029"/>
                  </a:lnTo>
                  <a:lnTo>
                    <a:pt x="2739262" y="16764"/>
                  </a:lnTo>
                  <a:lnTo>
                    <a:pt x="2780482" y="51964"/>
                  </a:lnTo>
                  <a:lnTo>
                    <a:pt x="2799728" y="85387"/>
                  </a:lnTo>
                  <a:lnTo>
                    <a:pt x="2811472" y="122273"/>
                  </a:lnTo>
                  <a:lnTo>
                    <a:pt x="2815986" y="165655"/>
                  </a:lnTo>
                  <a:lnTo>
                    <a:pt x="2817891" y="235584"/>
                  </a:lnTo>
                  <a:lnTo>
                    <a:pt x="2818129" y="281813"/>
                  </a:lnTo>
                  <a:lnTo>
                    <a:pt x="2818129" y="309528"/>
                  </a:lnTo>
                  <a:lnTo>
                    <a:pt x="2818129" y="337232"/>
                  </a:lnTo>
                  <a:lnTo>
                    <a:pt x="2818129" y="364912"/>
                  </a:lnTo>
                  <a:lnTo>
                    <a:pt x="2818129" y="392556"/>
                  </a:lnTo>
                  <a:close/>
                </a:path>
                <a:path w="2818129" h="674369">
                  <a:moveTo>
                    <a:pt x="2686939" y="179958"/>
                  </a:moveTo>
                  <a:lnTo>
                    <a:pt x="2684849" y="130292"/>
                  </a:lnTo>
                  <a:lnTo>
                    <a:pt x="2675128" y="109600"/>
                  </a:lnTo>
                  <a:lnTo>
                    <a:pt x="2667000" y="109600"/>
                  </a:lnTo>
                  <a:lnTo>
                    <a:pt x="2660141" y="109600"/>
                  </a:lnTo>
                  <a:lnTo>
                    <a:pt x="2646253" y="157440"/>
                  </a:lnTo>
                  <a:lnTo>
                    <a:pt x="2645917" y="179958"/>
                  </a:lnTo>
                  <a:lnTo>
                    <a:pt x="2645917" y="230270"/>
                  </a:lnTo>
                  <a:lnTo>
                    <a:pt x="2645917" y="280613"/>
                  </a:lnTo>
                  <a:lnTo>
                    <a:pt x="2645917" y="330977"/>
                  </a:lnTo>
                  <a:lnTo>
                    <a:pt x="2645917" y="381352"/>
                  </a:lnTo>
                  <a:lnTo>
                    <a:pt x="2645917" y="431727"/>
                  </a:lnTo>
                  <a:lnTo>
                    <a:pt x="2645917" y="482092"/>
                  </a:lnTo>
                  <a:lnTo>
                    <a:pt x="2646154" y="507575"/>
                  </a:lnTo>
                  <a:lnTo>
                    <a:pt x="2649601" y="551688"/>
                  </a:lnTo>
                  <a:lnTo>
                    <a:pt x="2657347" y="564896"/>
                  </a:lnTo>
                  <a:lnTo>
                    <a:pt x="2666110" y="564896"/>
                  </a:lnTo>
                  <a:lnTo>
                    <a:pt x="2675128" y="564896"/>
                  </a:lnTo>
                  <a:lnTo>
                    <a:pt x="2686002" y="523970"/>
                  </a:lnTo>
                  <a:lnTo>
                    <a:pt x="2686939" y="477393"/>
                  </a:lnTo>
                  <a:lnTo>
                    <a:pt x="2686939" y="427800"/>
                  </a:lnTo>
                  <a:lnTo>
                    <a:pt x="2686939" y="378210"/>
                  </a:lnTo>
                  <a:lnTo>
                    <a:pt x="2686939" y="328628"/>
                  </a:lnTo>
                  <a:lnTo>
                    <a:pt x="2686939" y="279056"/>
                  </a:lnTo>
                  <a:lnTo>
                    <a:pt x="2686939" y="229498"/>
                  </a:lnTo>
                  <a:lnTo>
                    <a:pt x="2686939" y="179958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90767" y="600074"/>
              <a:ext cx="184785" cy="1273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660769" y="738250"/>
              <a:ext cx="425450" cy="647700"/>
            </a:xfrm>
            <a:custGeom>
              <a:avLst/>
              <a:gdLst/>
              <a:ahLst/>
              <a:cxnLst/>
              <a:rect l="l" t="t" r="r" b="b"/>
              <a:pathLst>
                <a:path w="425450" h="647700">
                  <a:moveTo>
                    <a:pt x="292861" y="0"/>
                  </a:moveTo>
                  <a:lnTo>
                    <a:pt x="292861" y="0"/>
                  </a:lnTo>
                  <a:lnTo>
                    <a:pt x="292861" y="647191"/>
                  </a:lnTo>
                  <a:lnTo>
                    <a:pt x="264096" y="647191"/>
                  </a:lnTo>
                  <a:lnTo>
                    <a:pt x="235330" y="647191"/>
                  </a:lnTo>
                  <a:lnTo>
                    <a:pt x="206565" y="647191"/>
                  </a:lnTo>
                  <a:lnTo>
                    <a:pt x="177800" y="647191"/>
                  </a:lnTo>
                  <a:lnTo>
                    <a:pt x="166539" y="598134"/>
                  </a:lnTo>
                  <a:lnTo>
                    <a:pt x="155151" y="549119"/>
                  </a:lnTo>
                  <a:lnTo>
                    <a:pt x="143700" y="500125"/>
                  </a:lnTo>
                  <a:lnTo>
                    <a:pt x="132249" y="451132"/>
                  </a:lnTo>
                  <a:lnTo>
                    <a:pt x="120861" y="402117"/>
                  </a:lnTo>
                  <a:lnTo>
                    <a:pt x="109600" y="353059"/>
                  </a:lnTo>
                  <a:lnTo>
                    <a:pt x="109600" y="402081"/>
                  </a:lnTo>
                  <a:lnTo>
                    <a:pt x="109600" y="647191"/>
                  </a:lnTo>
                  <a:lnTo>
                    <a:pt x="82188" y="647191"/>
                  </a:lnTo>
                  <a:lnTo>
                    <a:pt x="54800" y="647191"/>
                  </a:lnTo>
                  <a:lnTo>
                    <a:pt x="27412" y="647191"/>
                  </a:lnTo>
                  <a:lnTo>
                    <a:pt x="0" y="647191"/>
                  </a:lnTo>
                  <a:lnTo>
                    <a:pt x="0" y="597425"/>
                  </a:lnTo>
                  <a:lnTo>
                    <a:pt x="0" y="0"/>
                  </a:lnTo>
                  <a:lnTo>
                    <a:pt x="27412" y="0"/>
                  </a:lnTo>
                  <a:lnTo>
                    <a:pt x="54800" y="0"/>
                  </a:lnTo>
                  <a:lnTo>
                    <a:pt x="82188" y="0"/>
                  </a:lnTo>
                  <a:lnTo>
                    <a:pt x="109600" y="0"/>
                  </a:lnTo>
                  <a:lnTo>
                    <a:pt x="121759" y="48612"/>
                  </a:lnTo>
                  <a:lnTo>
                    <a:pt x="134055" y="97183"/>
                  </a:lnTo>
                  <a:lnTo>
                    <a:pt x="146415" y="145732"/>
                  </a:lnTo>
                  <a:lnTo>
                    <a:pt x="158764" y="194281"/>
                  </a:lnTo>
                  <a:lnTo>
                    <a:pt x="171028" y="242852"/>
                  </a:lnTo>
                  <a:lnTo>
                    <a:pt x="183133" y="291464"/>
                  </a:lnTo>
                  <a:lnTo>
                    <a:pt x="183133" y="242887"/>
                  </a:lnTo>
                  <a:lnTo>
                    <a:pt x="183133" y="0"/>
                  </a:lnTo>
                  <a:lnTo>
                    <a:pt x="210512" y="0"/>
                  </a:lnTo>
                  <a:lnTo>
                    <a:pt x="237950" y="0"/>
                  </a:lnTo>
                  <a:lnTo>
                    <a:pt x="265412" y="0"/>
                  </a:lnTo>
                  <a:lnTo>
                    <a:pt x="292861" y="0"/>
                  </a:lnTo>
                  <a:close/>
                </a:path>
                <a:path w="425450" h="647700">
                  <a:moveTo>
                    <a:pt x="425450" y="515365"/>
                  </a:moveTo>
                  <a:lnTo>
                    <a:pt x="425450" y="548268"/>
                  </a:lnTo>
                  <a:lnTo>
                    <a:pt x="425450" y="581231"/>
                  </a:lnTo>
                  <a:lnTo>
                    <a:pt x="425450" y="614217"/>
                  </a:lnTo>
                  <a:lnTo>
                    <a:pt x="425450" y="647191"/>
                  </a:lnTo>
                  <a:lnTo>
                    <a:pt x="401712" y="647191"/>
                  </a:lnTo>
                  <a:lnTo>
                    <a:pt x="377951" y="647191"/>
                  </a:lnTo>
                  <a:lnTo>
                    <a:pt x="354191" y="647191"/>
                  </a:lnTo>
                  <a:lnTo>
                    <a:pt x="330453" y="647191"/>
                  </a:lnTo>
                  <a:lnTo>
                    <a:pt x="330453" y="614217"/>
                  </a:lnTo>
                  <a:lnTo>
                    <a:pt x="330453" y="581231"/>
                  </a:lnTo>
                  <a:lnTo>
                    <a:pt x="330453" y="548268"/>
                  </a:lnTo>
                  <a:lnTo>
                    <a:pt x="330453" y="515365"/>
                  </a:lnTo>
                  <a:lnTo>
                    <a:pt x="354191" y="515365"/>
                  </a:lnTo>
                  <a:lnTo>
                    <a:pt x="377951" y="515365"/>
                  </a:lnTo>
                  <a:lnTo>
                    <a:pt x="401712" y="515365"/>
                  </a:lnTo>
                  <a:lnTo>
                    <a:pt x="425450" y="515365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4500" y="1578989"/>
            <a:ext cx="6568440" cy="401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2400">
              <a:lnSpc>
                <a:spcPct val="117500"/>
              </a:lnSpc>
              <a:spcBef>
                <a:spcPts val="95"/>
              </a:spcBef>
            </a:pPr>
            <a:r>
              <a:rPr sz="1050" dirty="0">
                <a:latin typeface="Calibri"/>
                <a:cs typeface="Calibri"/>
              </a:rPr>
              <a:t>Vamos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ver,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uno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uno,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todos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los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signos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de</a:t>
            </a:r>
            <a:r>
              <a:rPr sz="1050" spc="-3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puntuación.</a:t>
            </a:r>
            <a:r>
              <a:rPr sz="1050" spc="-3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Veremos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sus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principales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usos,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resumiéndolos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y</a:t>
            </a:r>
            <a:r>
              <a:rPr sz="1050" spc="-10" dirty="0">
                <a:latin typeface="Calibri"/>
                <a:cs typeface="Calibri"/>
              </a:rPr>
              <a:t> centrándonos </a:t>
            </a:r>
            <a:r>
              <a:rPr sz="1050" dirty="0">
                <a:latin typeface="Calibri"/>
                <a:cs typeface="Calibri"/>
              </a:rPr>
              <a:t>en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lo más importante.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Si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quieres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saber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más,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te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dejamos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los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enlaces a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las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páginas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oficiales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correspondientes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de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la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spc="-20" dirty="0">
                <a:latin typeface="Calibri"/>
                <a:cs typeface="Calibri"/>
              </a:rPr>
              <a:t>RAE.</a:t>
            </a:r>
            <a:endParaRPr sz="1050">
              <a:latin typeface="Calibri"/>
              <a:cs typeface="Calibri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21640" y="2042477"/>
          <a:ext cx="6727823" cy="2766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marL="13271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Signo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Símbolo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196215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tabLst>
                          <a:tab pos="2617470" algn="l"/>
                        </a:tabLst>
                      </a:pPr>
                      <a:r>
                        <a:rPr sz="1000" b="1" spc="-20" dirty="0">
                          <a:latin typeface="Calibri"/>
                          <a:cs typeface="Calibri"/>
                        </a:rPr>
                        <a:t>Usos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Ejemplos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2715" algn="ctr">
                        <a:lnSpc>
                          <a:spcPct val="100000"/>
                        </a:lnSpc>
                      </a:pPr>
                      <a:r>
                        <a:rPr sz="1200" b="1" spc="-20" dirty="0">
                          <a:solidFill>
                            <a:srgbClr val="0000FF"/>
                          </a:solidFill>
                          <a:latin typeface="Comic Sans MS"/>
                          <a:cs typeface="Comic Sans MS"/>
                        </a:rPr>
                        <a:t>COMA</a:t>
                      </a:r>
                      <a:endParaRPr sz="12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46050" algn="ctr">
                        <a:lnSpc>
                          <a:spcPct val="100000"/>
                        </a:lnSpc>
                      </a:pPr>
                      <a:r>
                        <a:rPr sz="1400" spc="-50" dirty="0">
                          <a:solidFill>
                            <a:srgbClr val="FF0066"/>
                          </a:solidFill>
                          <a:latin typeface="Arial Black"/>
                          <a:cs typeface="Arial Black"/>
                        </a:rPr>
                        <a:t>,</a:t>
                      </a:r>
                      <a:endParaRPr sz="1400">
                        <a:latin typeface="Arial Black"/>
                        <a:cs typeface="Arial Black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27990" algn="just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Se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usa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para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indicar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una</a:t>
                      </a:r>
                      <a:r>
                        <a:rPr sz="10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pausa</a:t>
                      </a:r>
                      <a:r>
                        <a:rPr sz="10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breve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Tras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coma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se escribe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minúscula.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Varios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usos: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26060" indent="-151130" algn="just">
                        <a:lnSpc>
                          <a:spcPct val="100000"/>
                        </a:lnSpc>
                        <a:spcBef>
                          <a:spcPts val="520"/>
                        </a:spcBef>
                        <a:buClr>
                          <a:srgbClr val="0000FF"/>
                        </a:buClr>
                        <a:buFont typeface="Calibri"/>
                        <a:buAutoNum type="arabicPeriod"/>
                        <a:tabLst>
                          <a:tab pos="226060" algn="l"/>
                        </a:tabLst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Separar</a:t>
                      </a:r>
                      <a:r>
                        <a:rPr sz="1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elementos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en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una</a:t>
                      </a:r>
                      <a:r>
                        <a:rPr sz="10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enumeración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Los</a:t>
                      </a:r>
                      <a:r>
                        <a:rPr sz="1000" spc="405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1.</a:t>
                      </a:r>
                      <a:r>
                        <a:rPr sz="1000" b="1" spc="19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Hay muchos</a:t>
                      </a:r>
                      <a:r>
                        <a:rPr sz="850" b="1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félidos:</a:t>
                      </a:r>
                      <a:r>
                        <a:rPr sz="850" b="1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gatos</a:t>
                      </a:r>
                      <a:r>
                        <a:rPr sz="85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850" b="1" spc="-1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spc="-10" dirty="0">
                          <a:latin typeface="Comic Sans MS"/>
                          <a:cs typeface="Comic Sans MS"/>
                        </a:rPr>
                        <a:t>ocelotes</a:t>
                      </a:r>
                      <a:r>
                        <a:rPr sz="850" b="1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,</a:t>
                      </a:r>
                      <a:endParaRPr sz="850">
                        <a:latin typeface="Comic Sans MS"/>
                        <a:cs typeface="Comic Sans MS"/>
                      </a:endParaRPr>
                    </a:p>
                    <a:p>
                      <a:pPr marL="64769" algn="just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2892425" algn="l"/>
                        </a:tabLst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dos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últimos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se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separan</a:t>
                      </a:r>
                      <a:r>
                        <a:rPr sz="1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con</a:t>
                      </a:r>
                      <a:r>
                        <a:rPr sz="1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una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conjunción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(y,</a:t>
                      </a:r>
                      <a:r>
                        <a:rPr sz="1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e,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leones</a:t>
                      </a:r>
                      <a:r>
                        <a:rPr sz="85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850" b="1" spc="-3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tigres</a:t>
                      </a:r>
                      <a:r>
                        <a:rPr sz="85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850" b="1" spc="-3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guepardos</a:t>
                      </a:r>
                      <a:r>
                        <a:rPr sz="85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850" b="1" spc="-3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spc="-10" dirty="0">
                          <a:latin typeface="Comic Sans MS"/>
                          <a:cs typeface="Comic Sans MS"/>
                        </a:rPr>
                        <a:t>panteras</a:t>
                      </a:r>
                      <a:r>
                        <a:rPr sz="850" b="1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,</a:t>
                      </a:r>
                      <a:endParaRPr sz="850">
                        <a:latin typeface="Comic Sans MS"/>
                        <a:cs typeface="Comic Sans MS"/>
                      </a:endParaRPr>
                    </a:p>
                    <a:p>
                      <a:pPr marL="153670" algn="just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ni,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o,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u).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Una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enumeración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puede</a:t>
                      </a:r>
                      <a:r>
                        <a:rPr sz="1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finalizar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en</a:t>
                      </a:r>
                      <a:r>
                        <a:rPr sz="1000" spc="459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275" b="1" baseline="3267" dirty="0">
                          <a:latin typeface="Comic Sans MS"/>
                          <a:cs typeface="Comic Sans MS"/>
                        </a:rPr>
                        <a:t>leopardos</a:t>
                      </a:r>
                      <a:r>
                        <a:rPr sz="1275" b="1" baseline="3267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…</a:t>
                      </a:r>
                      <a:r>
                        <a:rPr sz="1275" b="1" spc="494" baseline="3267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275" b="1" baseline="3267" dirty="0">
                          <a:latin typeface="Comic Sans MS"/>
                          <a:cs typeface="Comic Sans MS"/>
                        </a:rPr>
                        <a:t>A</a:t>
                      </a:r>
                      <a:r>
                        <a:rPr sz="1275" b="1" spc="-30" baseline="3267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275" b="1" baseline="3267" dirty="0">
                          <a:latin typeface="Comic Sans MS"/>
                          <a:cs typeface="Comic Sans MS"/>
                        </a:rPr>
                        <a:t>mí</a:t>
                      </a:r>
                      <a:r>
                        <a:rPr sz="1275" b="1" spc="-44" baseline="3267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275" b="1" baseline="3267" dirty="0">
                          <a:latin typeface="Comic Sans MS"/>
                          <a:cs typeface="Comic Sans MS"/>
                        </a:rPr>
                        <a:t>me</a:t>
                      </a:r>
                      <a:r>
                        <a:rPr sz="1275" b="1" spc="-44" baseline="3267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275" b="1" baseline="3267" dirty="0">
                          <a:latin typeface="Comic Sans MS"/>
                          <a:cs typeface="Comic Sans MS"/>
                        </a:rPr>
                        <a:t>gustan</a:t>
                      </a:r>
                      <a:r>
                        <a:rPr sz="1275" b="1" spc="-7" baseline="3267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275" b="1" baseline="3267" dirty="0">
                          <a:latin typeface="Comic Sans MS"/>
                          <a:cs typeface="Comic Sans MS"/>
                        </a:rPr>
                        <a:t>mucho</a:t>
                      </a:r>
                      <a:r>
                        <a:rPr sz="1275" b="1" spc="-37" baseline="3267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275" b="1" baseline="3267" dirty="0">
                          <a:latin typeface="Comic Sans MS"/>
                          <a:cs typeface="Comic Sans MS"/>
                        </a:rPr>
                        <a:t>los</a:t>
                      </a:r>
                      <a:r>
                        <a:rPr sz="1275" b="1" spc="-37" baseline="3267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275" b="1" spc="-15" baseline="3267" dirty="0">
                          <a:latin typeface="Comic Sans MS"/>
                          <a:cs typeface="Comic Sans MS"/>
                        </a:rPr>
                        <a:t>gatos</a:t>
                      </a:r>
                      <a:r>
                        <a:rPr sz="1275" b="1" spc="-15" baseline="3267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,</a:t>
                      </a:r>
                      <a:endParaRPr sz="1275" baseline="3267">
                        <a:latin typeface="Comic Sans MS"/>
                        <a:cs typeface="Comic Sans MS"/>
                      </a:endParaRPr>
                    </a:p>
                    <a:p>
                      <a:pPr marL="469265" algn="just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3184525" algn="l"/>
                        </a:tabLst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punto,</a:t>
                      </a:r>
                      <a:r>
                        <a:rPr sz="1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puntos</a:t>
                      </a:r>
                      <a:r>
                        <a:rPr sz="1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suspensivos,</a:t>
                      </a:r>
                      <a:r>
                        <a:rPr sz="1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‘etc’.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275" b="1" baseline="6535" dirty="0">
                          <a:latin typeface="Comic Sans MS"/>
                          <a:cs typeface="Comic Sans MS"/>
                        </a:rPr>
                        <a:t>linces</a:t>
                      </a:r>
                      <a:r>
                        <a:rPr sz="1275" b="1" baseline="653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1275" b="1" spc="-22" baseline="653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275" b="1" baseline="6535" dirty="0">
                          <a:latin typeface="Comic Sans MS"/>
                          <a:cs typeface="Comic Sans MS"/>
                        </a:rPr>
                        <a:t>pumas</a:t>
                      </a:r>
                      <a:r>
                        <a:rPr sz="1275" b="1" spc="-30" baseline="65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275" b="1" baseline="653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y</a:t>
                      </a:r>
                      <a:r>
                        <a:rPr sz="1275" b="1" spc="-15" baseline="653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275" b="1" spc="-15" baseline="6535" dirty="0">
                          <a:latin typeface="Comic Sans MS"/>
                          <a:cs typeface="Comic Sans MS"/>
                        </a:rPr>
                        <a:t>jaguares.</a:t>
                      </a:r>
                      <a:endParaRPr sz="1275" baseline="6535">
                        <a:latin typeface="Comic Sans MS"/>
                        <a:cs typeface="Comic Sans MS"/>
                      </a:endParaRPr>
                    </a:p>
                    <a:p>
                      <a:pPr marL="322580" indent="-151130" algn="just">
                        <a:lnSpc>
                          <a:spcPct val="100000"/>
                        </a:lnSpc>
                        <a:spcBef>
                          <a:spcPts val="520"/>
                        </a:spcBef>
                        <a:buClr>
                          <a:srgbClr val="0000FF"/>
                        </a:buClr>
                        <a:buFont typeface="Calibri"/>
                        <a:buAutoNum type="arabicPeriod" startAt="2"/>
                        <a:tabLst>
                          <a:tab pos="322580" algn="l"/>
                          <a:tab pos="2793365" algn="l"/>
                        </a:tabLst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Para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separar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el</a:t>
                      </a:r>
                      <a:r>
                        <a:rPr sz="1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nombre de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una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persona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2.</a:t>
                      </a:r>
                      <a:r>
                        <a:rPr sz="1000" b="1" spc="18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Dibújame</a:t>
                      </a:r>
                      <a:r>
                        <a:rPr sz="850" b="1" spc="-1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un</a:t>
                      </a:r>
                      <a:r>
                        <a:rPr sz="85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elefante</a:t>
                      </a:r>
                      <a:r>
                        <a:rPr sz="85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850" b="1" spc="-4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Javier</a:t>
                      </a:r>
                      <a:r>
                        <a:rPr sz="85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,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que</a:t>
                      </a:r>
                      <a:r>
                        <a:rPr sz="850" b="1" spc="-25" dirty="0">
                          <a:latin typeface="Comic Sans MS"/>
                          <a:cs typeface="Comic Sans MS"/>
                        </a:rPr>
                        <a:t> tú</a:t>
                      </a:r>
                      <a:endParaRPr sz="850">
                        <a:latin typeface="Comic Sans MS"/>
                        <a:cs typeface="Comic Sans MS"/>
                      </a:endParaRPr>
                    </a:p>
                    <a:p>
                      <a:pPr marL="191770" algn="just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3387725" algn="l"/>
                        </a:tabLst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quien</a:t>
                      </a:r>
                      <a:r>
                        <a:rPr sz="1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nos</a:t>
                      </a:r>
                      <a:r>
                        <a:rPr sz="10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dirigimos</a:t>
                      </a:r>
                      <a:r>
                        <a:rPr sz="10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del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resto</a:t>
                      </a:r>
                      <a:r>
                        <a:rPr sz="1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oración.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dibujas</a:t>
                      </a:r>
                      <a:r>
                        <a:rPr sz="85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muy</a:t>
                      </a:r>
                      <a:r>
                        <a:rPr sz="850" b="1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spc="-10" dirty="0">
                          <a:latin typeface="Comic Sans MS"/>
                          <a:cs typeface="Comic Sans MS"/>
                        </a:rPr>
                        <a:t>bien.</a:t>
                      </a:r>
                      <a:endParaRPr sz="850">
                        <a:latin typeface="Comic Sans MS"/>
                        <a:cs typeface="Comic Sans MS"/>
                      </a:endParaRPr>
                    </a:p>
                    <a:p>
                      <a:pPr marL="67310" marR="179705" indent="186690" algn="just">
                        <a:lnSpc>
                          <a:spcPct val="103800"/>
                        </a:lnSpc>
                        <a:spcBef>
                          <a:spcPts val="475"/>
                        </a:spcBef>
                        <a:buClr>
                          <a:srgbClr val="0000FF"/>
                        </a:buClr>
                        <a:buFont typeface="Calibri"/>
                        <a:buAutoNum type="arabicPeriod" startAt="3"/>
                        <a:tabLst>
                          <a:tab pos="254000" algn="l"/>
                        </a:tabLst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Para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separar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expresiones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(locuciones)</a:t>
                      </a:r>
                      <a:r>
                        <a:rPr sz="10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como</a:t>
                      </a:r>
                      <a:r>
                        <a:rPr sz="1000" spc="29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3.</a:t>
                      </a:r>
                      <a:r>
                        <a:rPr sz="1000" b="1" spc="19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Los panteras</a:t>
                      </a:r>
                      <a:r>
                        <a:rPr sz="850" b="1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en</a:t>
                      </a:r>
                      <a:r>
                        <a:rPr sz="850" b="1" spc="-1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realidad</a:t>
                      </a:r>
                      <a:r>
                        <a:rPr sz="850" b="1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son</a:t>
                      </a:r>
                      <a:r>
                        <a:rPr sz="850" b="1" spc="-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spc="-10" dirty="0">
                          <a:latin typeface="Comic Sans MS"/>
                          <a:cs typeface="Comic Sans MS"/>
                        </a:rPr>
                        <a:t>leopardos </a:t>
                      </a:r>
                      <a:r>
                        <a:rPr sz="1425" baseline="2923" dirty="0">
                          <a:latin typeface="Calibri"/>
                          <a:cs typeface="Calibri"/>
                        </a:rPr>
                        <a:t>‘</a:t>
                      </a:r>
                      <a:r>
                        <a:rPr sz="1425" b="1" baseline="2923" dirty="0">
                          <a:latin typeface="Calibri"/>
                          <a:cs typeface="Calibri"/>
                        </a:rPr>
                        <a:t>es</a:t>
                      </a:r>
                      <a:r>
                        <a:rPr sz="1425" b="1" spc="-22" baseline="292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25" b="1" baseline="2923" dirty="0">
                          <a:latin typeface="Calibri"/>
                          <a:cs typeface="Calibri"/>
                        </a:rPr>
                        <a:t>decir</a:t>
                      </a:r>
                      <a:r>
                        <a:rPr sz="1425" baseline="2923" dirty="0">
                          <a:latin typeface="Calibri"/>
                          <a:cs typeface="Calibri"/>
                        </a:rPr>
                        <a:t>’,</a:t>
                      </a:r>
                      <a:r>
                        <a:rPr sz="1425" spc="-22" baseline="292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25" baseline="2923" dirty="0">
                          <a:latin typeface="Calibri"/>
                          <a:cs typeface="Calibri"/>
                        </a:rPr>
                        <a:t>‘</a:t>
                      </a:r>
                      <a:r>
                        <a:rPr sz="1425" b="1" baseline="2923" dirty="0">
                          <a:latin typeface="Calibri"/>
                          <a:cs typeface="Calibri"/>
                        </a:rPr>
                        <a:t>en</a:t>
                      </a:r>
                      <a:r>
                        <a:rPr sz="1425" b="1" spc="-15" baseline="292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25" b="1" baseline="2923" dirty="0">
                          <a:latin typeface="Calibri"/>
                          <a:cs typeface="Calibri"/>
                        </a:rPr>
                        <a:t>fin</a:t>
                      </a:r>
                      <a:r>
                        <a:rPr sz="1425" baseline="2923" dirty="0">
                          <a:latin typeface="Calibri"/>
                          <a:cs typeface="Calibri"/>
                        </a:rPr>
                        <a:t>’,</a:t>
                      </a:r>
                      <a:r>
                        <a:rPr sz="1425" spc="-52" baseline="292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25" baseline="2923" dirty="0">
                          <a:latin typeface="Calibri"/>
                          <a:cs typeface="Calibri"/>
                        </a:rPr>
                        <a:t>‘</a:t>
                      </a:r>
                      <a:r>
                        <a:rPr sz="1425" b="1" baseline="2923" dirty="0">
                          <a:latin typeface="Calibri"/>
                          <a:cs typeface="Calibri"/>
                        </a:rPr>
                        <a:t>por</a:t>
                      </a:r>
                      <a:r>
                        <a:rPr sz="1425" b="1" spc="-44" baseline="292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25" b="1" baseline="2923" dirty="0">
                          <a:latin typeface="Calibri"/>
                          <a:cs typeface="Calibri"/>
                        </a:rPr>
                        <a:t>último</a:t>
                      </a:r>
                      <a:r>
                        <a:rPr sz="1425" baseline="2923" dirty="0">
                          <a:latin typeface="Calibri"/>
                          <a:cs typeface="Calibri"/>
                        </a:rPr>
                        <a:t>’,</a:t>
                      </a:r>
                      <a:r>
                        <a:rPr sz="1425" spc="-22" baseline="292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25" baseline="2923" dirty="0">
                          <a:latin typeface="Calibri"/>
                          <a:cs typeface="Calibri"/>
                        </a:rPr>
                        <a:t>‘</a:t>
                      </a:r>
                      <a:r>
                        <a:rPr sz="1425" b="1" baseline="2923" dirty="0">
                          <a:latin typeface="Calibri"/>
                          <a:cs typeface="Calibri"/>
                        </a:rPr>
                        <a:t>en</a:t>
                      </a:r>
                      <a:r>
                        <a:rPr sz="1425" b="1" spc="-15" baseline="292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25" b="1" baseline="2923" dirty="0">
                          <a:latin typeface="Calibri"/>
                          <a:cs typeface="Calibri"/>
                        </a:rPr>
                        <a:t>efecto</a:t>
                      </a:r>
                      <a:r>
                        <a:rPr sz="1425" baseline="2923" dirty="0">
                          <a:latin typeface="Calibri"/>
                          <a:cs typeface="Calibri"/>
                        </a:rPr>
                        <a:t>’,</a:t>
                      </a:r>
                      <a:r>
                        <a:rPr sz="1425" spc="-22" baseline="292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25" baseline="2923" dirty="0">
                          <a:latin typeface="Calibri"/>
                          <a:cs typeface="Calibri"/>
                        </a:rPr>
                        <a:t>‘</a:t>
                      </a:r>
                      <a:r>
                        <a:rPr sz="1425" b="1" baseline="2923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425" b="1" spc="-15" baseline="292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25" b="1" baseline="2923" dirty="0">
                          <a:latin typeface="Calibri"/>
                          <a:cs typeface="Calibri"/>
                        </a:rPr>
                        <a:t>sea</a:t>
                      </a:r>
                      <a:r>
                        <a:rPr sz="1425" baseline="2923" dirty="0">
                          <a:latin typeface="Calibri"/>
                          <a:cs typeface="Calibri"/>
                        </a:rPr>
                        <a:t>’,</a:t>
                      </a:r>
                      <a:r>
                        <a:rPr sz="1425" spc="727" baseline="292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melánicos</a:t>
                      </a:r>
                      <a:r>
                        <a:rPr sz="85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850" b="1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es</a:t>
                      </a:r>
                      <a:r>
                        <a:rPr sz="850" b="1" spc="-1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decir,</a:t>
                      </a:r>
                      <a:r>
                        <a:rPr sz="850" b="1" spc="-2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con</a:t>
                      </a:r>
                      <a:r>
                        <a:rPr sz="850" b="1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falta</a:t>
                      </a:r>
                      <a:r>
                        <a:rPr sz="850" b="1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de</a:t>
                      </a:r>
                      <a:r>
                        <a:rPr sz="850" b="1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spc="-10" dirty="0">
                          <a:latin typeface="Comic Sans MS"/>
                          <a:cs typeface="Comic Sans MS"/>
                        </a:rPr>
                        <a:t>pigmento </a:t>
                      </a:r>
                      <a:r>
                        <a:rPr sz="1425" baseline="5847" dirty="0">
                          <a:latin typeface="Calibri"/>
                          <a:cs typeface="Calibri"/>
                        </a:rPr>
                        <a:t>‘</a:t>
                      </a:r>
                      <a:r>
                        <a:rPr sz="1425" b="1" baseline="5847" dirty="0">
                          <a:latin typeface="Calibri"/>
                          <a:cs typeface="Calibri"/>
                        </a:rPr>
                        <a:t>por</a:t>
                      </a:r>
                      <a:r>
                        <a:rPr sz="1425" b="1" spc="-37" baseline="5847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25" b="1" spc="-15" baseline="5847" dirty="0">
                          <a:latin typeface="Calibri"/>
                          <a:cs typeface="Calibri"/>
                        </a:rPr>
                        <a:t>consiguiente</a:t>
                      </a:r>
                      <a:r>
                        <a:rPr sz="1425" spc="-15" baseline="5847" dirty="0">
                          <a:latin typeface="Calibri"/>
                          <a:cs typeface="Calibri"/>
                        </a:rPr>
                        <a:t>’,</a:t>
                      </a:r>
                      <a:r>
                        <a:rPr sz="1425" spc="-7" baseline="5847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25" baseline="5847" dirty="0">
                          <a:latin typeface="Calibri"/>
                          <a:cs typeface="Calibri"/>
                        </a:rPr>
                        <a:t>‘</a:t>
                      </a:r>
                      <a:r>
                        <a:rPr sz="1425" b="1" baseline="5847" dirty="0">
                          <a:latin typeface="Calibri"/>
                          <a:cs typeface="Calibri"/>
                        </a:rPr>
                        <a:t>por</a:t>
                      </a:r>
                      <a:r>
                        <a:rPr sz="1425" b="1" spc="-37" baseline="5847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25" b="1" baseline="5847" dirty="0">
                          <a:latin typeface="Calibri"/>
                          <a:cs typeface="Calibri"/>
                        </a:rPr>
                        <a:t>ejemplo</a:t>
                      </a:r>
                      <a:r>
                        <a:rPr sz="1425" baseline="5847" dirty="0">
                          <a:latin typeface="Calibri"/>
                          <a:cs typeface="Calibri"/>
                        </a:rPr>
                        <a:t>’,</a:t>
                      </a:r>
                      <a:r>
                        <a:rPr sz="1425" spc="307" baseline="5847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25" baseline="5847" dirty="0">
                          <a:latin typeface="Calibri"/>
                          <a:cs typeface="Calibri"/>
                        </a:rPr>
                        <a:t>‘</a:t>
                      </a:r>
                      <a:r>
                        <a:rPr sz="1425" b="1" baseline="5847" dirty="0">
                          <a:latin typeface="Calibri"/>
                          <a:cs typeface="Calibri"/>
                        </a:rPr>
                        <a:t>sin</a:t>
                      </a:r>
                      <a:r>
                        <a:rPr sz="1425" b="1" spc="-30" baseline="5847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25" b="1" baseline="5847" dirty="0">
                          <a:latin typeface="Calibri"/>
                          <a:cs typeface="Calibri"/>
                        </a:rPr>
                        <a:t>embargo</a:t>
                      </a:r>
                      <a:r>
                        <a:rPr sz="1425" baseline="5847" dirty="0">
                          <a:latin typeface="Calibri"/>
                          <a:cs typeface="Calibri"/>
                        </a:rPr>
                        <a:t>’…</a:t>
                      </a:r>
                      <a:r>
                        <a:rPr sz="1425" spc="270" baseline="5847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en su</a:t>
                      </a:r>
                      <a:r>
                        <a:rPr sz="850" b="1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pelaje</a:t>
                      </a:r>
                      <a:r>
                        <a:rPr sz="85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850" b="1" spc="-10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o</a:t>
                      </a:r>
                      <a:r>
                        <a:rPr sz="850" b="1" spc="-1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sea,</a:t>
                      </a:r>
                      <a:r>
                        <a:rPr sz="850" b="1" spc="1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con</a:t>
                      </a:r>
                      <a:r>
                        <a:rPr sz="850" b="1" spc="-1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el</a:t>
                      </a:r>
                      <a:r>
                        <a:rPr sz="85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pelaje</a:t>
                      </a:r>
                      <a:r>
                        <a:rPr sz="85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spc="-10" dirty="0">
                          <a:latin typeface="Comic Sans MS"/>
                          <a:cs typeface="Comic Sans MS"/>
                        </a:rPr>
                        <a:t>negro.</a:t>
                      </a:r>
                      <a:endParaRPr sz="850">
                        <a:latin typeface="Comic Sans MS"/>
                        <a:cs typeface="Comic Sans MS"/>
                      </a:endParaRPr>
                    </a:p>
                    <a:p>
                      <a:pPr marL="195580" indent="-151130" algn="just">
                        <a:lnSpc>
                          <a:spcPct val="100000"/>
                        </a:lnSpc>
                        <a:spcBef>
                          <a:spcPts val="530"/>
                        </a:spcBef>
                        <a:buClr>
                          <a:srgbClr val="0000FF"/>
                        </a:buClr>
                        <a:buFont typeface="Calibri"/>
                        <a:buAutoNum type="arabicPeriod" startAt="3"/>
                        <a:tabLst>
                          <a:tab pos="195580" algn="l"/>
                        </a:tabLst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Para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introducir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realizar</a:t>
                      </a:r>
                      <a:r>
                        <a:rPr sz="10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latin typeface="Calibri"/>
                          <a:cs typeface="Calibri"/>
                        </a:rPr>
                        <a:t>aclaraciones</a:t>
                      </a:r>
                      <a:r>
                        <a:rPr sz="10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dentro</a:t>
                      </a:r>
                      <a:r>
                        <a:rPr sz="1000" spc="434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4.</a:t>
                      </a:r>
                      <a:r>
                        <a:rPr sz="1000" b="1" spc="19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Los félidos</a:t>
                      </a:r>
                      <a:r>
                        <a:rPr sz="85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850" b="1" spc="-1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salvo</a:t>
                      </a:r>
                      <a:r>
                        <a:rPr sz="850" b="1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el</a:t>
                      </a:r>
                      <a:r>
                        <a:rPr sz="850" b="1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guepardo</a:t>
                      </a:r>
                      <a:r>
                        <a:rPr sz="850" b="1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,</a:t>
                      </a:r>
                      <a:r>
                        <a:rPr sz="850" b="1" spc="5" dirty="0">
                          <a:solidFill>
                            <a:srgbClr val="FF000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spc="-10" dirty="0">
                          <a:latin typeface="Comic Sans MS"/>
                          <a:cs typeface="Comic Sans MS"/>
                        </a:rPr>
                        <a:t>tienen</a:t>
                      </a:r>
                      <a:endParaRPr sz="850">
                        <a:latin typeface="Comic Sans MS"/>
                        <a:cs typeface="Comic Sans MS"/>
                      </a:endParaRPr>
                    </a:p>
                    <a:p>
                      <a:pPr marL="44450" algn="just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3359785" algn="l"/>
                        </a:tabLst>
                      </a:pPr>
                      <a:r>
                        <a:rPr sz="10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la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oración.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850" b="1" dirty="0">
                          <a:latin typeface="Comic Sans MS"/>
                          <a:cs typeface="Comic Sans MS"/>
                        </a:rPr>
                        <a:t>garras</a:t>
                      </a:r>
                      <a:r>
                        <a:rPr sz="850" b="1" spc="-4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850" b="1" spc="-10" dirty="0">
                          <a:latin typeface="Comic Sans MS"/>
                          <a:cs typeface="Comic Sans MS"/>
                        </a:rPr>
                        <a:t>retráctiles.</a:t>
                      </a:r>
                      <a:endParaRPr sz="850">
                        <a:latin typeface="Comic Sans MS"/>
                        <a:cs typeface="Comic Sans MS"/>
                      </a:endParaRPr>
                    </a:p>
                    <a:p>
                      <a:pPr marL="212725" marR="53340" indent="-147955">
                        <a:lnSpc>
                          <a:spcPct val="101800"/>
                        </a:lnSpc>
                        <a:spcBef>
                          <a:spcPts val="430"/>
                        </a:spcBef>
                        <a:buClr>
                          <a:srgbClr val="0000FF"/>
                        </a:buClr>
                        <a:buFont typeface="Calibri"/>
                        <a:buAutoNum type="arabicPeriod" startAt="5"/>
                        <a:tabLst>
                          <a:tab pos="438784" algn="l"/>
                        </a:tabLst>
                      </a:pPr>
                      <a:r>
                        <a:rPr sz="950" dirty="0">
                          <a:latin typeface="Calibri"/>
                          <a:cs typeface="Calibri"/>
                        </a:rPr>
                        <a:t>Para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otros</a:t>
                      </a:r>
                      <a:r>
                        <a:rPr sz="9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aspectos</a:t>
                      </a:r>
                      <a:r>
                        <a:rPr sz="9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en</a:t>
                      </a:r>
                      <a:r>
                        <a:rPr sz="9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los</a:t>
                      </a:r>
                      <a:r>
                        <a:rPr sz="9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que</a:t>
                      </a:r>
                      <a:r>
                        <a:rPr sz="9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el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hablante</a:t>
                      </a:r>
                      <a:r>
                        <a:rPr sz="9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quiere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expresar</a:t>
                      </a:r>
                      <a:r>
                        <a:rPr sz="95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una</a:t>
                      </a:r>
                      <a:r>
                        <a:rPr sz="95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pausa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en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95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oración</a:t>
                      </a:r>
                      <a:r>
                        <a:rPr sz="95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para</a:t>
                      </a:r>
                      <a:r>
                        <a:rPr sz="950" b="1" spc="-10" dirty="0">
                          <a:latin typeface="Calibri"/>
                          <a:cs typeface="Calibri"/>
                        </a:rPr>
                        <a:t> expresar 	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distintas</a:t>
                      </a:r>
                      <a:r>
                        <a:rPr sz="95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latin typeface="Calibri"/>
                          <a:cs typeface="Calibri"/>
                        </a:rPr>
                        <a:t>ideas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Estos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casos</a:t>
                      </a:r>
                      <a:r>
                        <a:rPr sz="9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son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muy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amplios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9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dependen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9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intención</a:t>
                      </a:r>
                      <a:r>
                        <a:rPr sz="9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latin typeface="Calibri"/>
                          <a:cs typeface="Calibri"/>
                        </a:rPr>
                        <a:t>del</a:t>
                      </a:r>
                      <a:r>
                        <a:rPr sz="9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latin typeface="Calibri"/>
                          <a:cs typeface="Calibri"/>
                        </a:rPr>
                        <a:t>hablante.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12457" y="5624829"/>
            <a:ext cx="734060" cy="447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620" marR="5080" indent="-121920">
              <a:lnSpc>
                <a:spcPct val="115300"/>
              </a:lnSpc>
              <a:spcBef>
                <a:spcPts val="100"/>
              </a:spcBef>
            </a:pPr>
            <a:r>
              <a:rPr sz="1200" b="1" dirty="0">
                <a:solidFill>
                  <a:srgbClr val="0000FF"/>
                </a:solidFill>
                <a:latin typeface="Comic Sans MS"/>
                <a:cs typeface="Comic Sans MS"/>
              </a:rPr>
              <a:t>PUNTO</a:t>
            </a:r>
            <a:r>
              <a:rPr sz="1200" b="1" spc="-40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200" b="1" spc="-50" dirty="0">
                <a:solidFill>
                  <a:srgbClr val="0000FF"/>
                </a:solidFill>
                <a:latin typeface="Comic Sans MS"/>
                <a:cs typeface="Comic Sans MS"/>
              </a:rPr>
              <a:t>Y </a:t>
            </a:r>
            <a:r>
              <a:rPr sz="1200" b="1" spc="-20" dirty="0">
                <a:solidFill>
                  <a:srgbClr val="0000FF"/>
                </a:solidFill>
                <a:latin typeface="Comic Sans MS"/>
                <a:cs typeface="Comic Sans MS"/>
              </a:rPr>
              <a:t>COMA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65935" y="5728969"/>
            <a:ext cx="850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0066"/>
                </a:solidFill>
                <a:latin typeface="Arial Black"/>
                <a:cs typeface="Arial Black"/>
              </a:rPr>
              <a:t>;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01214" y="5215889"/>
            <a:ext cx="13246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relacionadas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una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sola.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01214" y="4776469"/>
            <a:ext cx="5007610" cy="46228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620"/>
              </a:spcBef>
            </a:pPr>
            <a:r>
              <a:rPr sz="1000" dirty="0">
                <a:latin typeface="Calibri"/>
                <a:cs typeface="Calibri"/>
              </a:rPr>
              <a:t>Indican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pausa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diversas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situaciones.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podría</a:t>
            </a:r>
            <a:r>
              <a:rPr sz="1000" spc="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decir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que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mezcla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10" dirty="0">
                <a:latin typeface="Calibri"/>
                <a:cs typeface="Calibri"/>
              </a:rPr>
              <a:t> ‘punto’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‘coma’.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1.</a:t>
            </a:r>
            <a:r>
              <a:rPr sz="1000" b="1" spc="1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unir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dos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oraciones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dos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ideas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muy</a:t>
            </a:r>
            <a:r>
              <a:rPr sz="1000" spc="190" dirty="0">
                <a:latin typeface="Calibri"/>
                <a:cs typeface="Calibri"/>
              </a:rPr>
              <a:t>  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1.</a:t>
            </a:r>
            <a:r>
              <a:rPr sz="1000" b="1" spc="1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Compré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melocotones.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También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compré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cerezas.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48809" y="5231129"/>
            <a:ext cx="267398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dirty="0">
                <a:latin typeface="Wingdings"/>
                <a:cs typeface="Wingdings"/>
              </a:rPr>
              <a:t></a:t>
            </a:r>
            <a:r>
              <a:rPr sz="850" spc="480" dirty="0">
                <a:latin typeface="Times New Roman"/>
                <a:cs typeface="Times New Roman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Compré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melocotones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;</a:t>
            </a:r>
            <a:r>
              <a:rPr sz="850" b="1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también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compré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cerezas.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01214" y="5434329"/>
            <a:ext cx="2516505" cy="3327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80"/>
              </a:spcBef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2.</a:t>
            </a:r>
            <a:r>
              <a:rPr sz="1000" b="1" spc="1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separar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elementos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una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enumeración </a:t>
            </a:r>
            <a:r>
              <a:rPr sz="1000" b="1" dirty="0">
                <a:latin typeface="Calibri"/>
                <a:cs typeface="Calibri"/>
              </a:rPr>
              <a:t>formada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por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sintagmas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(grupos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palabras).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69230" y="5430773"/>
            <a:ext cx="2301240" cy="10598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80670" indent="-151130">
              <a:lnSpc>
                <a:spcPct val="100000"/>
              </a:lnSpc>
              <a:spcBef>
                <a:spcPts val="125"/>
              </a:spcBef>
              <a:buClr>
                <a:srgbClr val="FF0000"/>
              </a:buClr>
              <a:buSzPct val="117647"/>
              <a:buFont typeface="Calibri"/>
              <a:buAutoNum type="arabicPeriod" startAt="2"/>
              <a:tabLst>
                <a:tab pos="280670" algn="l"/>
              </a:tabLst>
            </a:pPr>
            <a:r>
              <a:rPr sz="850" b="1" dirty="0">
                <a:latin typeface="Comic Sans MS"/>
                <a:cs typeface="Comic Sans MS"/>
              </a:rPr>
              <a:t>Ayer</a:t>
            </a:r>
            <a:r>
              <a:rPr sz="850" b="1" spc="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fui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la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frutería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;</a:t>
            </a:r>
            <a:r>
              <a:rPr sz="850" b="1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después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spc="-25" dirty="0">
                <a:latin typeface="Comic Sans MS"/>
                <a:cs typeface="Comic Sans MS"/>
              </a:rPr>
              <a:t>la</a:t>
            </a:r>
            <a:endParaRPr sz="850">
              <a:latin typeface="Comic Sans MS"/>
              <a:cs typeface="Comic Sans MS"/>
            </a:endParaRPr>
          </a:p>
          <a:p>
            <a:pPr marL="20320" marR="5080" indent="-7620">
              <a:lnSpc>
                <a:spcPts val="1180"/>
              </a:lnSpc>
              <a:spcBef>
                <a:spcPts val="55"/>
              </a:spcBef>
            </a:pPr>
            <a:r>
              <a:rPr sz="850" b="1" dirty="0">
                <a:latin typeface="Comic Sans MS"/>
                <a:cs typeface="Comic Sans MS"/>
              </a:rPr>
              <a:t>pescadería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;</a:t>
            </a:r>
            <a:r>
              <a:rPr sz="850" b="1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pregunté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María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por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la</a:t>
            </a:r>
            <a:r>
              <a:rPr sz="850" b="1" spc="-10" dirty="0">
                <a:latin typeface="Comic Sans MS"/>
                <a:cs typeface="Comic Sans MS"/>
              </a:rPr>
              <a:t> tarea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; </a:t>
            </a:r>
            <a:r>
              <a:rPr sz="850" b="1" dirty="0">
                <a:latin typeface="Comic Sans MS"/>
                <a:cs typeface="Comic Sans MS"/>
              </a:rPr>
              <a:t>llamé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por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teléfono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;</a:t>
            </a:r>
            <a:r>
              <a:rPr sz="850" b="1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y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jugué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con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los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amigos.</a:t>
            </a:r>
            <a:endParaRPr sz="850">
              <a:latin typeface="Comic Sans MS"/>
              <a:cs typeface="Comic Sans MS"/>
            </a:endParaRPr>
          </a:p>
          <a:p>
            <a:pPr marL="182880" marR="127000" indent="-51435">
              <a:lnSpc>
                <a:spcPct val="112500"/>
              </a:lnSpc>
              <a:spcBef>
                <a:spcPts val="795"/>
              </a:spcBef>
              <a:buClr>
                <a:srgbClr val="FF0000"/>
              </a:buClr>
              <a:buSzPct val="117647"/>
              <a:buFont typeface="Calibri"/>
              <a:buAutoNum type="arabicPeriod" startAt="3"/>
              <a:tabLst>
                <a:tab pos="182880" algn="l"/>
                <a:tab pos="282575" algn="l"/>
              </a:tabLst>
            </a:pPr>
            <a:r>
              <a:rPr sz="850" b="1" dirty="0">
                <a:latin typeface="Comic Sans MS"/>
                <a:cs typeface="Comic Sans MS"/>
              </a:rPr>
              <a:t>	Hoy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merendaré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fruta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;</a:t>
            </a:r>
            <a:r>
              <a:rPr sz="850" b="1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por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lo </a:t>
            </a:r>
            <a:r>
              <a:rPr sz="850" b="1" spc="-10" dirty="0">
                <a:latin typeface="Comic Sans MS"/>
                <a:cs typeface="Comic Sans MS"/>
              </a:rPr>
              <a:t>tanto, </a:t>
            </a:r>
            <a:r>
              <a:rPr sz="850" b="1" dirty="0">
                <a:latin typeface="Comic Sans MS"/>
                <a:cs typeface="Comic Sans MS"/>
              </a:rPr>
              <a:t>cenaré</a:t>
            </a:r>
            <a:r>
              <a:rPr sz="850" b="1" spc="-4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tortilla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;</a:t>
            </a:r>
            <a:r>
              <a:rPr sz="850" b="1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sin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embargo,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mañana</a:t>
            </a:r>
            <a:endParaRPr sz="850">
              <a:latin typeface="Comic Sans MS"/>
              <a:cs typeface="Comic Sans MS"/>
            </a:endParaRPr>
          </a:p>
          <a:p>
            <a:pPr marL="383540">
              <a:lnSpc>
                <a:spcPct val="100000"/>
              </a:lnSpc>
              <a:spcBef>
                <a:spcPts val="165"/>
              </a:spcBef>
            </a:pPr>
            <a:r>
              <a:rPr sz="850" b="1" dirty="0">
                <a:latin typeface="Comic Sans MS"/>
                <a:cs typeface="Comic Sans MS"/>
              </a:rPr>
              <a:t>desayunaré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fruta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y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cereales.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23135" y="6013450"/>
            <a:ext cx="2319020" cy="4883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7625" marR="5080" indent="-35560" algn="just">
              <a:lnSpc>
                <a:spcPct val="101699"/>
              </a:lnSpc>
              <a:spcBef>
                <a:spcPts val="80"/>
              </a:spcBef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3.</a:t>
            </a:r>
            <a:r>
              <a:rPr sz="1000" b="1" spc="1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Delante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conjunciones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luciones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como </a:t>
            </a:r>
            <a:r>
              <a:rPr sz="1000" dirty="0">
                <a:latin typeface="Calibri"/>
                <a:cs typeface="Calibri"/>
              </a:rPr>
              <a:t>‘</a:t>
            </a:r>
            <a:r>
              <a:rPr sz="1000" b="1" dirty="0">
                <a:latin typeface="Calibri"/>
                <a:cs typeface="Calibri"/>
              </a:rPr>
              <a:t>pero</a:t>
            </a:r>
            <a:r>
              <a:rPr sz="1000" dirty="0">
                <a:latin typeface="Calibri"/>
                <a:cs typeface="Calibri"/>
              </a:rPr>
              <a:t>’,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‘</a:t>
            </a:r>
            <a:r>
              <a:rPr sz="1000" b="1" dirty="0">
                <a:latin typeface="Calibri"/>
                <a:cs typeface="Calibri"/>
              </a:rPr>
              <a:t>mas</a:t>
            </a:r>
            <a:r>
              <a:rPr sz="1000" dirty="0">
                <a:latin typeface="Calibri"/>
                <a:cs typeface="Calibri"/>
              </a:rPr>
              <a:t>’,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‘</a:t>
            </a:r>
            <a:r>
              <a:rPr sz="1000" b="1" dirty="0">
                <a:latin typeface="Calibri"/>
                <a:cs typeface="Calibri"/>
              </a:rPr>
              <a:t>aunque</a:t>
            </a:r>
            <a:r>
              <a:rPr sz="1000" dirty="0">
                <a:latin typeface="Calibri"/>
                <a:cs typeface="Calibri"/>
              </a:rPr>
              <a:t>’,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‘</a:t>
            </a:r>
            <a:r>
              <a:rPr sz="1000" b="1" dirty="0">
                <a:latin typeface="Calibri"/>
                <a:cs typeface="Calibri"/>
              </a:rPr>
              <a:t>sin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embargo</a:t>
            </a:r>
            <a:r>
              <a:rPr sz="1000" dirty="0">
                <a:latin typeface="Calibri"/>
                <a:cs typeface="Calibri"/>
              </a:rPr>
              <a:t>’,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‘</a:t>
            </a:r>
            <a:r>
              <a:rPr sz="1000" b="1" spc="-20" dirty="0">
                <a:latin typeface="Calibri"/>
                <a:cs typeface="Calibri"/>
              </a:rPr>
              <a:t>por </a:t>
            </a:r>
            <a:r>
              <a:rPr sz="1000" b="1" dirty="0">
                <a:latin typeface="Calibri"/>
                <a:cs typeface="Calibri"/>
              </a:rPr>
              <a:t>tanto</a:t>
            </a:r>
            <a:r>
              <a:rPr sz="1000" dirty="0">
                <a:latin typeface="Calibri"/>
                <a:cs typeface="Calibri"/>
              </a:rPr>
              <a:t>’,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‘</a:t>
            </a:r>
            <a:r>
              <a:rPr sz="1000" b="1" dirty="0">
                <a:latin typeface="Calibri"/>
                <a:cs typeface="Calibri"/>
              </a:rPr>
              <a:t>por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lo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tanto</a:t>
            </a:r>
            <a:r>
              <a:rPr sz="1000" dirty="0">
                <a:latin typeface="Calibri"/>
                <a:cs typeface="Calibri"/>
              </a:rPr>
              <a:t>’,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‘</a:t>
            </a:r>
            <a:r>
              <a:rPr sz="1000" b="1" dirty="0">
                <a:latin typeface="Calibri"/>
                <a:cs typeface="Calibri"/>
              </a:rPr>
              <a:t>por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consiguiente</a:t>
            </a:r>
            <a:r>
              <a:rPr sz="1000" spc="-10" dirty="0">
                <a:latin typeface="Calibri"/>
                <a:cs typeface="Calibri"/>
              </a:rPr>
              <a:t>’…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21640" y="6534530"/>
            <a:ext cx="1115695" cy="1885314"/>
          </a:xfrm>
          <a:custGeom>
            <a:avLst/>
            <a:gdLst/>
            <a:ahLst/>
            <a:cxnLst/>
            <a:rect l="l" t="t" r="r" b="b"/>
            <a:pathLst>
              <a:path w="1115695" h="1885315">
                <a:moveTo>
                  <a:pt x="1115695" y="0"/>
                </a:moveTo>
                <a:lnTo>
                  <a:pt x="0" y="0"/>
                </a:lnTo>
                <a:lnTo>
                  <a:pt x="0" y="1884933"/>
                </a:lnTo>
                <a:lnTo>
                  <a:pt x="1115695" y="1884933"/>
                </a:lnTo>
                <a:lnTo>
                  <a:pt x="111569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06437" y="7641970"/>
            <a:ext cx="558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00FF"/>
                </a:solidFill>
                <a:latin typeface="Comic Sans MS"/>
                <a:cs typeface="Comic Sans MS"/>
              </a:rPr>
              <a:t>PUNTO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37335" y="6534530"/>
            <a:ext cx="541020" cy="1885314"/>
          </a:xfrm>
          <a:custGeom>
            <a:avLst/>
            <a:gdLst/>
            <a:ahLst/>
            <a:cxnLst/>
            <a:rect l="l" t="t" r="r" b="b"/>
            <a:pathLst>
              <a:path w="541019" h="1885315">
                <a:moveTo>
                  <a:pt x="541020" y="0"/>
                </a:moveTo>
                <a:lnTo>
                  <a:pt x="0" y="0"/>
                </a:lnTo>
                <a:lnTo>
                  <a:pt x="0" y="1884933"/>
                </a:lnTo>
                <a:lnTo>
                  <a:pt x="541020" y="1884933"/>
                </a:lnTo>
                <a:lnTo>
                  <a:pt x="54102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778635" y="7491983"/>
            <a:ext cx="723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0066"/>
                </a:solidFill>
                <a:latin typeface="Arial Black"/>
                <a:cs typeface="Arial Black"/>
              </a:rPr>
              <a:t>.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078354" y="6534403"/>
            <a:ext cx="5071745" cy="373380"/>
          </a:xfrm>
          <a:custGeom>
            <a:avLst/>
            <a:gdLst/>
            <a:ahLst/>
            <a:cxnLst/>
            <a:rect l="l" t="t" r="r" b="b"/>
            <a:pathLst>
              <a:path w="5071745" h="373379">
                <a:moveTo>
                  <a:pt x="5071491" y="0"/>
                </a:moveTo>
                <a:lnTo>
                  <a:pt x="0" y="0"/>
                </a:lnTo>
                <a:lnTo>
                  <a:pt x="0" y="373379"/>
                </a:lnTo>
                <a:lnTo>
                  <a:pt x="5071491" y="373379"/>
                </a:lnTo>
                <a:lnTo>
                  <a:pt x="50714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228214" y="6567551"/>
            <a:ext cx="4774565" cy="3327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782320" marR="5080" indent="-782955">
              <a:lnSpc>
                <a:spcPct val="101699"/>
              </a:lnSpc>
              <a:spcBef>
                <a:spcPts val="80"/>
              </a:spcBef>
            </a:pPr>
            <a:r>
              <a:rPr sz="1000" b="1" dirty="0">
                <a:latin typeface="Calibri"/>
                <a:cs typeface="Calibri"/>
              </a:rPr>
              <a:t>Indican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una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pausa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mayor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que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la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coma.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También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usan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en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abreviaturas.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Cuando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punto </a:t>
            </a:r>
            <a:r>
              <a:rPr sz="1000" b="1" dirty="0">
                <a:latin typeface="Calibri"/>
                <a:cs typeface="Calibri"/>
              </a:rPr>
              <a:t>finaliza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una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oración,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después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él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se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escribe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con </a:t>
            </a:r>
            <a:r>
              <a:rPr sz="1000" b="1" spc="-10" dirty="0">
                <a:latin typeface="Calibri"/>
                <a:cs typeface="Calibri"/>
              </a:rPr>
              <a:t>mayúscula.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078355" y="6907783"/>
            <a:ext cx="5071745" cy="1293495"/>
          </a:xfrm>
          <a:custGeom>
            <a:avLst/>
            <a:gdLst/>
            <a:ahLst/>
            <a:cxnLst/>
            <a:rect l="l" t="t" r="r" b="b"/>
            <a:pathLst>
              <a:path w="5071745" h="1293495">
                <a:moveTo>
                  <a:pt x="5071491" y="0"/>
                </a:moveTo>
                <a:lnTo>
                  <a:pt x="3061716" y="0"/>
                </a:lnTo>
                <a:lnTo>
                  <a:pt x="3061716" y="127"/>
                </a:lnTo>
                <a:lnTo>
                  <a:pt x="0" y="127"/>
                </a:lnTo>
                <a:lnTo>
                  <a:pt x="0" y="528459"/>
                </a:lnTo>
                <a:lnTo>
                  <a:pt x="3061716" y="528459"/>
                </a:lnTo>
                <a:lnTo>
                  <a:pt x="3061716" y="1293241"/>
                </a:lnTo>
                <a:lnTo>
                  <a:pt x="5071491" y="1293241"/>
                </a:lnTo>
                <a:lnTo>
                  <a:pt x="50714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175503" y="6909561"/>
            <a:ext cx="1939289" cy="12553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R="170815" indent="142240" algn="just">
              <a:lnSpc>
                <a:spcPct val="116599"/>
              </a:lnSpc>
              <a:spcBef>
                <a:spcPts val="85"/>
              </a:spcBef>
            </a:pPr>
            <a:r>
              <a:rPr sz="850" b="1" i="1" dirty="0">
                <a:latin typeface="Comic Sans MS"/>
                <a:cs typeface="Comic Sans MS"/>
              </a:rPr>
              <a:t>Estamos</a:t>
            </a:r>
            <a:r>
              <a:rPr sz="850" b="1" i="1" spc="-3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investigando</a:t>
            </a:r>
            <a:r>
              <a:rPr sz="850" b="1" i="1" spc="-4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sobre</a:t>
            </a:r>
            <a:r>
              <a:rPr sz="850" b="1" i="1" spc="-40" dirty="0">
                <a:latin typeface="Comic Sans MS"/>
                <a:cs typeface="Comic Sans MS"/>
              </a:rPr>
              <a:t> </a:t>
            </a:r>
            <a:r>
              <a:rPr sz="850" b="1" i="1" spc="-25" dirty="0">
                <a:latin typeface="Comic Sans MS"/>
                <a:cs typeface="Comic Sans MS"/>
              </a:rPr>
              <a:t>los </a:t>
            </a:r>
            <a:r>
              <a:rPr sz="850" b="1" i="1" dirty="0">
                <a:latin typeface="Comic Sans MS"/>
                <a:cs typeface="Comic Sans MS"/>
              </a:rPr>
              <a:t>signos</a:t>
            </a:r>
            <a:r>
              <a:rPr sz="850" b="1" i="1" spc="-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de</a:t>
            </a:r>
            <a:r>
              <a:rPr sz="850" b="1" i="1" spc="-2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puntuación</a:t>
            </a:r>
            <a:r>
              <a:rPr sz="850" b="1" i="1" dirty="0">
                <a:solidFill>
                  <a:srgbClr val="FF0000"/>
                </a:solidFill>
                <a:latin typeface="Comic Sans MS"/>
                <a:cs typeface="Comic Sans MS"/>
              </a:rPr>
              <a:t>.</a:t>
            </a:r>
            <a:r>
              <a:rPr sz="850" b="1" i="1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Lo</a:t>
            </a:r>
            <a:r>
              <a:rPr sz="850" b="1" i="1" spc="-15" dirty="0">
                <a:latin typeface="Comic Sans MS"/>
                <a:cs typeface="Comic Sans MS"/>
              </a:rPr>
              <a:t> </a:t>
            </a:r>
            <a:r>
              <a:rPr sz="850" b="1" i="1" spc="-10" dirty="0">
                <a:latin typeface="Comic Sans MS"/>
                <a:cs typeface="Comic Sans MS"/>
              </a:rPr>
              <a:t>haremos </a:t>
            </a:r>
            <a:r>
              <a:rPr sz="850" b="1" i="1" dirty="0">
                <a:latin typeface="Comic Sans MS"/>
                <a:cs typeface="Comic Sans MS"/>
              </a:rPr>
              <a:t>entre</a:t>
            </a:r>
            <a:r>
              <a:rPr sz="850" b="1" i="1" spc="-2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todos</a:t>
            </a:r>
            <a:r>
              <a:rPr sz="850" b="1" i="1" spc="-3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en</a:t>
            </a:r>
            <a:r>
              <a:rPr sz="850" b="1" i="1" spc="-10" dirty="0">
                <a:latin typeface="Comic Sans MS"/>
                <a:cs typeface="Comic Sans MS"/>
              </a:rPr>
              <a:t> clase</a:t>
            </a:r>
            <a:r>
              <a:rPr sz="850" b="1" i="1" spc="-10" dirty="0">
                <a:solidFill>
                  <a:srgbClr val="FF0000"/>
                </a:solidFill>
                <a:latin typeface="Comic Sans MS"/>
                <a:cs typeface="Comic Sans MS"/>
              </a:rPr>
              <a:t>.</a:t>
            </a:r>
            <a:endParaRPr sz="850">
              <a:latin typeface="Comic Sans MS"/>
              <a:cs typeface="Comic Sans MS"/>
            </a:endParaRPr>
          </a:p>
          <a:p>
            <a:pPr marR="5080" indent="142240">
              <a:lnSpc>
                <a:spcPct val="116300"/>
              </a:lnSpc>
              <a:spcBef>
                <a:spcPts val="195"/>
              </a:spcBef>
            </a:pPr>
            <a:r>
              <a:rPr sz="850" b="1" i="1" dirty="0">
                <a:latin typeface="Comic Sans MS"/>
                <a:cs typeface="Comic Sans MS"/>
              </a:rPr>
              <a:t>Las</a:t>
            </a:r>
            <a:r>
              <a:rPr sz="850" b="1" i="1" spc="-4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actividades</a:t>
            </a:r>
            <a:r>
              <a:rPr sz="850" b="1" i="1" spc="-2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se</a:t>
            </a:r>
            <a:r>
              <a:rPr sz="850" b="1" i="1" spc="-4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realizarán</a:t>
            </a:r>
            <a:r>
              <a:rPr sz="850" b="1" i="1" spc="-35" dirty="0">
                <a:latin typeface="Comic Sans MS"/>
                <a:cs typeface="Comic Sans MS"/>
              </a:rPr>
              <a:t> </a:t>
            </a:r>
            <a:r>
              <a:rPr sz="850" b="1" i="1" spc="-20" dirty="0">
                <a:latin typeface="Comic Sans MS"/>
                <a:cs typeface="Comic Sans MS"/>
              </a:rPr>
              <a:t>otro </a:t>
            </a:r>
            <a:r>
              <a:rPr sz="850" b="1" i="1" dirty="0">
                <a:latin typeface="Comic Sans MS"/>
                <a:cs typeface="Comic Sans MS"/>
              </a:rPr>
              <a:t>día</a:t>
            </a:r>
            <a:r>
              <a:rPr sz="850" b="1" i="1" dirty="0">
                <a:solidFill>
                  <a:srgbClr val="FF0000"/>
                </a:solidFill>
                <a:latin typeface="Comic Sans MS"/>
                <a:cs typeface="Comic Sans MS"/>
              </a:rPr>
              <a:t>.</a:t>
            </a:r>
            <a:r>
              <a:rPr sz="850" b="1" i="1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La</a:t>
            </a:r>
            <a:r>
              <a:rPr sz="850" b="1" i="1" spc="-1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mejor</a:t>
            </a:r>
            <a:r>
              <a:rPr sz="850" b="1" i="1" spc="-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forma</a:t>
            </a:r>
            <a:r>
              <a:rPr sz="850" b="1" i="1" spc="-3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de</a:t>
            </a:r>
            <a:r>
              <a:rPr sz="850" b="1" i="1" spc="-25" dirty="0">
                <a:latin typeface="Comic Sans MS"/>
                <a:cs typeface="Comic Sans MS"/>
              </a:rPr>
              <a:t> </a:t>
            </a:r>
            <a:r>
              <a:rPr sz="850" b="1" i="1" spc="-10" dirty="0">
                <a:latin typeface="Comic Sans MS"/>
                <a:cs typeface="Comic Sans MS"/>
              </a:rPr>
              <a:t>aprenderlos </a:t>
            </a:r>
            <a:r>
              <a:rPr sz="850" b="1" i="1" dirty="0">
                <a:latin typeface="Comic Sans MS"/>
                <a:cs typeface="Comic Sans MS"/>
              </a:rPr>
              <a:t>es</a:t>
            </a:r>
            <a:r>
              <a:rPr sz="850" b="1" i="1" spc="-1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leyendo</a:t>
            </a:r>
            <a:r>
              <a:rPr sz="850" b="1" i="1" spc="-2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y</a:t>
            </a:r>
            <a:r>
              <a:rPr sz="850" b="1" i="1" spc="-2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escribiendo</a:t>
            </a:r>
            <a:r>
              <a:rPr sz="850" b="1" i="1" dirty="0">
                <a:solidFill>
                  <a:srgbClr val="FF0000"/>
                </a:solidFill>
                <a:latin typeface="Comic Sans MS"/>
                <a:cs typeface="Comic Sans MS"/>
              </a:rPr>
              <a:t>.</a:t>
            </a:r>
            <a:r>
              <a:rPr sz="850" b="1" i="1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Lee</a:t>
            </a:r>
            <a:r>
              <a:rPr sz="850" b="1" i="1" spc="-2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lo</a:t>
            </a:r>
            <a:r>
              <a:rPr sz="850" b="1" i="1" spc="-20" dirty="0">
                <a:latin typeface="Comic Sans MS"/>
                <a:cs typeface="Comic Sans MS"/>
              </a:rPr>
              <a:t> </a:t>
            </a:r>
            <a:r>
              <a:rPr sz="850" b="1" i="1" spc="-25" dirty="0">
                <a:latin typeface="Comic Sans MS"/>
                <a:cs typeface="Comic Sans MS"/>
              </a:rPr>
              <a:t>que </a:t>
            </a:r>
            <a:r>
              <a:rPr sz="850" b="1" i="1" dirty="0">
                <a:latin typeface="Comic Sans MS"/>
                <a:cs typeface="Comic Sans MS"/>
              </a:rPr>
              <a:t>tu</a:t>
            </a:r>
            <a:r>
              <a:rPr sz="850" b="1" i="1" spc="-2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curiosidad</a:t>
            </a:r>
            <a:r>
              <a:rPr sz="850" b="1" i="1" spc="-1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te</a:t>
            </a:r>
            <a:r>
              <a:rPr sz="850" b="1" i="1" spc="-3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mande,</a:t>
            </a:r>
            <a:r>
              <a:rPr sz="850" b="1" i="1" spc="-2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escribe</a:t>
            </a:r>
            <a:r>
              <a:rPr sz="850" b="1" i="1" spc="-25" dirty="0">
                <a:latin typeface="Comic Sans MS"/>
                <a:cs typeface="Comic Sans MS"/>
              </a:rPr>
              <a:t> lo </a:t>
            </a:r>
            <a:r>
              <a:rPr sz="850" b="1" i="1" dirty="0">
                <a:latin typeface="Comic Sans MS"/>
                <a:cs typeface="Comic Sans MS"/>
              </a:rPr>
              <a:t>que</a:t>
            </a:r>
            <a:r>
              <a:rPr sz="850" b="1" i="1" spc="-1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tu</a:t>
            </a:r>
            <a:r>
              <a:rPr sz="850" b="1" i="1" spc="-1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corazón</a:t>
            </a:r>
            <a:r>
              <a:rPr sz="850" b="1" i="1" spc="-1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te</a:t>
            </a:r>
            <a:r>
              <a:rPr sz="850" b="1" i="1" spc="-25" dirty="0">
                <a:latin typeface="Comic Sans MS"/>
                <a:cs typeface="Comic Sans MS"/>
              </a:rPr>
              <a:t> </a:t>
            </a:r>
            <a:r>
              <a:rPr sz="850" b="1" i="1" spc="-10" dirty="0">
                <a:latin typeface="Comic Sans MS"/>
                <a:cs typeface="Comic Sans MS"/>
              </a:rPr>
              <a:t>dicte</a:t>
            </a:r>
            <a:r>
              <a:rPr sz="850" b="1" i="1" spc="-10" dirty="0">
                <a:solidFill>
                  <a:srgbClr val="FF0000"/>
                </a:solidFill>
                <a:latin typeface="Comic Sans MS"/>
                <a:cs typeface="Comic Sans MS"/>
              </a:rPr>
              <a:t>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078355" y="7436180"/>
            <a:ext cx="3061970" cy="765175"/>
          </a:xfrm>
          <a:custGeom>
            <a:avLst/>
            <a:gdLst/>
            <a:ahLst/>
            <a:cxnLst/>
            <a:rect l="l" t="t" r="r" b="b"/>
            <a:pathLst>
              <a:path w="3061970" h="765175">
                <a:moveTo>
                  <a:pt x="3061716" y="0"/>
                </a:moveTo>
                <a:lnTo>
                  <a:pt x="0" y="0"/>
                </a:lnTo>
                <a:lnTo>
                  <a:pt x="0" y="528624"/>
                </a:lnTo>
                <a:lnTo>
                  <a:pt x="0" y="764844"/>
                </a:lnTo>
                <a:lnTo>
                  <a:pt x="3061716" y="764844"/>
                </a:lnTo>
                <a:lnTo>
                  <a:pt x="3061716" y="528624"/>
                </a:lnTo>
                <a:lnTo>
                  <a:pt x="306171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146935" y="6940931"/>
            <a:ext cx="2934335" cy="120967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8260" marR="54610" indent="-1270" algn="ctr">
              <a:lnSpc>
                <a:spcPct val="101600"/>
              </a:lnSpc>
              <a:spcBef>
                <a:spcPts val="80"/>
              </a:spcBef>
              <a:buClr>
                <a:srgbClr val="000000"/>
              </a:buClr>
              <a:buChar char="-"/>
              <a:tabLst>
                <a:tab pos="48260" algn="l"/>
                <a:tab pos="112395" algn="l"/>
              </a:tabLst>
            </a:pP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	PUNTO</a:t>
            </a:r>
            <a:r>
              <a:rPr sz="1000" b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Y</a:t>
            </a:r>
            <a:r>
              <a:rPr sz="1000" b="1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SEGUIDO</a:t>
            </a:r>
            <a:r>
              <a:rPr sz="1000" b="1" dirty="0">
                <a:latin typeface="Calibri"/>
                <a:cs typeface="Calibri"/>
              </a:rPr>
              <a:t>.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utiliza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cuando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acabamos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una</a:t>
            </a:r>
            <a:r>
              <a:rPr sz="1000" dirty="0">
                <a:latin typeface="Calibri"/>
                <a:cs typeface="Calibri"/>
              </a:rPr>
              <a:t> oración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comienza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otra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relacionada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con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anterior, </a:t>
            </a:r>
            <a:r>
              <a:rPr sz="1000" b="1" dirty="0">
                <a:latin typeface="Calibri"/>
                <a:cs typeface="Calibri"/>
              </a:rPr>
              <a:t>PARA</a:t>
            </a:r>
            <a:r>
              <a:rPr sz="1000" b="1" spc="-4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SEPARAR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IDEAS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DISTINTAS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EN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PÁRRAFO</a:t>
            </a:r>
            <a:r>
              <a:rPr sz="1000" spc="-10" dirty="0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marR="5080" indent="106045" algn="just">
              <a:lnSpc>
                <a:spcPct val="101699"/>
              </a:lnSpc>
              <a:spcBef>
                <a:spcPts val="500"/>
              </a:spcBef>
              <a:buClr>
                <a:srgbClr val="000000"/>
              </a:buClr>
              <a:buChar char="-"/>
              <a:tabLst>
                <a:tab pos="106045" algn="l"/>
              </a:tabLst>
            </a:pP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PUNTO</a:t>
            </a:r>
            <a:r>
              <a:rPr sz="1000" b="1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Y</a:t>
            </a:r>
            <a:r>
              <a:rPr sz="1000" b="1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APARTE</a:t>
            </a:r>
            <a:r>
              <a:rPr sz="1000" b="1" dirty="0">
                <a:latin typeface="Calibri"/>
                <a:cs typeface="Calibri"/>
              </a:rPr>
              <a:t>.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 utiliza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terminar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oración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50" dirty="0">
                <a:latin typeface="Calibri"/>
                <a:cs typeface="Calibri"/>
              </a:rPr>
              <a:t>y</a:t>
            </a:r>
            <a:r>
              <a:rPr sz="1000" spc="-10" dirty="0">
                <a:latin typeface="Calibri"/>
                <a:cs typeface="Calibri"/>
              </a:rPr>
              <a:t> queremos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continuar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con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otra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oración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poco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relacionada </a:t>
            </a:r>
            <a:r>
              <a:rPr sz="1000" dirty="0">
                <a:latin typeface="Calibri"/>
                <a:cs typeface="Calibri"/>
              </a:rPr>
              <a:t>con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anterior.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SE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UTILIZAN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PARA</a:t>
            </a:r>
            <a:r>
              <a:rPr sz="1000" b="1" spc="-3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SEPARAR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PÁRRAFOS</a:t>
            </a:r>
            <a:r>
              <a:rPr sz="1000" spc="-10" dirty="0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marL="254000" algn="just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latin typeface="Calibri"/>
                <a:cs typeface="Calibri"/>
              </a:rPr>
              <a:t>-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PUNTO</a:t>
            </a:r>
            <a:r>
              <a:rPr sz="1000" b="1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Y</a:t>
            </a:r>
            <a:r>
              <a:rPr sz="1000" b="1" u="sng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0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FINAL</a:t>
            </a:r>
            <a:r>
              <a:rPr sz="1000" b="1" dirty="0">
                <a:latin typeface="Calibri"/>
                <a:cs typeface="Calibri"/>
              </a:rPr>
              <a:t>.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utiliza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al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acabar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</a:t>
            </a:r>
            <a:r>
              <a:rPr sz="1000" b="1" spc="-10" dirty="0">
                <a:latin typeface="Calibri"/>
                <a:cs typeface="Calibri"/>
              </a:rPr>
              <a:t> texto</a:t>
            </a:r>
            <a:r>
              <a:rPr sz="1000" spc="-10" dirty="0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078355" y="8201037"/>
            <a:ext cx="5071745" cy="218440"/>
          </a:xfrm>
          <a:custGeom>
            <a:avLst/>
            <a:gdLst/>
            <a:ahLst/>
            <a:cxnLst/>
            <a:rect l="l" t="t" r="r" b="b"/>
            <a:pathLst>
              <a:path w="5071745" h="218440">
                <a:moveTo>
                  <a:pt x="5071364" y="0"/>
                </a:moveTo>
                <a:lnTo>
                  <a:pt x="2881249" y="0"/>
                </a:lnTo>
                <a:lnTo>
                  <a:pt x="0" y="0"/>
                </a:lnTo>
                <a:lnTo>
                  <a:pt x="0" y="218427"/>
                </a:lnTo>
                <a:lnTo>
                  <a:pt x="2881249" y="218427"/>
                </a:lnTo>
                <a:lnTo>
                  <a:pt x="5071364" y="218427"/>
                </a:lnTo>
                <a:lnTo>
                  <a:pt x="507136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169795" y="8234044"/>
            <a:ext cx="49472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835275" algn="l"/>
              </a:tabLst>
            </a:pPr>
            <a:r>
              <a:rPr sz="1000" b="1" dirty="0">
                <a:latin typeface="Calibri"/>
                <a:cs typeface="Calibri"/>
              </a:rPr>
              <a:t>-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En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abreviaturas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siglas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acrónimos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no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usan).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850" b="1" dirty="0">
                <a:latin typeface="Comic Sans MS"/>
                <a:cs typeface="Comic Sans MS"/>
              </a:rPr>
              <a:t>AA.VV.,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admón., cód,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D.,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pág.,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Sr.,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spc="-50" dirty="0">
                <a:latin typeface="Comic Sans MS"/>
                <a:cs typeface="Comic Sans MS"/>
              </a:rPr>
              <a:t>…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1959" y="8932291"/>
            <a:ext cx="1071880" cy="417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6060">
              <a:lnSpc>
                <a:spcPct val="116799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PUNTOS SUSPENSIVOS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07514" y="9039225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0066"/>
                </a:solidFill>
                <a:latin typeface="Arial Black"/>
                <a:cs typeface="Arial Black"/>
              </a:rPr>
              <a:t>…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101214" y="8452484"/>
            <a:ext cx="30784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1.</a:t>
            </a:r>
            <a:r>
              <a:rPr sz="1000" b="1" spc="1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dejar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una </a:t>
            </a:r>
            <a:r>
              <a:rPr sz="1000" b="1" dirty="0">
                <a:latin typeface="Calibri"/>
                <a:cs typeface="Calibri"/>
              </a:rPr>
              <a:t>idea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en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suspense,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intriga,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duda,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incitar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spc="-50" dirty="0">
                <a:latin typeface="Calibri"/>
                <a:cs typeface="Calibri"/>
              </a:rPr>
              <a:t>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704204" y="8470265"/>
            <a:ext cx="1156335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0"/>
              </a:lnSpc>
            </a:pP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1.</a:t>
            </a:r>
            <a:r>
              <a:rPr sz="1000" b="1" spc="1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Te</a:t>
            </a:r>
            <a:r>
              <a:rPr sz="850" b="1" spc="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voy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dar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spc="-20" dirty="0">
                <a:latin typeface="Comic Sans MS"/>
                <a:cs typeface="Comic Sans MS"/>
              </a:rPr>
              <a:t>una…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01214" y="8541384"/>
            <a:ext cx="5020945" cy="46228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3615054" algn="l"/>
              </a:tabLst>
            </a:pPr>
            <a:r>
              <a:rPr sz="1000" b="1" dirty="0">
                <a:latin typeface="Calibri"/>
                <a:cs typeface="Calibri"/>
              </a:rPr>
              <a:t>imaginar,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pensar…,</a:t>
            </a:r>
            <a:r>
              <a:rPr sz="1000" b="1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expresar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desconocimiento,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inseguridad</a:t>
            </a:r>
            <a:r>
              <a:rPr sz="1000" spc="-10" dirty="0">
                <a:latin typeface="Calibri"/>
                <a:cs typeface="Calibri"/>
              </a:rPr>
              <a:t>…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850" b="1" dirty="0">
                <a:latin typeface="Comic Sans MS"/>
                <a:cs typeface="Comic Sans MS"/>
              </a:rPr>
              <a:t>Esto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se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llama…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/</a:t>
            </a:r>
            <a:r>
              <a:rPr sz="850" b="1" spc="31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Quizás…</a:t>
            </a:r>
            <a:endParaRPr sz="8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  <a:tabLst>
                <a:tab pos="3345815" algn="l"/>
              </a:tabLst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2.</a:t>
            </a:r>
            <a:r>
              <a:rPr sz="1000" b="1" spc="20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Cuando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intencionadamente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no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se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termina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decir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b="1" spc="-20" dirty="0">
                <a:latin typeface="Calibri"/>
                <a:cs typeface="Calibri"/>
              </a:rPr>
              <a:t>algo</a:t>
            </a:r>
            <a:r>
              <a:rPr sz="1000" spc="-20" dirty="0">
                <a:latin typeface="Calibri"/>
                <a:cs typeface="Calibri"/>
              </a:rPr>
              <a:t>.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2.</a:t>
            </a:r>
            <a:r>
              <a:rPr sz="1000" b="1" spc="1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“A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quien</a:t>
            </a:r>
            <a:r>
              <a:rPr sz="850" b="1" spc="1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madruga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…</a:t>
            </a:r>
            <a:r>
              <a:rPr sz="850" b="1" spc="-10" dirty="0">
                <a:latin typeface="Comic Sans MS"/>
                <a:cs typeface="Comic Sans MS"/>
              </a:rPr>
              <a:t>”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01214" y="9044304"/>
            <a:ext cx="2489835" cy="3333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75"/>
              </a:spcBef>
            </a:pPr>
            <a:r>
              <a:rPr sz="1000" b="1" dirty="0">
                <a:solidFill>
                  <a:srgbClr val="006FC0"/>
                </a:solidFill>
                <a:latin typeface="Calibri"/>
                <a:cs typeface="Calibri"/>
              </a:rPr>
              <a:t>3.</a:t>
            </a:r>
            <a:r>
              <a:rPr sz="1000" b="1" spc="1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expresar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continuidad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en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b="1" spc="-25" dirty="0">
                <a:latin typeface="Calibri"/>
                <a:cs typeface="Calibri"/>
              </a:rPr>
              <a:t>una</a:t>
            </a:r>
            <a:r>
              <a:rPr sz="1000" b="1" dirty="0">
                <a:latin typeface="Calibri"/>
                <a:cs typeface="Calibri"/>
              </a:rPr>
              <a:t> enumeración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(faltan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elementos).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Similar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‘</a:t>
            </a:r>
            <a:r>
              <a:rPr sz="1000" b="1" spc="-10" dirty="0">
                <a:latin typeface="Calibri"/>
                <a:cs typeface="Calibri"/>
              </a:rPr>
              <a:t>etc</a:t>
            </a:r>
            <a:r>
              <a:rPr sz="1000" spc="-10" dirty="0">
                <a:latin typeface="Calibri"/>
                <a:cs typeface="Calibri"/>
              </a:rPr>
              <a:t>.’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86071" y="9040367"/>
            <a:ext cx="2068195" cy="33147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22225" marR="5080" indent="-10160">
              <a:lnSpc>
                <a:spcPts val="1200"/>
              </a:lnSpc>
              <a:spcBef>
                <a:spcPts val="170"/>
              </a:spcBef>
            </a:pP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3.</a:t>
            </a:r>
            <a:r>
              <a:rPr sz="1000" b="1" spc="1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Existen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varios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signos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puntuación: </a:t>
            </a:r>
            <a:r>
              <a:rPr sz="850" b="1" dirty="0">
                <a:latin typeface="Comic Sans MS"/>
                <a:cs typeface="Comic Sans MS"/>
              </a:rPr>
              <a:t>punto,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coma,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dos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puntos,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guion,</a:t>
            </a:r>
            <a:r>
              <a:rPr sz="850" b="1" spc="-20" dirty="0">
                <a:latin typeface="Comic Sans MS"/>
                <a:cs typeface="Comic Sans MS"/>
              </a:rPr>
              <a:t> raya</a:t>
            </a:r>
            <a:r>
              <a:rPr sz="850" b="1" spc="-20" dirty="0">
                <a:solidFill>
                  <a:srgbClr val="FF0000"/>
                </a:solidFill>
                <a:latin typeface="Comic Sans MS"/>
                <a:cs typeface="Comic Sans MS"/>
              </a:rPr>
              <a:t>…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101214" y="9572942"/>
            <a:ext cx="2263775" cy="3327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80"/>
              </a:spcBef>
            </a:pPr>
            <a:r>
              <a:rPr sz="1000" b="1" dirty="0">
                <a:latin typeface="Calibri"/>
                <a:cs typeface="Calibri"/>
              </a:rPr>
              <a:t>una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cita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textual</a:t>
            </a:r>
            <a:r>
              <a:rPr sz="1000" dirty="0">
                <a:latin typeface="Calibri"/>
                <a:cs typeface="Calibri"/>
              </a:rPr>
              <a:t>.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este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caso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usan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entre </a:t>
            </a:r>
            <a:r>
              <a:rPr sz="1000" spc="-10" dirty="0">
                <a:latin typeface="Calibri"/>
                <a:cs typeface="Calibri"/>
              </a:rPr>
              <a:t>corchetes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[...]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paréntesis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(...).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101214" y="9418002"/>
            <a:ext cx="47440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24455" algn="l"/>
              </a:tabLst>
            </a:pPr>
            <a:r>
              <a:rPr sz="1000" b="1" dirty="0">
                <a:solidFill>
                  <a:srgbClr val="006FC0"/>
                </a:solidFill>
                <a:latin typeface="Calibri"/>
                <a:cs typeface="Calibri"/>
              </a:rPr>
              <a:t>4.</a:t>
            </a:r>
            <a:r>
              <a:rPr sz="1000" b="1" spc="20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Cuando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se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suprime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trozo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o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fragmento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spc="-25" dirty="0">
                <a:latin typeface="Calibri"/>
                <a:cs typeface="Calibri"/>
              </a:rPr>
              <a:t>de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4.</a:t>
            </a:r>
            <a:r>
              <a:rPr sz="1000" b="1" spc="1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«Fui</a:t>
            </a:r>
            <a:r>
              <a:rPr sz="850" b="1" i="1" spc="-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don</a:t>
            </a:r>
            <a:r>
              <a:rPr sz="850" b="1" i="1" spc="-1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Quijote</a:t>
            </a:r>
            <a:r>
              <a:rPr sz="850" b="1" i="1" spc="-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de</a:t>
            </a:r>
            <a:r>
              <a:rPr sz="850" b="1" i="1" spc="-2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la</a:t>
            </a:r>
            <a:r>
              <a:rPr sz="850" b="1" i="1" spc="-2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Mancha</a:t>
            </a:r>
            <a:r>
              <a:rPr sz="850" b="1" i="1" spc="-1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y</a:t>
            </a:r>
            <a:r>
              <a:rPr sz="850" b="1" i="1" spc="-15" dirty="0">
                <a:latin typeface="Comic Sans MS"/>
                <a:cs typeface="Comic Sans MS"/>
              </a:rPr>
              <a:t> </a:t>
            </a:r>
            <a:r>
              <a:rPr sz="850" b="1" i="1" spc="-25" dirty="0">
                <a:latin typeface="Comic Sans MS"/>
                <a:cs typeface="Comic Sans MS"/>
              </a:rPr>
              <a:t>soy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713351" y="9564306"/>
            <a:ext cx="2201545" cy="33020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850" b="1" i="1" dirty="0">
                <a:latin typeface="Comic Sans MS"/>
                <a:cs typeface="Comic Sans MS"/>
              </a:rPr>
              <a:t>agora</a:t>
            </a:r>
            <a:r>
              <a:rPr sz="850" b="1" i="1" spc="-40" dirty="0">
                <a:latin typeface="Comic Sans MS"/>
                <a:cs typeface="Comic Sans MS"/>
              </a:rPr>
              <a:t> </a:t>
            </a:r>
            <a:r>
              <a:rPr sz="850" b="1" i="1" dirty="0">
                <a:solidFill>
                  <a:srgbClr val="FF0000"/>
                </a:solidFill>
                <a:latin typeface="Comic Sans MS"/>
                <a:cs typeface="Comic Sans MS"/>
              </a:rPr>
              <a:t>[...]</a:t>
            </a:r>
            <a:r>
              <a:rPr sz="850" b="1" i="1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Alonso</a:t>
            </a:r>
            <a:r>
              <a:rPr sz="850" b="1" i="1" spc="-3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Quijano</a:t>
            </a:r>
            <a:r>
              <a:rPr sz="850" b="1" i="1" spc="-30" dirty="0">
                <a:latin typeface="Comic Sans MS"/>
                <a:cs typeface="Comic Sans MS"/>
              </a:rPr>
              <a:t> </a:t>
            </a:r>
            <a:r>
              <a:rPr sz="850" b="1" i="1" spc="-25" dirty="0">
                <a:latin typeface="Comic Sans MS"/>
                <a:cs typeface="Comic Sans MS"/>
              </a:rPr>
              <a:t>el</a:t>
            </a:r>
            <a:endParaRPr sz="8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850" b="1" i="1" dirty="0">
                <a:latin typeface="Comic Sans MS"/>
                <a:cs typeface="Comic Sans MS"/>
              </a:rPr>
              <a:t>Bueno»</a:t>
            </a:r>
            <a:r>
              <a:rPr sz="850" b="1" i="1" spc="-40" dirty="0">
                <a:latin typeface="Comic Sans MS"/>
                <a:cs typeface="Comic Sans MS"/>
              </a:rPr>
              <a:t> </a:t>
            </a:r>
            <a:r>
              <a:rPr sz="850" i="1" dirty="0">
                <a:latin typeface="Comic Sans MS"/>
                <a:cs typeface="Comic Sans MS"/>
              </a:rPr>
              <a:t>(Cervantes</a:t>
            </a:r>
            <a:r>
              <a:rPr sz="850" i="1" spc="-25" dirty="0">
                <a:latin typeface="Comic Sans MS"/>
                <a:cs typeface="Comic Sans MS"/>
              </a:rPr>
              <a:t> </a:t>
            </a:r>
            <a:r>
              <a:rPr sz="850" i="1" dirty="0">
                <a:latin typeface="Comic Sans MS"/>
                <a:cs typeface="Comic Sans MS"/>
              </a:rPr>
              <a:t>Quijote</a:t>
            </a:r>
            <a:r>
              <a:rPr sz="850" i="1" spc="-20" dirty="0">
                <a:latin typeface="Comic Sans MS"/>
                <a:cs typeface="Comic Sans MS"/>
              </a:rPr>
              <a:t> </a:t>
            </a:r>
            <a:r>
              <a:rPr sz="850" i="1" dirty="0">
                <a:latin typeface="Comic Sans MS"/>
                <a:cs typeface="Comic Sans MS"/>
              </a:rPr>
              <a:t>II</a:t>
            </a:r>
            <a:r>
              <a:rPr sz="850" i="1" spc="-5" dirty="0">
                <a:latin typeface="Comic Sans MS"/>
                <a:cs typeface="Comic Sans MS"/>
              </a:rPr>
              <a:t> </a:t>
            </a:r>
            <a:r>
              <a:rPr sz="850" i="1" dirty="0">
                <a:latin typeface="Comic Sans MS"/>
                <a:cs typeface="Comic Sans MS"/>
              </a:rPr>
              <a:t>[Esp.</a:t>
            </a:r>
            <a:r>
              <a:rPr sz="850" i="1" spc="-25" dirty="0">
                <a:latin typeface="Comic Sans MS"/>
                <a:cs typeface="Comic Sans MS"/>
              </a:rPr>
              <a:t> </a:t>
            </a:r>
            <a:r>
              <a:rPr sz="850" i="1" spc="-10" dirty="0">
                <a:latin typeface="Comic Sans MS"/>
                <a:cs typeface="Comic Sans MS"/>
              </a:rPr>
              <a:t>1615]).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101214" y="10101262"/>
            <a:ext cx="2428240" cy="3327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80"/>
              </a:spcBef>
            </a:pPr>
            <a:r>
              <a:rPr sz="1000" dirty="0">
                <a:latin typeface="Calibri"/>
                <a:cs typeface="Calibri"/>
              </a:rPr>
              <a:t>aparte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final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(tras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ellos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escribe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mayúscula), </a:t>
            </a:r>
            <a:r>
              <a:rPr sz="1000" dirty="0">
                <a:latin typeface="Calibri"/>
                <a:cs typeface="Calibri"/>
              </a:rPr>
              <a:t>también</a:t>
            </a:r>
            <a:r>
              <a:rPr sz="1000" spc="-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puede</a:t>
            </a:r>
            <a:r>
              <a:rPr sz="1000" spc="-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escribirse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‘coma’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tras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ellos.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101214" y="9946322"/>
            <a:ext cx="47974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04795" algn="l"/>
              </a:tabLst>
            </a:pPr>
            <a:r>
              <a:rPr sz="1000" dirty="0">
                <a:latin typeface="Calibri"/>
                <a:cs typeface="Calibri"/>
              </a:rPr>
              <a:t>*</a:t>
            </a:r>
            <a:r>
              <a:rPr sz="1000" spc="2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Aunque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consideran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como un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punto </a:t>
            </a:r>
            <a:r>
              <a:rPr sz="1000" spc="-10" dirty="0">
                <a:latin typeface="Calibri"/>
                <a:cs typeface="Calibri"/>
              </a:rPr>
              <a:t>seguido,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*</a:t>
            </a:r>
            <a:r>
              <a:rPr sz="1000" b="1" spc="3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Tengo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muchas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ganas de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almendras,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93564" y="10095165"/>
            <a:ext cx="19608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sz="850" b="1" dirty="0">
                <a:latin typeface="Comic Sans MS"/>
                <a:cs typeface="Comic Sans MS"/>
              </a:rPr>
              <a:t>castañas,</a:t>
            </a:r>
            <a:r>
              <a:rPr sz="850" b="1" spc="-4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nueces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…</a:t>
            </a:r>
            <a:r>
              <a:rPr sz="850" b="1" dirty="0">
                <a:latin typeface="Comic Sans MS"/>
                <a:cs typeface="Comic Sans MS"/>
              </a:rPr>
              <a:t>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pero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ahora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no </a:t>
            </a:r>
            <a:r>
              <a:rPr sz="850" b="1" spc="-25" dirty="0">
                <a:latin typeface="Comic Sans MS"/>
                <a:cs typeface="Comic Sans MS"/>
              </a:rPr>
              <a:t>es </a:t>
            </a:r>
            <a:r>
              <a:rPr sz="850" b="1" dirty="0">
                <a:latin typeface="Comic Sans MS"/>
                <a:cs typeface="Comic Sans MS"/>
              </a:rPr>
              <a:t>momento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porque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estamos</a:t>
            </a:r>
            <a:r>
              <a:rPr sz="850" b="1" spc="-3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en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clase.</a:t>
            </a:r>
            <a:endParaRPr sz="850">
              <a:latin typeface="Comic Sans MS"/>
              <a:cs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51459"/>
            <a:ext cx="19037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CONOCE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LENGUA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ESPAÑOLA.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230" y="276859"/>
            <a:ext cx="21139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CEIP</a:t>
            </a:r>
            <a:r>
              <a:rPr sz="900" b="1" i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Manuel</a:t>
            </a:r>
            <a:r>
              <a:rPr sz="900" b="1" i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Siurot</a:t>
            </a:r>
            <a:r>
              <a:rPr sz="900" b="1" i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(La</a:t>
            </a:r>
            <a:r>
              <a:rPr sz="900" b="1" i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Palma</a:t>
            </a:r>
            <a:r>
              <a:rPr sz="900" b="1" i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del</a:t>
            </a:r>
            <a:r>
              <a:rPr sz="900" b="1" i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01F5F"/>
                </a:solidFill>
                <a:latin typeface="Calibri"/>
                <a:cs typeface="Calibri"/>
              </a:rPr>
              <a:t>Condado).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1640" y="523239"/>
            <a:ext cx="1209675" cy="2766695"/>
          </a:xfrm>
          <a:custGeom>
            <a:avLst/>
            <a:gdLst/>
            <a:ahLst/>
            <a:cxnLst/>
            <a:rect l="l" t="t" r="r" b="b"/>
            <a:pathLst>
              <a:path w="1209675" h="2766695">
                <a:moveTo>
                  <a:pt x="1209674" y="0"/>
                </a:moveTo>
                <a:lnTo>
                  <a:pt x="0" y="0"/>
                </a:lnTo>
                <a:lnTo>
                  <a:pt x="0" y="2766695"/>
                </a:lnTo>
                <a:lnTo>
                  <a:pt x="1209674" y="2766695"/>
                </a:lnTo>
                <a:lnTo>
                  <a:pt x="120967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3877" y="1557401"/>
            <a:ext cx="9804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DOS</a:t>
            </a:r>
            <a:r>
              <a:rPr sz="1100" b="1" spc="-15" dirty="0">
                <a:solidFill>
                  <a:srgbClr val="0000FF"/>
                </a:solidFill>
                <a:latin typeface="Comic Sans MS"/>
                <a:cs typeface="Comic Sans MS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PUNTOS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31314" y="523239"/>
            <a:ext cx="447040" cy="2766695"/>
          </a:xfrm>
          <a:custGeom>
            <a:avLst/>
            <a:gdLst/>
            <a:ahLst/>
            <a:cxnLst/>
            <a:rect l="l" t="t" r="r" b="b"/>
            <a:pathLst>
              <a:path w="447039" h="2766695">
                <a:moveTo>
                  <a:pt x="447039" y="0"/>
                </a:moveTo>
                <a:lnTo>
                  <a:pt x="0" y="0"/>
                </a:lnTo>
                <a:lnTo>
                  <a:pt x="0" y="2766695"/>
                </a:lnTo>
                <a:lnTo>
                  <a:pt x="447039" y="2766695"/>
                </a:lnTo>
                <a:lnTo>
                  <a:pt x="44703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29435" y="1544701"/>
            <a:ext cx="63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0066"/>
                </a:solidFill>
                <a:latin typeface="Arial Black"/>
                <a:cs typeface="Arial Black"/>
              </a:rPr>
              <a:t>: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78355" y="523315"/>
            <a:ext cx="5071745" cy="1120775"/>
          </a:xfrm>
          <a:custGeom>
            <a:avLst/>
            <a:gdLst/>
            <a:ahLst/>
            <a:cxnLst/>
            <a:rect l="l" t="t" r="r" b="b"/>
            <a:pathLst>
              <a:path w="5071745" h="1120775">
                <a:moveTo>
                  <a:pt x="5071491" y="0"/>
                </a:moveTo>
                <a:lnTo>
                  <a:pt x="0" y="0"/>
                </a:lnTo>
                <a:lnTo>
                  <a:pt x="0" y="373684"/>
                </a:lnTo>
                <a:lnTo>
                  <a:pt x="0" y="591997"/>
                </a:lnTo>
                <a:lnTo>
                  <a:pt x="0" y="592124"/>
                </a:lnTo>
                <a:lnTo>
                  <a:pt x="0" y="1120317"/>
                </a:lnTo>
                <a:lnTo>
                  <a:pt x="2612136" y="1120317"/>
                </a:lnTo>
                <a:lnTo>
                  <a:pt x="5071491" y="1120317"/>
                </a:lnTo>
                <a:lnTo>
                  <a:pt x="5071491" y="592124"/>
                </a:lnTo>
                <a:lnTo>
                  <a:pt x="5071491" y="591997"/>
                </a:lnTo>
                <a:lnTo>
                  <a:pt x="5071491" y="373684"/>
                </a:lnTo>
                <a:lnTo>
                  <a:pt x="50714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69795" y="556641"/>
            <a:ext cx="4899025" cy="918844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784860" marR="5080" indent="-785495">
              <a:lnSpc>
                <a:spcPct val="101699"/>
              </a:lnSpc>
              <a:spcBef>
                <a:spcPts val="80"/>
              </a:spcBef>
            </a:pPr>
            <a:r>
              <a:rPr sz="1000" spc="-10" dirty="0">
                <a:latin typeface="Calibri"/>
                <a:cs typeface="Calibri"/>
              </a:rPr>
              <a:t>Representan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una pausa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mayor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que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 coma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pero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menor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que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punto.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Detienen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la lectura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spc="-20" dirty="0">
                <a:latin typeface="Calibri"/>
                <a:cs typeface="Calibri"/>
              </a:rPr>
              <a:t>para </a:t>
            </a:r>
            <a:r>
              <a:rPr sz="1000" b="1" dirty="0">
                <a:latin typeface="Calibri"/>
                <a:cs typeface="Calibri"/>
              </a:rPr>
              <a:t>llamar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la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atención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sobre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lo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que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va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exponer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</a:t>
            </a:r>
            <a:r>
              <a:rPr sz="1000" b="1" spc="-10" dirty="0">
                <a:latin typeface="Calibri"/>
                <a:cs typeface="Calibri"/>
              </a:rPr>
              <a:t> continuación</a:t>
            </a:r>
            <a:r>
              <a:rPr sz="1000" spc="-10" dirty="0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marL="2943225" indent="-151130">
              <a:lnSpc>
                <a:spcPct val="100000"/>
              </a:lnSpc>
              <a:spcBef>
                <a:spcPts val="520"/>
              </a:spcBef>
              <a:buClr>
                <a:srgbClr val="FF0000"/>
              </a:buClr>
              <a:buSzPct val="117647"/>
              <a:buFont typeface="Calibri"/>
              <a:buAutoNum type="arabicPeriod"/>
              <a:tabLst>
                <a:tab pos="2943225" algn="l"/>
              </a:tabLst>
            </a:pPr>
            <a:r>
              <a:rPr sz="850" b="1" dirty="0">
                <a:latin typeface="Comic Sans MS"/>
                <a:cs typeface="Comic Sans MS"/>
              </a:rPr>
              <a:t>Tengo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dos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hijos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: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Ángel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y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Claudia.</a:t>
            </a:r>
            <a:endParaRPr sz="850">
              <a:latin typeface="Comic Sans MS"/>
              <a:cs typeface="Comic Sans MS"/>
            </a:endParaRPr>
          </a:p>
          <a:p>
            <a:pPr marL="2639695" marR="29209" indent="207010">
              <a:lnSpc>
                <a:spcPct val="112500"/>
              </a:lnSpc>
              <a:spcBef>
                <a:spcPts val="365"/>
              </a:spcBef>
              <a:buClr>
                <a:srgbClr val="FF0000"/>
              </a:buClr>
              <a:buSzPct val="117647"/>
              <a:buFont typeface="Calibri"/>
              <a:buAutoNum type="arabicPeriod"/>
              <a:tabLst>
                <a:tab pos="2846705" algn="l"/>
              </a:tabLst>
            </a:pPr>
            <a:r>
              <a:rPr sz="850" b="1" dirty="0">
                <a:latin typeface="Comic Sans MS"/>
                <a:cs typeface="Comic Sans MS"/>
              </a:rPr>
              <a:t>Rubén,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David,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Jesús,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Víctor,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Javier, </a:t>
            </a:r>
            <a:r>
              <a:rPr sz="850" b="1" dirty="0">
                <a:latin typeface="Comic Sans MS"/>
                <a:cs typeface="Comic Sans MS"/>
              </a:rPr>
              <a:t>Juan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y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Antonio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:</a:t>
            </a:r>
            <a:r>
              <a:rPr sz="850" b="1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son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los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que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nos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ayudaron.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78355" y="1643760"/>
            <a:ext cx="5071745" cy="902335"/>
          </a:xfrm>
          <a:custGeom>
            <a:avLst/>
            <a:gdLst/>
            <a:ahLst/>
            <a:cxnLst/>
            <a:rect l="l" t="t" r="r" b="b"/>
            <a:pathLst>
              <a:path w="5071745" h="902335">
                <a:moveTo>
                  <a:pt x="5071491" y="0"/>
                </a:moveTo>
                <a:lnTo>
                  <a:pt x="2612136" y="0"/>
                </a:lnTo>
                <a:lnTo>
                  <a:pt x="0" y="0"/>
                </a:lnTo>
                <a:lnTo>
                  <a:pt x="0" y="373316"/>
                </a:lnTo>
                <a:lnTo>
                  <a:pt x="0" y="901954"/>
                </a:lnTo>
                <a:lnTo>
                  <a:pt x="3330943" y="901954"/>
                </a:lnTo>
                <a:lnTo>
                  <a:pt x="3330943" y="373380"/>
                </a:lnTo>
                <a:lnTo>
                  <a:pt x="3330956" y="901954"/>
                </a:lnTo>
                <a:lnTo>
                  <a:pt x="5071491" y="901954"/>
                </a:lnTo>
                <a:lnTo>
                  <a:pt x="5071491" y="373380"/>
                </a:lnTo>
                <a:lnTo>
                  <a:pt x="50714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85035" y="864107"/>
            <a:ext cx="4899660" cy="16744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745490" indent="-151130">
              <a:lnSpc>
                <a:spcPct val="100000"/>
              </a:lnSpc>
              <a:spcBef>
                <a:spcPts val="620"/>
              </a:spcBef>
              <a:buClr>
                <a:srgbClr val="0000FF"/>
              </a:buClr>
              <a:buFont typeface="Calibri"/>
              <a:buAutoNum type="arabicPeriod"/>
              <a:tabLst>
                <a:tab pos="745490" algn="l"/>
              </a:tabLst>
            </a:pPr>
            <a:r>
              <a:rPr sz="1000" dirty="0">
                <a:latin typeface="Calibri"/>
                <a:cs typeface="Calibri"/>
              </a:rPr>
              <a:t>Carácter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explicativo.</a:t>
            </a:r>
            <a:endParaRPr sz="1000">
              <a:latin typeface="Calibri"/>
              <a:cs typeface="Calibri"/>
            </a:endParaRPr>
          </a:p>
          <a:p>
            <a:pPr marL="128905" marR="2541270" indent="-86360">
              <a:lnSpc>
                <a:spcPct val="101800"/>
              </a:lnSpc>
              <a:spcBef>
                <a:spcPts val="495"/>
              </a:spcBef>
              <a:buClr>
                <a:srgbClr val="0000FF"/>
              </a:buClr>
              <a:buAutoNum type="arabicPeriod"/>
              <a:tabLst>
                <a:tab pos="128905" algn="l"/>
                <a:tab pos="193675" algn="l"/>
              </a:tabLst>
            </a:pPr>
            <a:r>
              <a:rPr sz="1000" b="1" dirty="0">
                <a:latin typeface="Calibri"/>
                <a:cs typeface="Calibri"/>
              </a:rPr>
              <a:t>Después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una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enumeración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pueden </a:t>
            </a:r>
            <a:r>
              <a:rPr sz="1000" dirty="0">
                <a:latin typeface="Calibri"/>
                <a:cs typeface="Calibri"/>
              </a:rPr>
              <a:t>usar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introducir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concepto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que</a:t>
            </a:r>
            <a:r>
              <a:rPr sz="1000" spc="-25" dirty="0">
                <a:latin typeface="Calibri"/>
                <a:cs typeface="Calibri"/>
              </a:rPr>
              <a:t> se</a:t>
            </a:r>
            <a:endParaRPr sz="1000">
              <a:latin typeface="Calibri"/>
              <a:cs typeface="Calibri"/>
            </a:endParaRPr>
          </a:p>
          <a:p>
            <a:pPr marL="1008380">
              <a:lnSpc>
                <a:spcPct val="100000"/>
              </a:lnSpc>
              <a:spcBef>
                <a:spcPts val="20"/>
              </a:spcBef>
            </a:pPr>
            <a:r>
              <a:rPr sz="1000" spc="-10" dirty="0">
                <a:latin typeface="Calibri"/>
                <a:cs typeface="Calibri"/>
              </a:rPr>
              <a:t>refería.</a:t>
            </a:r>
            <a:endParaRPr sz="1000">
              <a:latin typeface="Calibri"/>
              <a:cs typeface="Calibri"/>
            </a:endParaRPr>
          </a:p>
          <a:p>
            <a:pPr marL="182880" indent="-150495">
              <a:lnSpc>
                <a:spcPct val="100000"/>
              </a:lnSpc>
              <a:spcBef>
                <a:spcPts val="520"/>
              </a:spcBef>
              <a:buAutoNum type="arabicPeriod" startAt="3"/>
              <a:tabLst>
                <a:tab pos="182880" algn="l"/>
                <a:tab pos="2581275" algn="l"/>
              </a:tabLst>
            </a:pPr>
            <a:r>
              <a:rPr sz="1000" dirty="0">
                <a:latin typeface="Calibri"/>
                <a:cs typeface="Calibri"/>
              </a:rPr>
              <a:t>Para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introducir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citas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o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palabras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textuales</a:t>
            </a:r>
            <a:r>
              <a:rPr sz="1000" spc="-10" dirty="0">
                <a:latin typeface="Calibri"/>
                <a:cs typeface="Calibri"/>
              </a:rPr>
              <a:t>,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3.</a:t>
            </a:r>
            <a:r>
              <a:rPr sz="1000" b="1" spc="1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Ya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os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lo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dijo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la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maestra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:</a:t>
            </a:r>
            <a:r>
              <a:rPr sz="850" b="1" spc="-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«Un</a:t>
            </a:r>
            <a:r>
              <a:rPr sz="850" b="1" i="1" spc="-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texto</a:t>
            </a:r>
            <a:r>
              <a:rPr sz="850" b="1" i="1" spc="-20" dirty="0">
                <a:latin typeface="Comic Sans MS"/>
                <a:cs typeface="Comic Sans MS"/>
              </a:rPr>
              <a:t> bien</a:t>
            </a:r>
            <a:endParaRPr sz="850">
              <a:latin typeface="Comic Sans MS"/>
              <a:cs typeface="Comic Sans MS"/>
            </a:endParaRPr>
          </a:p>
          <a:p>
            <a:pPr marL="266700">
              <a:lnSpc>
                <a:spcPct val="100000"/>
              </a:lnSpc>
              <a:spcBef>
                <a:spcPts val="20"/>
              </a:spcBef>
              <a:tabLst>
                <a:tab pos="2738755" algn="l"/>
              </a:tabLst>
            </a:pPr>
            <a:r>
              <a:rPr sz="1000" dirty="0">
                <a:latin typeface="Calibri"/>
                <a:cs typeface="Calibri"/>
              </a:rPr>
              <a:t>que</a:t>
            </a:r>
            <a:r>
              <a:rPr sz="1000" spc="-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deben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escribirse</a:t>
            </a:r>
            <a:r>
              <a:rPr sz="1000" spc="-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entre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comillas.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275" b="1" i="1" baseline="3267" dirty="0">
                <a:latin typeface="Comic Sans MS"/>
                <a:cs typeface="Comic Sans MS"/>
              </a:rPr>
              <a:t>escrito</a:t>
            </a:r>
            <a:r>
              <a:rPr sz="1275" b="1" i="1" spc="-30" baseline="3267" dirty="0">
                <a:latin typeface="Comic Sans MS"/>
                <a:cs typeface="Comic Sans MS"/>
              </a:rPr>
              <a:t> </a:t>
            </a:r>
            <a:r>
              <a:rPr sz="1275" b="1" i="1" baseline="3267" dirty="0">
                <a:latin typeface="Comic Sans MS"/>
                <a:cs typeface="Comic Sans MS"/>
              </a:rPr>
              <a:t>es</a:t>
            </a:r>
            <a:r>
              <a:rPr sz="1275" b="1" i="1" spc="-37" baseline="3267" dirty="0">
                <a:latin typeface="Comic Sans MS"/>
                <a:cs typeface="Comic Sans MS"/>
              </a:rPr>
              <a:t> </a:t>
            </a:r>
            <a:r>
              <a:rPr sz="1275" b="1" i="1" baseline="3267" dirty="0">
                <a:latin typeface="Comic Sans MS"/>
                <a:cs typeface="Comic Sans MS"/>
              </a:rPr>
              <a:t>el</a:t>
            </a:r>
            <a:r>
              <a:rPr sz="1275" b="1" i="1" spc="-37" baseline="3267" dirty="0">
                <a:latin typeface="Comic Sans MS"/>
                <a:cs typeface="Comic Sans MS"/>
              </a:rPr>
              <a:t> </a:t>
            </a:r>
            <a:r>
              <a:rPr sz="1275" b="1" i="1" baseline="3267" dirty="0">
                <a:latin typeface="Comic Sans MS"/>
                <a:cs typeface="Comic Sans MS"/>
              </a:rPr>
              <a:t>mejor</a:t>
            </a:r>
            <a:r>
              <a:rPr sz="1275" b="1" i="1" spc="-22" baseline="3267" dirty="0">
                <a:latin typeface="Comic Sans MS"/>
                <a:cs typeface="Comic Sans MS"/>
              </a:rPr>
              <a:t> </a:t>
            </a:r>
            <a:r>
              <a:rPr sz="1275" b="1" i="1" baseline="3267" dirty="0">
                <a:latin typeface="Comic Sans MS"/>
                <a:cs typeface="Comic Sans MS"/>
              </a:rPr>
              <a:t>de</a:t>
            </a:r>
            <a:r>
              <a:rPr sz="1275" b="1" i="1" spc="-37" baseline="3267" dirty="0">
                <a:latin typeface="Comic Sans MS"/>
                <a:cs typeface="Comic Sans MS"/>
              </a:rPr>
              <a:t> </a:t>
            </a:r>
            <a:r>
              <a:rPr sz="1275" b="1" i="1" baseline="3267" dirty="0">
                <a:latin typeface="Comic Sans MS"/>
                <a:cs typeface="Comic Sans MS"/>
              </a:rPr>
              <a:t>los</a:t>
            </a:r>
            <a:r>
              <a:rPr sz="1275" b="1" i="1" spc="-37" baseline="3267" dirty="0">
                <a:latin typeface="Comic Sans MS"/>
                <a:cs typeface="Comic Sans MS"/>
              </a:rPr>
              <a:t> </a:t>
            </a:r>
            <a:r>
              <a:rPr sz="1275" b="1" i="1" spc="-15" baseline="3267" dirty="0">
                <a:latin typeface="Comic Sans MS"/>
                <a:cs typeface="Comic Sans MS"/>
              </a:rPr>
              <a:t>discursos».</a:t>
            </a:r>
            <a:endParaRPr sz="1275" baseline="3267">
              <a:latin typeface="Comic Sans MS"/>
              <a:cs typeface="Comic Sans MS"/>
            </a:endParaRPr>
          </a:p>
          <a:p>
            <a:pPr marL="274320" indent="-150495">
              <a:lnSpc>
                <a:spcPct val="100000"/>
              </a:lnSpc>
              <a:spcBef>
                <a:spcPts val="520"/>
              </a:spcBef>
              <a:buAutoNum type="arabicPeriod" startAt="4"/>
              <a:tabLst>
                <a:tab pos="274320" algn="l"/>
                <a:tab pos="3261995" algn="l"/>
              </a:tabLst>
            </a:pPr>
            <a:r>
              <a:rPr sz="1000" dirty="0">
                <a:latin typeface="Calibri"/>
                <a:cs typeface="Calibri"/>
              </a:rPr>
              <a:t>Para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encabezamiento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cartas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y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documentos</a:t>
            </a:r>
            <a:r>
              <a:rPr sz="1000" dirty="0"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La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4.</a:t>
            </a:r>
            <a:r>
              <a:rPr sz="1000" b="1" spc="1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Querida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amiga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:</a:t>
            </a:r>
            <a:endParaRPr sz="850">
              <a:latin typeface="Comic Sans MS"/>
              <a:cs typeface="Comic Sans MS"/>
            </a:endParaRPr>
          </a:p>
          <a:p>
            <a:pPr>
              <a:lnSpc>
                <a:spcPts val="1170"/>
              </a:lnSpc>
              <a:spcBef>
                <a:spcPts val="100"/>
              </a:spcBef>
              <a:tabLst>
                <a:tab pos="3422015" algn="l"/>
              </a:tabLst>
            </a:pPr>
            <a:r>
              <a:rPr sz="1500" baseline="5555" dirty="0">
                <a:latin typeface="Calibri"/>
                <a:cs typeface="Calibri"/>
              </a:rPr>
              <a:t>palabra</a:t>
            </a:r>
            <a:r>
              <a:rPr sz="1500" spc="-22" baseline="5555" dirty="0">
                <a:latin typeface="Calibri"/>
                <a:cs typeface="Calibri"/>
              </a:rPr>
              <a:t> </a:t>
            </a:r>
            <a:r>
              <a:rPr sz="1500" baseline="5555" dirty="0">
                <a:latin typeface="Calibri"/>
                <a:cs typeface="Calibri"/>
              </a:rPr>
              <a:t>siguiente</a:t>
            </a:r>
            <a:r>
              <a:rPr sz="1500" spc="-37" baseline="5555" dirty="0">
                <a:latin typeface="Calibri"/>
                <a:cs typeface="Calibri"/>
              </a:rPr>
              <a:t> </a:t>
            </a:r>
            <a:r>
              <a:rPr sz="1500" baseline="5555" dirty="0">
                <a:latin typeface="Calibri"/>
                <a:cs typeface="Calibri"/>
              </a:rPr>
              <a:t>se</a:t>
            </a:r>
            <a:r>
              <a:rPr sz="1500" spc="-44" baseline="5555" dirty="0">
                <a:latin typeface="Calibri"/>
                <a:cs typeface="Calibri"/>
              </a:rPr>
              <a:t> </a:t>
            </a:r>
            <a:r>
              <a:rPr sz="1500" baseline="5555" dirty="0">
                <a:latin typeface="Calibri"/>
                <a:cs typeface="Calibri"/>
              </a:rPr>
              <a:t>escribirá</a:t>
            </a:r>
            <a:r>
              <a:rPr sz="1500" spc="-15" baseline="5555" dirty="0">
                <a:latin typeface="Calibri"/>
                <a:cs typeface="Calibri"/>
              </a:rPr>
              <a:t> </a:t>
            </a:r>
            <a:r>
              <a:rPr sz="1500" baseline="5555" dirty="0">
                <a:latin typeface="Calibri"/>
                <a:cs typeface="Calibri"/>
              </a:rPr>
              <a:t>con</a:t>
            </a:r>
            <a:r>
              <a:rPr sz="1500" spc="-30" baseline="5555" dirty="0">
                <a:latin typeface="Calibri"/>
                <a:cs typeface="Calibri"/>
              </a:rPr>
              <a:t> </a:t>
            </a:r>
            <a:r>
              <a:rPr sz="1500" baseline="5555" dirty="0">
                <a:latin typeface="Calibri"/>
                <a:cs typeface="Calibri"/>
              </a:rPr>
              <a:t>mayúsculas</a:t>
            </a:r>
            <a:r>
              <a:rPr sz="1500" spc="-30" baseline="5555" dirty="0">
                <a:latin typeface="Calibri"/>
                <a:cs typeface="Calibri"/>
              </a:rPr>
              <a:t> </a:t>
            </a:r>
            <a:r>
              <a:rPr sz="1500" baseline="5555" dirty="0">
                <a:latin typeface="Calibri"/>
                <a:cs typeface="Calibri"/>
              </a:rPr>
              <a:t>en</a:t>
            </a:r>
            <a:r>
              <a:rPr sz="1500" spc="-52" baseline="5555" dirty="0">
                <a:latin typeface="Calibri"/>
                <a:cs typeface="Calibri"/>
              </a:rPr>
              <a:t> </a:t>
            </a:r>
            <a:r>
              <a:rPr sz="1500" baseline="5555" dirty="0">
                <a:latin typeface="Calibri"/>
                <a:cs typeface="Calibri"/>
              </a:rPr>
              <a:t>el</a:t>
            </a:r>
            <a:r>
              <a:rPr sz="1500" spc="-60" baseline="5555" dirty="0">
                <a:latin typeface="Calibri"/>
                <a:cs typeface="Calibri"/>
              </a:rPr>
              <a:t> </a:t>
            </a:r>
            <a:r>
              <a:rPr sz="1500" spc="-15" baseline="5555" dirty="0">
                <a:latin typeface="Calibri"/>
                <a:cs typeface="Calibri"/>
              </a:rPr>
              <a:t>siguiente</a:t>
            </a:r>
            <a:r>
              <a:rPr sz="1500" baseline="5555" dirty="0">
                <a:latin typeface="Calibri"/>
                <a:cs typeface="Calibri"/>
              </a:rPr>
              <a:t>	</a:t>
            </a:r>
            <a:r>
              <a:rPr sz="850" b="1" dirty="0">
                <a:latin typeface="Comic Sans MS"/>
                <a:cs typeface="Comic Sans MS"/>
              </a:rPr>
              <a:t>Te</a:t>
            </a:r>
            <a:r>
              <a:rPr sz="850" b="1" spc="-3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escribo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para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contarte…</a:t>
            </a:r>
            <a:endParaRPr sz="850">
              <a:latin typeface="Comic Sans MS"/>
              <a:cs typeface="Comic Sans MS"/>
            </a:endParaRPr>
          </a:p>
          <a:p>
            <a:pPr marL="1343660">
              <a:lnSpc>
                <a:spcPts val="1170"/>
              </a:lnSpc>
            </a:pPr>
            <a:r>
              <a:rPr sz="1000" spc="-10" dirty="0">
                <a:latin typeface="Calibri"/>
                <a:cs typeface="Calibri"/>
              </a:rPr>
              <a:t>renglón.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78354" y="2545714"/>
            <a:ext cx="2792730" cy="370840"/>
          </a:xfrm>
          <a:custGeom>
            <a:avLst/>
            <a:gdLst/>
            <a:ahLst/>
            <a:cxnLst/>
            <a:rect l="l" t="t" r="r" b="b"/>
            <a:pathLst>
              <a:path w="2792729" h="370839">
                <a:moveTo>
                  <a:pt x="2792348" y="0"/>
                </a:moveTo>
                <a:lnTo>
                  <a:pt x="0" y="0"/>
                </a:lnTo>
                <a:lnTo>
                  <a:pt x="0" y="370840"/>
                </a:lnTo>
                <a:lnTo>
                  <a:pt x="2792348" y="370840"/>
                </a:lnTo>
                <a:lnTo>
                  <a:pt x="279234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149475" y="2604134"/>
            <a:ext cx="26587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5.</a:t>
            </a:r>
            <a:r>
              <a:rPr sz="1000" spc="19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separar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ejemplo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resto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 </a:t>
            </a:r>
            <a:r>
              <a:rPr sz="1000" spc="-10" dirty="0">
                <a:latin typeface="Calibri"/>
                <a:cs typeface="Calibri"/>
              </a:rPr>
              <a:t>oración.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70703" y="2545714"/>
            <a:ext cx="2279015" cy="370840"/>
          </a:xfrm>
          <a:custGeom>
            <a:avLst/>
            <a:gdLst/>
            <a:ahLst/>
            <a:cxnLst/>
            <a:rect l="l" t="t" r="r" b="b"/>
            <a:pathLst>
              <a:path w="2279015" h="370839">
                <a:moveTo>
                  <a:pt x="2279015" y="0"/>
                </a:moveTo>
                <a:lnTo>
                  <a:pt x="0" y="0"/>
                </a:lnTo>
                <a:lnTo>
                  <a:pt x="0" y="370840"/>
                </a:lnTo>
                <a:lnTo>
                  <a:pt x="2279015" y="370840"/>
                </a:lnTo>
                <a:lnTo>
                  <a:pt x="227901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906264" y="2558060"/>
            <a:ext cx="207391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>
              <a:lnSpc>
                <a:spcPct val="112500"/>
              </a:lnSpc>
              <a:spcBef>
                <a:spcPts val="110"/>
              </a:spcBef>
            </a:pP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5.</a:t>
            </a:r>
            <a:r>
              <a:rPr sz="1000" b="1" spc="1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vez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en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cuando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habla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más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spc="-25" dirty="0">
                <a:latin typeface="Comic Sans MS"/>
                <a:cs typeface="Comic Sans MS"/>
              </a:rPr>
              <a:t>la </a:t>
            </a:r>
            <a:r>
              <a:rPr sz="850" b="1" dirty="0">
                <a:latin typeface="Comic Sans MS"/>
                <a:cs typeface="Comic Sans MS"/>
              </a:rPr>
              <a:t>cuenta: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ayer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te</a:t>
            </a:r>
            <a:r>
              <a:rPr sz="850" b="1" spc="-3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contó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nuestro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secreto.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78354" y="2916554"/>
            <a:ext cx="5071745" cy="373380"/>
          </a:xfrm>
          <a:custGeom>
            <a:avLst/>
            <a:gdLst/>
            <a:ahLst/>
            <a:cxnLst/>
            <a:rect l="l" t="t" r="r" b="b"/>
            <a:pathLst>
              <a:path w="5071745" h="373379">
                <a:moveTo>
                  <a:pt x="5071491" y="0"/>
                </a:moveTo>
                <a:lnTo>
                  <a:pt x="0" y="0"/>
                </a:lnTo>
                <a:lnTo>
                  <a:pt x="0" y="373379"/>
                </a:lnTo>
                <a:lnTo>
                  <a:pt x="5071491" y="373379"/>
                </a:lnTo>
                <a:lnTo>
                  <a:pt x="50714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113914" y="2949575"/>
            <a:ext cx="5001260" cy="5511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R="5080" indent="83820">
              <a:lnSpc>
                <a:spcPct val="101699"/>
              </a:lnSpc>
              <a:spcBef>
                <a:spcPts val="80"/>
              </a:spcBef>
            </a:pPr>
            <a:r>
              <a:rPr sz="1000" dirty="0">
                <a:latin typeface="Calibri"/>
                <a:cs typeface="Calibri"/>
              </a:rPr>
              <a:t>Tiene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varios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usos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más,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desde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textos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oficiales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situaciones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oracionales,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pero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hemos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visto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los</a:t>
            </a:r>
            <a:r>
              <a:rPr sz="1000" spc="5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más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usuales.</a:t>
            </a:r>
            <a:r>
              <a:rPr sz="1000" spc="-10" dirty="0">
                <a:latin typeface="Calibri"/>
                <a:cs typeface="Calibri"/>
              </a:rPr>
              <a:t> También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tienen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usos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no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lingüísticos: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expresar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‘horas’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signo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división.</a:t>
            </a:r>
            <a:endParaRPr sz="1000">
              <a:latin typeface="Calibri"/>
              <a:cs typeface="Calibri"/>
            </a:endParaRPr>
          </a:p>
          <a:p>
            <a:pPr marL="360680">
              <a:lnSpc>
                <a:spcPct val="100000"/>
              </a:lnSpc>
              <a:spcBef>
                <a:spcPts val="520"/>
              </a:spcBef>
            </a:pPr>
            <a:r>
              <a:rPr sz="1000" b="1" dirty="0">
                <a:latin typeface="Calibri"/>
                <a:cs typeface="Calibri"/>
              </a:rPr>
              <a:t>Se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usa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para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insertar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información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complementaria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o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aclaratoria.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signo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doble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1497" y="4065015"/>
            <a:ext cx="13982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6660" algn="l"/>
              </a:tabLst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PARÉNTESIS</a:t>
            </a:r>
            <a:r>
              <a:rPr sz="1100" b="1" dirty="0">
                <a:solidFill>
                  <a:srgbClr val="0000FF"/>
                </a:solidFill>
                <a:latin typeface="Comic Sans MS"/>
                <a:cs typeface="Comic Sans MS"/>
              </a:rPr>
              <a:t>	</a:t>
            </a:r>
            <a:r>
              <a:rPr sz="1200" dirty="0">
                <a:solidFill>
                  <a:srgbClr val="FF0066"/>
                </a:solidFill>
                <a:latin typeface="Arial Black"/>
                <a:cs typeface="Arial Black"/>
              </a:rPr>
              <a:t>(</a:t>
            </a:r>
            <a:r>
              <a:rPr sz="1200" spc="-10" dirty="0">
                <a:solidFill>
                  <a:srgbClr val="FF0066"/>
                </a:solidFill>
                <a:latin typeface="Arial Black"/>
                <a:cs typeface="Arial Black"/>
              </a:rPr>
              <a:t> </a:t>
            </a:r>
            <a:r>
              <a:rPr sz="1200" spc="-50" dirty="0">
                <a:solidFill>
                  <a:srgbClr val="FF0066"/>
                </a:solidFill>
                <a:latin typeface="Arial Black"/>
                <a:cs typeface="Arial Black"/>
              </a:rPr>
              <a:t>)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01214" y="3541776"/>
            <a:ext cx="2560955" cy="10160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81280" marR="26034" indent="-48260">
              <a:lnSpc>
                <a:spcPct val="101699"/>
              </a:lnSpc>
              <a:spcBef>
                <a:spcPts val="80"/>
              </a:spcBef>
              <a:buClr>
                <a:srgbClr val="0000FF"/>
              </a:buClr>
              <a:buFont typeface="Calibri"/>
              <a:buAutoNum type="arabicPeriod"/>
              <a:tabLst>
                <a:tab pos="81280" algn="l"/>
                <a:tab pos="184150" algn="l"/>
              </a:tabLst>
            </a:pPr>
            <a:r>
              <a:rPr sz="1000" dirty="0">
                <a:latin typeface="Calibri"/>
                <a:cs typeface="Calibri"/>
              </a:rPr>
              <a:t>	Para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interrumpir</a:t>
            </a:r>
            <a:r>
              <a:rPr sz="1000" dirty="0">
                <a:latin typeface="Calibri"/>
                <a:cs typeface="Calibri"/>
              </a:rPr>
              <a:t> el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enunciado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introducir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un</a:t>
            </a:r>
            <a:r>
              <a:rPr sz="1000" dirty="0">
                <a:latin typeface="Calibri"/>
                <a:cs typeface="Calibri"/>
              </a:rPr>
              <a:t> inciso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aclaratorio.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También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puede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usar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para </a:t>
            </a:r>
            <a:r>
              <a:rPr sz="1000" dirty="0">
                <a:latin typeface="Calibri"/>
                <a:cs typeface="Calibri"/>
              </a:rPr>
              <a:t>ello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comas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rayas,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pero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paréntesis </a:t>
            </a:r>
            <a:r>
              <a:rPr sz="1000" dirty="0">
                <a:latin typeface="Calibri"/>
                <a:cs typeface="Calibri"/>
              </a:rPr>
              <a:t>permite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aclaraciones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más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aisladas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del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texto.</a:t>
            </a:r>
            <a:endParaRPr sz="1000">
              <a:latin typeface="Calibri"/>
              <a:cs typeface="Calibri"/>
            </a:endParaRPr>
          </a:p>
          <a:p>
            <a:pPr marL="73660" marR="5080" indent="-60960">
              <a:lnSpc>
                <a:spcPct val="101699"/>
              </a:lnSpc>
              <a:spcBef>
                <a:spcPts val="495"/>
              </a:spcBef>
              <a:buClr>
                <a:srgbClr val="0000FF"/>
              </a:buClr>
              <a:buFont typeface="Calibri"/>
              <a:buAutoNum type="arabicPeriod"/>
              <a:tabLst>
                <a:tab pos="73660" algn="l"/>
                <a:tab pos="163830" algn="l"/>
              </a:tabLst>
            </a:pPr>
            <a:r>
              <a:rPr sz="1000" dirty="0">
                <a:latin typeface="Calibri"/>
                <a:cs typeface="Calibri"/>
              </a:rPr>
              <a:t>	Para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intercalar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datos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fechas,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significado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sigla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acrónimo,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nombre de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</a:t>
            </a:r>
            <a:r>
              <a:rPr sz="1000" spc="-10" dirty="0">
                <a:latin typeface="Calibri"/>
                <a:cs typeface="Calibri"/>
              </a:rPr>
              <a:t> autor…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26051" y="3538220"/>
            <a:ext cx="2390140" cy="10134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1150" indent="-151130">
              <a:lnSpc>
                <a:spcPct val="100000"/>
              </a:lnSpc>
              <a:spcBef>
                <a:spcPts val="125"/>
              </a:spcBef>
              <a:buClr>
                <a:srgbClr val="FF0000"/>
              </a:buClr>
              <a:buSzPct val="117647"/>
              <a:buFont typeface="Calibri"/>
              <a:buAutoNum type="arabicPeriod"/>
              <a:tabLst>
                <a:tab pos="311150" algn="l"/>
              </a:tabLst>
            </a:pPr>
            <a:r>
              <a:rPr sz="850" b="1" dirty="0">
                <a:latin typeface="Comic Sans MS"/>
                <a:cs typeface="Comic Sans MS"/>
              </a:rPr>
              <a:t>María,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Beatriz,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Ángela,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Meri,</a:t>
            </a:r>
            <a:r>
              <a:rPr sz="850" b="1" spc="-10" dirty="0">
                <a:latin typeface="Comic Sans MS"/>
                <a:cs typeface="Comic Sans MS"/>
              </a:rPr>
              <a:t> Alba,</a:t>
            </a:r>
            <a:endParaRPr sz="850">
              <a:latin typeface="Comic Sans MS"/>
              <a:cs typeface="Comic Sans MS"/>
            </a:endParaRPr>
          </a:p>
          <a:p>
            <a:pPr marL="12700" marR="5080" indent="-6350" algn="ctr">
              <a:lnSpc>
                <a:spcPts val="1180"/>
              </a:lnSpc>
              <a:spcBef>
                <a:spcPts val="55"/>
              </a:spcBef>
            </a:pPr>
            <a:r>
              <a:rPr sz="850" b="1" dirty="0">
                <a:latin typeface="Comic Sans MS"/>
                <a:cs typeface="Comic Sans MS"/>
              </a:rPr>
              <a:t>Alicia</a:t>
            </a:r>
            <a:r>
              <a:rPr sz="850" b="1" spc="-3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y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Vero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(</a:t>
            </a:r>
            <a:r>
              <a:rPr sz="850" b="1" dirty="0">
                <a:latin typeface="Comic Sans MS"/>
                <a:cs typeface="Comic Sans MS"/>
              </a:rPr>
              <a:t>son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grandes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artistas,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spc="-25" dirty="0">
                <a:latin typeface="Comic Sans MS"/>
                <a:cs typeface="Comic Sans MS"/>
              </a:rPr>
              <a:t>muy </a:t>
            </a:r>
            <a:r>
              <a:rPr sz="850" b="1" dirty="0">
                <a:latin typeface="Comic Sans MS"/>
                <a:cs typeface="Comic Sans MS"/>
              </a:rPr>
              <a:t>creativas</a:t>
            </a:r>
            <a:r>
              <a:rPr sz="850" b="1" spc="-5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y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originales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)</a:t>
            </a:r>
            <a:r>
              <a:rPr sz="850" b="1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crearon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gran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parte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spc="-25" dirty="0">
                <a:latin typeface="Comic Sans MS"/>
                <a:cs typeface="Comic Sans MS"/>
              </a:rPr>
              <a:t>de </a:t>
            </a:r>
            <a:r>
              <a:rPr sz="850" b="1" dirty="0">
                <a:latin typeface="Comic Sans MS"/>
                <a:cs typeface="Comic Sans MS"/>
              </a:rPr>
              <a:t>los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materiales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que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estamos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usando.</a:t>
            </a:r>
            <a:endParaRPr sz="850">
              <a:latin typeface="Comic Sans MS"/>
              <a:cs typeface="Comic Sans MS"/>
            </a:endParaRPr>
          </a:p>
          <a:p>
            <a:pPr marL="235585" marR="122555" indent="-111760">
              <a:lnSpc>
                <a:spcPct val="112500"/>
              </a:lnSpc>
              <a:spcBef>
                <a:spcPts val="434"/>
              </a:spcBef>
              <a:buSzPct val="117647"/>
              <a:buFont typeface="Calibri"/>
              <a:buAutoNum type="arabicPeriod" startAt="2"/>
              <a:tabLst>
                <a:tab pos="235585" algn="l"/>
                <a:tab pos="274955" algn="l"/>
              </a:tabLst>
            </a:pP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	</a:t>
            </a:r>
            <a:r>
              <a:rPr sz="850" b="1" dirty="0">
                <a:latin typeface="Comic Sans MS"/>
                <a:cs typeface="Comic Sans MS"/>
              </a:rPr>
              <a:t>Nikola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Tesla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(</a:t>
            </a:r>
            <a:r>
              <a:rPr sz="850" b="1" dirty="0">
                <a:latin typeface="Comic Sans MS"/>
                <a:cs typeface="Comic Sans MS"/>
              </a:rPr>
              <a:t>1856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–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1943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)</a:t>
            </a:r>
            <a:r>
              <a:rPr sz="850" b="1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descubrió </a:t>
            </a:r>
            <a:r>
              <a:rPr sz="850" b="1" dirty="0">
                <a:latin typeface="Comic Sans MS"/>
                <a:cs typeface="Comic Sans MS"/>
              </a:rPr>
              <a:t>secretos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que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aún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hoy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no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se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conocen.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43454" y="4753355"/>
            <a:ext cx="24549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número…).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alterna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con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 la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barra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(/).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31695" y="4598415"/>
            <a:ext cx="48418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26715" algn="l"/>
              </a:tabLst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3.</a:t>
            </a:r>
            <a:r>
              <a:rPr sz="1000" b="1" spc="1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introducir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alternativas</a:t>
            </a:r>
            <a:r>
              <a:rPr sz="1000" b="1" spc="-10" dirty="0">
                <a:latin typeface="Calibri"/>
                <a:cs typeface="Calibri"/>
              </a:rPr>
              <a:t> lingüísticas</a:t>
            </a:r>
            <a:r>
              <a:rPr sz="1000" b="1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(género,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3.</a:t>
            </a:r>
            <a:r>
              <a:rPr sz="1000" b="1" spc="1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La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autoría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un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documento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spc="-20" dirty="0">
                <a:latin typeface="Comic Sans MS"/>
                <a:cs typeface="Comic Sans MS"/>
              </a:rPr>
              <a:t>debe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60390" y="4768468"/>
            <a:ext cx="169926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dirty="0">
                <a:latin typeface="Comic Sans MS"/>
                <a:cs typeface="Comic Sans MS"/>
              </a:rPr>
              <a:t>acreditarse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por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el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(</a:t>
            </a:r>
            <a:r>
              <a:rPr sz="850" b="1" dirty="0">
                <a:latin typeface="Comic Sans MS"/>
                <a:cs typeface="Comic Sans MS"/>
              </a:rPr>
              <a:t>la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)</a:t>
            </a:r>
            <a:r>
              <a:rPr sz="850" b="1" spc="-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autor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(</a:t>
            </a:r>
            <a:r>
              <a:rPr sz="850" b="1" spc="-10" dirty="0">
                <a:latin typeface="Comic Sans MS"/>
                <a:cs typeface="Comic Sans MS"/>
              </a:rPr>
              <a:t>a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)</a:t>
            </a:r>
            <a:r>
              <a:rPr sz="850" b="1" spc="-10" dirty="0">
                <a:latin typeface="Comic Sans MS"/>
                <a:cs typeface="Comic Sans MS"/>
              </a:rPr>
              <a:t>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23135" y="5126989"/>
            <a:ext cx="23164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autor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fuente…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También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usan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corchetes.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03754" y="4972050"/>
            <a:ext cx="50088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4.</a:t>
            </a:r>
            <a:r>
              <a:rPr sz="1000" b="1" spc="2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Varios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usos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citas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textuales: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acortarlas,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citar</a:t>
            </a:r>
            <a:r>
              <a:rPr sz="1000" spc="459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4.</a:t>
            </a:r>
            <a:r>
              <a:rPr sz="1000" b="1" spc="180" dirty="0">
                <a:latin typeface="Calibri"/>
                <a:cs typeface="Calibri"/>
              </a:rPr>
              <a:t> </a:t>
            </a:r>
            <a:r>
              <a:rPr sz="800" b="1" dirty="0">
                <a:latin typeface="Comic Sans MS"/>
                <a:cs typeface="Comic Sans MS"/>
              </a:rPr>
              <a:t>El</a:t>
            </a:r>
            <a:r>
              <a:rPr sz="800" b="1" spc="-5" dirty="0">
                <a:latin typeface="Comic Sans MS"/>
                <a:cs typeface="Comic Sans MS"/>
              </a:rPr>
              <a:t> </a:t>
            </a:r>
            <a:r>
              <a:rPr sz="800" b="1" dirty="0">
                <a:latin typeface="Comic Sans MS"/>
                <a:cs typeface="Comic Sans MS"/>
              </a:rPr>
              <a:t>científico</a:t>
            </a:r>
            <a:r>
              <a:rPr sz="800" b="1" spc="-25" dirty="0">
                <a:latin typeface="Comic Sans MS"/>
                <a:cs typeface="Comic Sans MS"/>
              </a:rPr>
              <a:t> </a:t>
            </a:r>
            <a:r>
              <a:rPr sz="800" b="1" dirty="0">
                <a:latin typeface="Comic Sans MS"/>
                <a:cs typeface="Comic Sans MS"/>
              </a:rPr>
              <a:t>declaró:</a:t>
            </a:r>
            <a:r>
              <a:rPr sz="800" b="1" spc="-20" dirty="0">
                <a:latin typeface="Comic Sans MS"/>
                <a:cs typeface="Comic Sans MS"/>
              </a:rPr>
              <a:t> </a:t>
            </a:r>
            <a:r>
              <a:rPr sz="800" b="1" dirty="0">
                <a:latin typeface="Comic Sans MS"/>
                <a:cs typeface="Comic Sans MS"/>
              </a:rPr>
              <a:t>“El</a:t>
            </a:r>
            <a:r>
              <a:rPr sz="800" b="1" spc="-5" dirty="0">
                <a:latin typeface="Comic Sans MS"/>
                <a:cs typeface="Comic Sans MS"/>
              </a:rPr>
              <a:t> </a:t>
            </a:r>
            <a:r>
              <a:rPr sz="800" b="1" dirty="0">
                <a:latin typeface="Comic Sans MS"/>
                <a:cs typeface="Comic Sans MS"/>
              </a:rPr>
              <a:t>Universo</a:t>
            </a:r>
            <a:r>
              <a:rPr sz="800" b="1" spc="-10" dirty="0">
                <a:latin typeface="Comic Sans MS"/>
                <a:cs typeface="Comic Sans MS"/>
              </a:rPr>
              <a:t> </a:t>
            </a:r>
            <a:r>
              <a:rPr sz="800" b="1" dirty="0">
                <a:latin typeface="Comic Sans MS"/>
                <a:cs typeface="Comic Sans MS"/>
              </a:rPr>
              <a:t>es</a:t>
            </a:r>
            <a:r>
              <a:rPr sz="800" b="1" spc="-35" dirty="0">
                <a:latin typeface="Comic Sans MS"/>
                <a:cs typeface="Comic Sans MS"/>
              </a:rPr>
              <a:t> </a:t>
            </a:r>
            <a:r>
              <a:rPr sz="800" b="1" spc="-10" dirty="0">
                <a:latin typeface="Comic Sans MS"/>
                <a:cs typeface="Comic Sans MS"/>
              </a:rPr>
              <a:t>infinito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27651" y="5142229"/>
            <a:ext cx="21824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latin typeface="Comic Sans MS"/>
                <a:cs typeface="Comic Sans MS"/>
              </a:rPr>
              <a:t>porque</a:t>
            </a:r>
            <a:r>
              <a:rPr sz="800" b="1" spc="-40" dirty="0">
                <a:latin typeface="Comic Sans MS"/>
                <a:cs typeface="Comic Sans MS"/>
              </a:rPr>
              <a:t> </a:t>
            </a:r>
            <a:r>
              <a:rPr sz="800" b="1" dirty="0">
                <a:latin typeface="Comic Sans MS"/>
                <a:cs typeface="Comic Sans MS"/>
              </a:rPr>
              <a:t>no</a:t>
            </a:r>
            <a:r>
              <a:rPr sz="800" b="1" spc="-30" dirty="0">
                <a:latin typeface="Comic Sans MS"/>
                <a:cs typeface="Comic Sans MS"/>
              </a:rPr>
              <a:t> </a:t>
            </a:r>
            <a:r>
              <a:rPr sz="800" b="1" dirty="0">
                <a:latin typeface="Comic Sans MS"/>
                <a:cs typeface="Comic Sans MS"/>
              </a:rPr>
              <a:t>tiene</a:t>
            </a:r>
            <a:r>
              <a:rPr sz="800" b="1" spc="-15" dirty="0">
                <a:latin typeface="Comic Sans MS"/>
                <a:cs typeface="Comic Sans MS"/>
              </a:rPr>
              <a:t> </a:t>
            </a:r>
            <a:r>
              <a:rPr sz="800" b="1" dirty="0">
                <a:latin typeface="Comic Sans MS"/>
                <a:cs typeface="Comic Sans MS"/>
              </a:rPr>
              <a:t>fin</a:t>
            </a:r>
            <a:r>
              <a:rPr sz="800" b="1" spc="-25" dirty="0">
                <a:latin typeface="Comic Sans MS"/>
                <a:cs typeface="Comic Sans MS"/>
              </a:rPr>
              <a:t> </a:t>
            </a:r>
            <a:r>
              <a:rPr sz="800" b="1" dirty="0">
                <a:solidFill>
                  <a:srgbClr val="FF0000"/>
                </a:solidFill>
                <a:latin typeface="Comic Sans MS"/>
                <a:cs typeface="Comic Sans MS"/>
              </a:rPr>
              <a:t>(…)</a:t>
            </a:r>
            <a:r>
              <a:rPr sz="800" b="1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00" b="1" dirty="0">
                <a:latin typeface="Comic Sans MS"/>
                <a:cs typeface="Comic Sans MS"/>
              </a:rPr>
              <a:t>no</a:t>
            </a:r>
            <a:r>
              <a:rPr sz="800" b="1" spc="-30" dirty="0">
                <a:latin typeface="Comic Sans MS"/>
                <a:cs typeface="Comic Sans MS"/>
              </a:rPr>
              <a:t> </a:t>
            </a:r>
            <a:r>
              <a:rPr sz="800" b="1" dirty="0">
                <a:latin typeface="Comic Sans MS"/>
                <a:cs typeface="Comic Sans MS"/>
              </a:rPr>
              <a:t>tiene</a:t>
            </a:r>
            <a:r>
              <a:rPr sz="800" b="1" spc="-20" dirty="0">
                <a:latin typeface="Comic Sans MS"/>
                <a:cs typeface="Comic Sans MS"/>
              </a:rPr>
              <a:t> </a:t>
            </a:r>
            <a:r>
              <a:rPr sz="800" b="1" spc="-10" dirty="0">
                <a:latin typeface="Comic Sans MS"/>
                <a:cs typeface="Comic Sans MS"/>
              </a:rPr>
              <a:t>fronteras”.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45054" y="5345429"/>
            <a:ext cx="4537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Usos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varios: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acotaciones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obras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teatrales,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enumeraciones,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signos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matemáticos…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21640" y="5556250"/>
            <a:ext cx="1209675" cy="373380"/>
          </a:xfrm>
          <a:custGeom>
            <a:avLst/>
            <a:gdLst/>
            <a:ahLst/>
            <a:cxnLst/>
            <a:rect l="l" t="t" r="r" b="b"/>
            <a:pathLst>
              <a:path w="1209675" h="373379">
                <a:moveTo>
                  <a:pt x="1209674" y="0"/>
                </a:moveTo>
                <a:lnTo>
                  <a:pt x="0" y="0"/>
                </a:lnTo>
                <a:lnTo>
                  <a:pt x="0" y="373379"/>
                </a:lnTo>
                <a:lnTo>
                  <a:pt x="1209674" y="373379"/>
                </a:lnTo>
                <a:lnTo>
                  <a:pt x="120967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50557" y="5632450"/>
            <a:ext cx="7632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CORCHETE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631314" y="5556250"/>
            <a:ext cx="447040" cy="373380"/>
          </a:xfrm>
          <a:custGeom>
            <a:avLst/>
            <a:gdLst/>
            <a:ahLst/>
            <a:cxnLst/>
            <a:rect l="l" t="t" r="r" b="b"/>
            <a:pathLst>
              <a:path w="447039" h="373379">
                <a:moveTo>
                  <a:pt x="447039" y="0"/>
                </a:moveTo>
                <a:lnTo>
                  <a:pt x="0" y="0"/>
                </a:lnTo>
                <a:lnTo>
                  <a:pt x="0" y="373379"/>
                </a:lnTo>
                <a:lnTo>
                  <a:pt x="447039" y="373379"/>
                </a:lnTo>
                <a:lnTo>
                  <a:pt x="44703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768475" y="5632450"/>
            <a:ext cx="181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66"/>
                </a:solidFill>
                <a:latin typeface="Arial Black"/>
                <a:cs typeface="Arial Black"/>
              </a:rPr>
              <a:t>[</a:t>
            </a:r>
            <a:r>
              <a:rPr sz="1200" spc="-10" dirty="0">
                <a:solidFill>
                  <a:srgbClr val="FF0066"/>
                </a:solidFill>
                <a:latin typeface="Arial Black"/>
                <a:cs typeface="Arial Black"/>
              </a:rPr>
              <a:t> </a:t>
            </a:r>
            <a:r>
              <a:rPr sz="1200" spc="-50" dirty="0">
                <a:solidFill>
                  <a:srgbClr val="FF0066"/>
                </a:solidFill>
                <a:latin typeface="Arial Black"/>
                <a:cs typeface="Arial Black"/>
              </a:rPr>
              <a:t>]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078354" y="5556250"/>
            <a:ext cx="5071745" cy="373380"/>
          </a:xfrm>
          <a:custGeom>
            <a:avLst/>
            <a:gdLst/>
            <a:ahLst/>
            <a:cxnLst/>
            <a:rect l="l" t="t" r="r" b="b"/>
            <a:pathLst>
              <a:path w="5071745" h="373379">
                <a:moveTo>
                  <a:pt x="5071491" y="0"/>
                </a:moveTo>
                <a:lnTo>
                  <a:pt x="0" y="0"/>
                </a:lnTo>
                <a:lnTo>
                  <a:pt x="0" y="373379"/>
                </a:lnTo>
                <a:lnTo>
                  <a:pt x="5071491" y="373379"/>
                </a:lnTo>
                <a:lnTo>
                  <a:pt x="50714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309495" y="5589269"/>
            <a:ext cx="4616450" cy="3327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60400" marR="5080" indent="-661035">
              <a:lnSpc>
                <a:spcPct val="101699"/>
              </a:lnSpc>
              <a:spcBef>
                <a:spcPts val="80"/>
              </a:spcBef>
            </a:pPr>
            <a:r>
              <a:rPr sz="1000" b="1" dirty="0">
                <a:latin typeface="Calibri"/>
                <a:cs typeface="Calibri"/>
              </a:rPr>
              <a:t>Su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uso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muy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similar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al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los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paréntesis.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Es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más,</a:t>
            </a:r>
            <a:r>
              <a:rPr sz="1000" b="1" spc="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en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la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mayoría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casos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puede</a:t>
            </a:r>
            <a:r>
              <a:rPr sz="1000" b="1" spc="-20" dirty="0">
                <a:latin typeface="Calibri"/>
                <a:cs typeface="Calibri"/>
              </a:rPr>
              <a:t> usar </a:t>
            </a:r>
            <a:r>
              <a:rPr sz="1000" b="1" dirty="0">
                <a:latin typeface="Calibri"/>
                <a:cs typeface="Calibri"/>
              </a:rPr>
              <a:t>paréntesis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o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corchetes,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pero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más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recomendable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uno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otro.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7857" y="7169531"/>
            <a:ext cx="7753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COMILLAS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15135" y="6450583"/>
            <a:ext cx="279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66"/>
                </a:solidFill>
                <a:latin typeface="Arial Black"/>
                <a:cs typeface="Arial Black"/>
              </a:rPr>
              <a:t>«</a:t>
            </a:r>
            <a:r>
              <a:rPr sz="1200" spc="-15" dirty="0">
                <a:solidFill>
                  <a:srgbClr val="FF0066"/>
                </a:solidFill>
                <a:latin typeface="Arial Black"/>
                <a:cs typeface="Arial Black"/>
              </a:rPr>
              <a:t> </a:t>
            </a:r>
            <a:r>
              <a:rPr sz="1200" spc="-60" dirty="0">
                <a:solidFill>
                  <a:srgbClr val="FF0066"/>
                </a:solidFill>
                <a:latin typeface="Arial Black"/>
                <a:cs typeface="Arial Black"/>
              </a:rPr>
              <a:t>»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40535" y="7184770"/>
            <a:ext cx="228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66"/>
                </a:solidFill>
                <a:latin typeface="Arial Black"/>
                <a:cs typeface="Arial Black"/>
              </a:rPr>
              <a:t>“</a:t>
            </a:r>
            <a:r>
              <a:rPr sz="1200" spc="-5" dirty="0">
                <a:solidFill>
                  <a:srgbClr val="FF0066"/>
                </a:solidFill>
                <a:latin typeface="Arial Black"/>
                <a:cs typeface="Arial Black"/>
              </a:rPr>
              <a:t> </a:t>
            </a:r>
            <a:r>
              <a:rPr sz="1200" spc="-60" dirty="0">
                <a:solidFill>
                  <a:srgbClr val="FF0066"/>
                </a:solidFill>
                <a:latin typeface="Arial Black"/>
                <a:cs typeface="Arial Black"/>
              </a:rPr>
              <a:t>”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73554" y="7919084"/>
            <a:ext cx="1619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66"/>
                </a:solidFill>
                <a:latin typeface="Arial Black"/>
                <a:cs typeface="Arial Black"/>
              </a:rPr>
              <a:t>‘</a:t>
            </a:r>
            <a:r>
              <a:rPr sz="1200" spc="-10" dirty="0">
                <a:solidFill>
                  <a:srgbClr val="FF0066"/>
                </a:solidFill>
                <a:latin typeface="Arial Black"/>
                <a:cs typeface="Arial Black"/>
              </a:rPr>
              <a:t> </a:t>
            </a:r>
            <a:r>
              <a:rPr sz="1200" spc="-50" dirty="0">
                <a:solidFill>
                  <a:srgbClr val="FF0066"/>
                </a:solidFill>
                <a:latin typeface="Arial Black"/>
                <a:cs typeface="Arial Black"/>
              </a:rPr>
              <a:t>’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46935" y="5909310"/>
            <a:ext cx="4930140" cy="159829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520"/>
              </a:spcBef>
            </a:pPr>
            <a:r>
              <a:rPr sz="1000" b="1" dirty="0">
                <a:latin typeface="Calibri"/>
                <a:cs typeface="Calibri"/>
              </a:rPr>
              <a:t>Hay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tres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tipos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comillas:</a:t>
            </a:r>
            <a:endParaRPr sz="10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  <a:spcBef>
                <a:spcPts val="420"/>
              </a:spcBef>
              <a:tabLst>
                <a:tab pos="3112135" algn="l"/>
                <a:tab pos="4057015" algn="l"/>
              </a:tabLst>
            </a:pPr>
            <a:r>
              <a:rPr sz="1000" b="1" dirty="0">
                <a:latin typeface="Calibri"/>
                <a:cs typeface="Calibri"/>
              </a:rPr>
              <a:t>Angulares: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«</a:t>
            </a:r>
            <a:r>
              <a:rPr sz="10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»</a:t>
            </a:r>
            <a:r>
              <a:rPr sz="1000" b="1" dirty="0">
                <a:latin typeface="Calibri"/>
                <a:cs typeface="Calibri"/>
              </a:rPr>
              <a:t>.</a:t>
            </a:r>
            <a:r>
              <a:rPr sz="1000" b="1" spc="17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También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llamadas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latinas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españolas.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b="1" dirty="0">
                <a:latin typeface="Calibri"/>
                <a:cs typeface="Calibri"/>
              </a:rPr>
              <a:t>Inglesas: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“</a:t>
            </a:r>
            <a:r>
              <a:rPr sz="1000" b="1" spc="-25" dirty="0">
                <a:solidFill>
                  <a:srgbClr val="FF0000"/>
                </a:solidFill>
                <a:latin typeface="Calibri"/>
                <a:cs typeface="Calibri"/>
              </a:rPr>
              <a:t> “</a:t>
            </a:r>
            <a:r>
              <a:rPr sz="1000" b="1" spc="-25" dirty="0">
                <a:latin typeface="Calibri"/>
                <a:cs typeface="Calibri"/>
              </a:rPr>
              <a:t>.</a:t>
            </a:r>
            <a:r>
              <a:rPr sz="1000" b="1" dirty="0">
                <a:latin typeface="Calibri"/>
                <a:cs typeface="Calibri"/>
              </a:rPr>
              <a:t>	Simples: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‘</a:t>
            </a:r>
            <a:r>
              <a:rPr sz="10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0000"/>
                </a:solidFill>
                <a:latin typeface="Calibri"/>
                <a:cs typeface="Calibri"/>
              </a:rPr>
              <a:t>’</a:t>
            </a:r>
            <a:r>
              <a:rPr sz="1000" b="1" spc="-25" dirty="0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marL="12065" marR="5080" indent="-2540" algn="ctr">
              <a:lnSpc>
                <a:spcPct val="101699"/>
              </a:lnSpc>
              <a:spcBef>
                <a:spcPts val="200"/>
              </a:spcBef>
            </a:pPr>
            <a:r>
              <a:rPr sz="1000" dirty="0">
                <a:latin typeface="Calibri"/>
                <a:cs typeface="Calibri"/>
              </a:rPr>
              <a:t>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recomienda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utilizar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primera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instancia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angulares,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luego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inglesas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por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último,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las</a:t>
            </a:r>
            <a:r>
              <a:rPr sz="1000" dirty="0">
                <a:latin typeface="Calibri"/>
                <a:cs typeface="Calibri"/>
              </a:rPr>
              <a:t> simples.</a:t>
            </a:r>
            <a:r>
              <a:rPr sz="1000" spc="-10" dirty="0">
                <a:latin typeface="Calibri"/>
                <a:cs typeface="Calibri"/>
              </a:rPr>
              <a:t> Comprobarás </a:t>
            </a:r>
            <a:r>
              <a:rPr sz="1000" dirty="0">
                <a:latin typeface="Calibri"/>
                <a:cs typeface="Calibri"/>
              </a:rPr>
              <a:t>que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mayoría de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escritos,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libros…,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no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sigue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esta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prioridad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uso. </a:t>
            </a:r>
            <a:r>
              <a:rPr sz="1000" dirty="0">
                <a:latin typeface="Calibri"/>
                <a:cs typeface="Calibri"/>
              </a:rPr>
              <a:t>Es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más,</a:t>
            </a:r>
            <a:r>
              <a:rPr sz="1000" spc="-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muchos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teclados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ordenador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aparecen.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Por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tanto,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RAE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deja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puerta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abierta</a:t>
            </a:r>
            <a:r>
              <a:rPr sz="1000" spc="50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admitir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primera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instancia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comillas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inglesas.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Muchos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autores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suelen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usar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las</a:t>
            </a:r>
            <a:r>
              <a:rPr sz="1000" dirty="0">
                <a:latin typeface="Calibri"/>
                <a:cs typeface="Calibri"/>
              </a:rPr>
              <a:t> comillas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inglesas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simples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según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qué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casos.</a:t>
            </a:r>
            <a:endParaRPr sz="1000">
              <a:latin typeface="Calibri"/>
              <a:cs typeface="Calibri"/>
            </a:endParaRPr>
          </a:p>
          <a:p>
            <a:pPr marL="128905" marR="121920" algn="ctr">
              <a:lnSpc>
                <a:spcPct val="101800"/>
              </a:lnSpc>
              <a:spcBef>
                <a:spcPts val="400"/>
              </a:spcBef>
            </a:pPr>
            <a:r>
              <a:rPr sz="1000" dirty="0">
                <a:latin typeface="Calibri"/>
                <a:cs typeface="Calibri"/>
              </a:rPr>
              <a:t>La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cursiva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sangrado: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una opción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distinta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uso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comillas.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Conlleva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uso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similar,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en</a:t>
            </a:r>
            <a:r>
              <a:rPr sz="1000" dirty="0">
                <a:latin typeface="Calibri"/>
                <a:cs typeface="Calibri"/>
              </a:rPr>
              <a:t> especial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citar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ejemplos,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palabras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concretas…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24735" y="7550530"/>
            <a:ext cx="2116455" cy="3333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0660" marR="5080" indent="-188595">
              <a:lnSpc>
                <a:spcPct val="101800"/>
              </a:lnSpc>
              <a:spcBef>
                <a:spcPts val="75"/>
              </a:spcBef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1.</a:t>
            </a:r>
            <a:r>
              <a:rPr sz="1000" b="1" spc="1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escribir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citas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textuales</a:t>
            </a:r>
            <a:r>
              <a:rPr sz="1000" dirty="0">
                <a:latin typeface="Calibri"/>
                <a:cs typeface="Calibri"/>
              </a:rPr>
              <a:t>.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También pensamientos</a:t>
            </a:r>
            <a:r>
              <a:rPr sz="1000" dirty="0">
                <a:latin typeface="Calibri"/>
                <a:cs typeface="Calibri"/>
              </a:rPr>
              <a:t> o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ideas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 </a:t>
            </a:r>
            <a:r>
              <a:rPr sz="1000" spc="-10" dirty="0">
                <a:latin typeface="Calibri"/>
                <a:cs typeface="Calibri"/>
              </a:rPr>
              <a:t>alguien.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51451" y="7546720"/>
            <a:ext cx="2336800" cy="33083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787400" marR="5080" indent="-775335">
              <a:lnSpc>
                <a:spcPts val="1200"/>
              </a:lnSpc>
              <a:spcBef>
                <a:spcPts val="170"/>
              </a:spcBef>
            </a:pP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1.</a:t>
            </a:r>
            <a:r>
              <a:rPr sz="1000" b="1" spc="1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Mi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madre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dijo: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«</a:t>
            </a:r>
            <a:r>
              <a:rPr sz="850" b="1" dirty="0">
                <a:latin typeface="Comic Sans MS"/>
                <a:cs typeface="Comic Sans MS"/>
              </a:rPr>
              <a:t>María,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tienes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que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spc="-20" dirty="0">
                <a:latin typeface="Comic Sans MS"/>
                <a:cs typeface="Comic Sans MS"/>
              </a:rPr>
              <a:t>hacer </a:t>
            </a:r>
            <a:r>
              <a:rPr sz="850" b="1" dirty="0">
                <a:latin typeface="Comic Sans MS"/>
                <a:cs typeface="Comic Sans MS"/>
              </a:rPr>
              <a:t>tú la</a:t>
            </a:r>
            <a:r>
              <a:rPr sz="850" b="1" spc="-10" dirty="0">
                <a:latin typeface="Comic Sans MS"/>
                <a:cs typeface="Comic Sans MS"/>
              </a:rPr>
              <a:t> comida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»</a:t>
            </a:r>
            <a:r>
              <a:rPr sz="850" b="1" spc="-10" dirty="0">
                <a:latin typeface="Comic Sans MS"/>
                <a:cs typeface="Comic Sans MS"/>
              </a:rPr>
              <a:t>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291714" y="8079105"/>
            <a:ext cx="29044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Calibri"/>
                <a:cs typeface="Calibri"/>
              </a:rPr>
              <a:t>reconocidas,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palabras </a:t>
            </a:r>
            <a:r>
              <a:rPr sz="1000" b="1" dirty="0">
                <a:latin typeface="Calibri"/>
                <a:cs typeface="Calibri"/>
              </a:rPr>
              <a:t>inventadas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términos</a:t>
            </a:r>
            <a:r>
              <a:rPr sz="1000" spc="-10" dirty="0">
                <a:latin typeface="Calibri"/>
                <a:cs typeface="Calibri"/>
              </a:rPr>
              <a:t> concretos…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11375" y="7924164"/>
            <a:ext cx="49695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83915" algn="l"/>
              </a:tabLst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2.</a:t>
            </a:r>
            <a:r>
              <a:rPr sz="1000" b="1" spc="1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citar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palabras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otros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idiomas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palabras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que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no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están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2.</a:t>
            </a:r>
            <a:r>
              <a:rPr sz="1000" b="1" spc="1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Fíjate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que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la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palabra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“</a:t>
            </a:r>
            <a:r>
              <a:rPr sz="850" b="1" spc="-10" dirty="0">
                <a:latin typeface="Comic Sans MS"/>
                <a:cs typeface="Comic Sans MS"/>
              </a:rPr>
              <a:t>god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”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98184" y="8094344"/>
            <a:ext cx="96520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dirty="0">
                <a:latin typeface="Comic Sans MS"/>
                <a:cs typeface="Comic Sans MS"/>
              </a:rPr>
              <a:t>al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revés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es 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“</a:t>
            </a:r>
            <a:r>
              <a:rPr sz="850" b="1" spc="-10" dirty="0">
                <a:latin typeface="Comic Sans MS"/>
                <a:cs typeface="Comic Sans MS"/>
              </a:rPr>
              <a:t>dog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”</a:t>
            </a:r>
            <a:r>
              <a:rPr sz="850" b="1" spc="-10" dirty="0">
                <a:latin typeface="Comic Sans MS"/>
                <a:cs typeface="Comic Sans MS"/>
              </a:rPr>
              <a:t>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139314" y="8322944"/>
            <a:ext cx="22148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3.</a:t>
            </a:r>
            <a:r>
              <a:rPr sz="1000" b="1" spc="1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títulos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libros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películas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obras</a:t>
            </a:r>
            <a:r>
              <a:rPr sz="1000" spc="-10" dirty="0">
                <a:latin typeface="Calibri"/>
                <a:cs typeface="Calibri"/>
              </a:rPr>
              <a:t>…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71110" y="8293989"/>
            <a:ext cx="2424430" cy="33020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614045" marR="5080" indent="-601980">
              <a:lnSpc>
                <a:spcPts val="1200"/>
              </a:lnSpc>
              <a:spcBef>
                <a:spcPts val="165"/>
              </a:spcBef>
            </a:pP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3.</a:t>
            </a:r>
            <a:r>
              <a:rPr sz="1000" b="1" spc="1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“En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busca</a:t>
            </a:r>
            <a:r>
              <a:rPr sz="850" b="1" spc="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la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edad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oro”,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es un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genial </a:t>
            </a:r>
            <a:r>
              <a:rPr sz="850" b="1" dirty="0">
                <a:latin typeface="Comic Sans MS"/>
                <a:cs typeface="Comic Sans MS"/>
              </a:rPr>
              <a:t>libro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</a:t>
            </a:r>
            <a:r>
              <a:rPr sz="850" b="1" spc="-4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Javier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Sierra.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21640" y="8632761"/>
            <a:ext cx="1209675" cy="1816735"/>
          </a:xfrm>
          <a:custGeom>
            <a:avLst/>
            <a:gdLst/>
            <a:ahLst/>
            <a:cxnLst/>
            <a:rect l="l" t="t" r="r" b="b"/>
            <a:pathLst>
              <a:path w="1209675" h="1816734">
                <a:moveTo>
                  <a:pt x="1209674" y="0"/>
                </a:moveTo>
                <a:lnTo>
                  <a:pt x="0" y="0"/>
                </a:lnTo>
                <a:lnTo>
                  <a:pt x="0" y="1816481"/>
                </a:lnTo>
                <a:lnTo>
                  <a:pt x="1209674" y="1816481"/>
                </a:lnTo>
                <a:lnTo>
                  <a:pt x="120967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33437" y="9420542"/>
            <a:ext cx="3943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20" dirty="0">
                <a:solidFill>
                  <a:srgbClr val="0000FF"/>
                </a:solidFill>
                <a:latin typeface="Comic Sans MS"/>
                <a:cs typeface="Comic Sans MS"/>
              </a:rPr>
              <a:t>RAYA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631302" y="8632761"/>
            <a:ext cx="5518785" cy="1816735"/>
          </a:xfrm>
          <a:custGeom>
            <a:avLst/>
            <a:gdLst/>
            <a:ahLst/>
            <a:cxnLst/>
            <a:rect l="l" t="t" r="r" b="b"/>
            <a:pathLst>
              <a:path w="5518784" h="1816734">
                <a:moveTo>
                  <a:pt x="447040" y="0"/>
                </a:moveTo>
                <a:lnTo>
                  <a:pt x="0" y="0"/>
                </a:lnTo>
                <a:lnTo>
                  <a:pt x="0" y="1816481"/>
                </a:lnTo>
                <a:lnTo>
                  <a:pt x="447040" y="1816481"/>
                </a:lnTo>
                <a:lnTo>
                  <a:pt x="447040" y="0"/>
                </a:lnTo>
                <a:close/>
              </a:path>
              <a:path w="5518784" h="1816734">
                <a:moveTo>
                  <a:pt x="5518543" y="76"/>
                </a:moveTo>
                <a:lnTo>
                  <a:pt x="447052" y="76"/>
                </a:lnTo>
                <a:lnTo>
                  <a:pt x="447052" y="218503"/>
                </a:lnTo>
                <a:lnTo>
                  <a:pt x="5518543" y="218503"/>
                </a:lnTo>
                <a:lnTo>
                  <a:pt x="5518543" y="7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584195" y="8665844"/>
            <a:ext cx="40665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Calibri"/>
                <a:cs typeface="Calibri"/>
              </a:rPr>
              <a:t>No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debes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confundirlo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con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el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guion.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Introducen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oraciones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distintas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formas.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078355" y="8851327"/>
            <a:ext cx="5071745" cy="1379855"/>
          </a:xfrm>
          <a:custGeom>
            <a:avLst/>
            <a:gdLst/>
            <a:ahLst/>
            <a:cxnLst/>
            <a:rect l="l" t="t" r="r" b="b"/>
            <a:pathLst>
              <a:path w="5071745" h="1379854">
                <a:moveTo>
                  <a:pt x="5071491" y="0"/>
                </a:moveTo>
                <a:lnTo>
                  <a:pt x="2701036" y="0"/>
                </a:lnTo>
                <a:lnTo>
                  <a:pt x="0" y="0"/>
                </a:lnTo>
                <a:lnTo>
                  <a:pt x="0" y="541274"/>
                </a:lnTo>
                <a:lnTo>
                  <a:pt x="0" y="1379474"/>
                </a:lnTo>
                <a:lnTo>
                  <a:pt x="2792349" y="1379474"/>
                </a:lnTo>
                <a:lnTo>
                  <a:pt x="2792349" y="541337"/>
                </a:lnTo>
                <a:lnTo>
                  <a:pt x="5071491" y="541337"/>
                </a:lnTo>
                <a:lnTo>
                  <a:pt x="50714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1778635" y="8884284"/>
            <a:ext cx="3021330" cy="13392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578485" marR="132715" indent="-167640">
              <a:lnSpc>
                <a:spcPct val="101699"/>
              </a:lnSpc>
              <a:spcBef>
                <a:spcPts val="80"/>
              </a:spcBef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1.</a:t>
            </a:r>
            <a:r>
              <a:rPr sz="1000" b="1" spc="2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introducir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intervención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10" dirty="0">
                <a:latin typeface="Calibri"/>
                <a:cs typeface="Calibri"/>
              </a:rPr>
              <a:t> personajes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diálogo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(van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margen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del </a:t>
            </a:r>
            <a:r>
              <a:rPr sz="1000" spc="-10" dirty="0">
                <a:latin typeface="Calibri"/>
                <a:cs typeface="Calibri"/>
              </a:rPr>
              <a:t>renglón,</a:t>
            </a:r>
            <a:endParaRPr sz="1000">
              <a:latin typeface="Calibri"/>
              <a:cs typeface="Calibri"/>
            </a:endParaRPr>
          </a:p>
          <a:p>
            <a:pPr marL="372745">
              <a:lnSpc>
                <a:spcPct val="100000"/>
              </a:lnSpc>
              <a:spcBef>
                <a:spcPts val="20"/>
              </a:spcBef>
            </a:pPr>
            <a:r>
              <a:rPr sz="1000" dirty="0">
                <a:latin typeface="Calibri"/>
                <a:cs typeface="Calibri"/>
              </a:rPr>
              <a:t>separadas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primera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palabra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que</a:t>
            </a:r>
            <a:r>
              <a:rPr sz="1000" spc="-10" dirty="0">
                <a:latin typeface="Calibri"/>
                <a:cs typeface="Calibri"/>
              </a:rPr>
              <a:t> introducen).</a:t>
            </a:r>
            <a:endParaRPr sz="1000">
              <a:latin typeface="Calibri"/>
              <a:cs typeface="Calibri"/>
            </a:endParaRPr>
          </a:p>
          <a:p>
            <a:pPr marL="385445" marR="5080" indent="-386080" algn="just">
              <a:lnSpc>
                <a:spcPct val="97500"/>
              </a:lnSpc>
              <a:spcBef>
                <a:spcPts val="515"/>
              </a:spcBef>
            </a:pPr>
            <a:r>
              <a:rPr sz="1200" dirty="0">
                <a:solidFill>
                  <a:srgbClr val="FF0066"/>
                </a:solidFill>
                <a:latin typeface="Arial Black"/>
                <a:cs typeface="Arial Black"/>
              </a:rPr>
              <a:t>—</a:t>
            </a:r>
            <a:r>
              <a:rPr sz="1200" spc="450" dirty="0">
                <a:solidFill>
                  <a:srgbClr val="FF0066"/>
                </a:solidFill>
                <a:latin typeface="Arial Black"/>
                <a:cs typeface="Arial Black"/>
              </a:rPr>
              <a:t>  </a:t>
            </a:r>
            <a:r>
              <a:rPr sz="1500" b="1" baseline="2777" dirty="0">
                <a:solidFill>
                  <a:srgbClr val="0000FF"/>
                </a:solidFill>
                <a:latin typeface="Calibri"/>
                <a:cs typeface="Calibri"/>
              </a:rPr>
              <a:t>2.</a:t>
            </a:r>
            <a:r>
              <a:rPr sz="1500" b="1" spc="322" baseline="277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500" baseline="2777" dirty="0">
                <a:latin typeface="Calibri"/>
                <a:cs typeface="Calibri"/>
              </a:rPr>
              <a:t>Encerrar aclaraciones</a:t>
            </a:r>
            <a:r>
              <a:rPr sz="1500" spc="-15" baseline="2777" dirty="0">
                <a:latin typeface="Calibri"/>
                <a:cs typeface="Calibri"/>
              </a:rPr>
              <a:t> </a:t>
            </a:r>
            <a:r>
              <a:rPr sz="1500" baseline="2777" dirty="0">
                <a:latin typeface="Calibri"/>
                <a:cs typeface="Calibri"/>
              </a:rPr>
              <a:t>o incisos</a:t>
            </a:r>
            <a:r>
              <a:rPr sz="1500" spc="-7" baseline="2777" dirty="0">
                <a:latin typeface="Calibri"/>
                <a:cs typeface="Calibri"/>
              </a:rPr>
              <a:t> </a:t>
            </a:r>
            <a:r>
              <a:rPr sz="1500" baseline="2777" dirty="0">
                <a:latin typeface="Calibri"/>
                <a:cs typeface="Calibri"/>
              </a:rPr>
              <a:t>(uso</a:t>
            </a:r>
            <a:r>
              <a:rPr sz="1500" spc="-30" baseline="2777" dirty="0">
                <a:latin typeface="Calibri"/>
                <a:cs typeface="Calibri"/>
              </a:rPr>
              <a:t> </a:t>
            </a:r>
            <a:r>
              <a:rPr sz="1500" baseline="2777" dirty="0">
                <a:latin typeface="Calibri"/>
                <a:cs typeface="Calibri"/>
              </a:rPr>
              <a:t>similar</a:t>
            </a:r>
            <a:r>
              <a:rPr sz="1500" spc="-7" baseline="2777" dirty="0">
                <a:latin typeface="Calibri"/>
                <a:cs typeface="Calibri"/>
              </a:rPr>
              <a:t> </a:t>
            </a:r>
            <a:r>
              <a:rPr sz="1500" baseline="2777" dirty="0">
                <a:latin typeface="Calibri"/>
                <a:cs typeface="Calibri"/>
              </a:rPr>
              <a:t>al</a:t>
            </a:r>
            <a:r>
              <a:rPr sz="1500" spc="-7" baseline="2777" dirty="0">
                <a:latin typeface="Calibri"/>
                <a:cs typeface="Calibri"/>
              </a:rPr>
              <a:t> </a:t>
            </a:r>
            <a:r>
              <a:rPr sz="1500" spc="-37" baseline="2777" dirty="0">
                <a:latin typeface="Calibri"/>
                <a:cs typeface="Calibri"/>
              </a:rPr>
              <a:t>de</a:t>
            </a:r>
            <a:r>
              <a:rPr sz="1500" baseline="2777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coma),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tanto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diálogos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como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otros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tipos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de</a:t>
            </a:r>
            <a:r>
              <a:rPr sz="1000" dirty="0">
                <a:latin typeface="Calibri"/>
                <a:cs typeface="Calibri"/>
              </a:rPr>
              <a:t> textos.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este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caso,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escriben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dos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rayas,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una </a:t>
            </a:r>
            <a:r>
              <a:rPr sz="1000" spc="-25" dirty="0">
                <a:latin typeface="Calibri"/>
                <a:cs typeface="Calibri"/>
              </a:rPr>
              <a:t>al</a:t>
            </a:r>
            <a:endParaRPr sz="1000">
              <a:latin typeface="Calibri"/>
              <a:cs typeface="Calibri"/>
            </a:endParaRPr>
          </a:p>
          <a:p>
            <a:pPr marL="855980" marR="112395" indent="-374015">
              <a:lnSpc>
                <a:spcPct val="101699"/>
              </a:lnSpc>
            </a:pPr>
            <a:r>
              <a:rPr sz="1000" spc="-10" dirty="0">
                <a:latin typeface="Calibri"/>
                <a:cs typeface="Calibri"/>
              </a:rPr>
              <a:t>comienzo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otra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final,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pegadas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primera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spc="-50" dirty="0">
                <a:latin typeface="Calibri"/>
                <a:cs typeface="Calibri"/>
              </a:rPr>
              <a:t>y</a:t>
            </a:r>
            <a:r>
              <a:rPr sz="1000" dirty="0">
                <a:latin typeface="Calibri"/>
                <a:cs typeface="Calibri"/>
              </a:rPr>
              <a:t> última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palabra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respectivamente.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870703" y="9392602"/>
            <a:ext cx="2279015" cy="838200"/>
          </a:xfrm>
          <a:custGeom>
            <a:avLst/>
            <a:gdLst/>
            <a:ahLst/>
            <a:cxnLst/>
            <a:rect l="l" t="t" r="r" b="b"/>
            <a:pathLst>
              <a:path w="2279015" h="838200">
                <a:moveTo>
                  <a:pt x="2279015" y="0"/>
                </a:moveTo>
                <a:lnTo>
                  <a:pt x="0" y="0"/>
                </a:lnTo>
                <a:lnTo>
                  <a:pt x="0" y="838200"/>
                </a:lnTo>
                <a:lnTo>
                  <a:pt x="2279015" y="838200"/>
                </a:lnTo>
                <a:lnTo>
                  <a:pt x="227901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840351" y="8804529"/>
            <a:ext cx="2273935" cy="13214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5"/>
              </a:spcBef>
            </a:pP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— </a:t>
            </a:r>
            <a:r>
              <a:rPr sz="850" b="1" dirty="0">
                <a:latin typeface="Comic Sans MS"/>
                <a:cs typeface="Comic Sans MS"/>
              </a:rPr>
              <a:t>¡Hola,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Irene!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spc="-20" dirty="0">
                <a:solidFill>
                  <a:srgbClr val="FF0000"/>
                </a:solidFill>
                <a:latin typeface="Comic Sans MS"/>
                <a:cs typeface="Comic Sans MS"/>
              </a:rPr>
              <a:t>—</a:t>
            </a:r>
            <a:r>
              <a:rPr sz="850" b="1" dirty="0">
                <a:latin typeface="Comic Sans MS"/>
                <a:cs typeface="Comic Sans MS"/>
              </a:rPr>
              <a:t>exclamó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Iván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al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llegar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—</a:t>
            </a:r>
            <a:r>
              <a:rPr sz="850" b="1" spc="-50" dirty="0">
                <a:latin typeface="Comic Sans MS"/>
                <a:cs typeface="Comic Sans MS"/>
              </a:rPr>
              <a:t>.</a:t>
            </a:r>
            <a:endParaRPr sz="850">
              <a:latin typeface="Comic Sans MS"/>
              <a:cs typeface="Comic Sans MS"/>
            </a:endParaRPr>
          </a:p>
          <a:p>
            <a:pPr marL="65405" marR="86995" indent="30480">
              <a:lnSpc>
                <a:spcPct val="115999"/>
              </a:lnSpc>
              <a:spcBef>
                <a:spcPts val="400"/>
              </a:spcBef>
            </a:pP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—</a:t>
            </a:r>
            <a:r>
              <a:rPr sz="850" b="1" spc="-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¡Hola!,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¿cómo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que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has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llegado </a:t>
            </a:r>
            <a:r>
              <a:rPr sz="850" b="1" spc="-25" dirty="0">
                <a:latin typeface="Comic Sans MS"/>
                <a:cs typeface="Comic Sans MS"/>
              </a:rPr>
              <a:t>tan </a:t>
            </a:r>
            <a:r>
              <a:rPr sz="850" b="1" dirty="0">
                <a:latin typeface="Comic Sans MS"/>
                <a:cs typeface="Comic Sans MS"/>
              </a:rPr>
              <a:t>pronto?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—</a:t>
            </a:r>
            <a:r>
              <a:rPr sz="850" b="1" dirty="0">
                <a:latin typeface="Comic Sans MS"/>
                <a:cs typeface="Comic Sans MS"/>
              </a:rPr>
              <a:t>preguntó Irene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sorprendida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—</a:t>
            </a:r>
            <a:r>
              <a:rPr sz="850" b="1" spc="-50" dirty="0">
                <a:latin typeface="Comic Sans MS"/>
                <a:cs typeface="Comic Sans MS"/>
              </a:rPr>
              <a:t>.</a:t>
            </a:r>
            <a:endParaRPr sz="850">
              <a:latin typeface="Comic Sans MS"/>
              <a:cs typeface="Comic Sans MS"/>
            </a:endParaRPr>
          </a:p>
          <a:p>
            <a:pPr marL="205104" marR="5080" indent="-124460">
              <a:lnSpc>
                <a:spcPct val="112500"/>
              </a:lnSpc>
              <a:spcBef>
                <a:spcPts val="600"/>
              </a:spcBef>
            </a:pP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2.</a:t>
            </a:r>
            <a:r>
              <a:rPr sz="1000" b="1" spc="4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La historia</a:t>
            </a:r>
            <a:r>
              <a:rPr sz="850" b="1" spc="-35" dirty="0"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—</a:t>
            </a:r>
            <a:r>
              <a:rPr sz="850" b="1" dirty="0">
                <a:latin typeface="Comic Sans MS"/>
                <a:cs typeface="Comic Sans MS"/>
              </a:rPr>
              <a:t>la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que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nos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han</a:t>
            </a:r>
            <a:r>
              <a:rPr sz="850" b="1" spc="-10" dirty="0">
                <a:latin typeface="Comic Sans MS"/>
                <a:cs typeface="Comic Sans MS"/>
              </a:rPr>
              <a:t> contado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—</a:t>
            </a:r>
            <a:r>
              <a:rPr sz="850" b="1" dirty="0">
                <a:latin typeface="Comic Sans MS"/>
                <a:cs typeface="Comic Sans MS"/>
              </a:rPr>
              <a:t>encierra</a:t>
            </a:r>
            <a:r>
              <a:rPr sz="850" b="1" spc="-3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multitud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</a:t>
            </a:r>
            <a:r>
              <a:rPr sz="850" b="1" spc="-3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hechos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ilógicos.</a:t>
            </a:r>
            <a:endParaRPr sz="850">
              <a:latin typeface="Comic Sans MS"/>
              <a:cs typeface="Comic Sans MS"/>
            </a:endParaRPr>
          </a:p>
          <a:p>
            <a:pPr marL="537845" marR="147320" indent="-315595">
              <a:lnSpc>
                <a:spcPct val="115700"/>
              </a:lnSpc>
              <a:spcBef>
                <a:spcPts val="380"/>
              </a:spcBef>
            </a:pPr>
            <a:r>
              <a:rPr sz="850" dirty="0">
                <a:latin typeface="Comic Sans MS"/>
                <a:cs typeface="Comic Sans MS"/>
              </a:rPr>
              <a:t>(Ver</a:t>
            </a:r>
            <a:r>
              <a:rPr sz="850" spc="-25" dirty="0">
                <a:latin typeface="Comic Sans MS"/>
                <a:cs typeface="Comic Sans MS"/>
              </a:rPr>
              <a:t> </a:t>
            </a:r>
            <a:r>
              <a:rPr sz="850" dirty="0">
                <a:latin typeface="Comic Sans MS"/>
                <a:cs typeface="Comic Sans MS"/>
              </a:rPr>
              <a:t>ejemplo</a:t>
            </a:r>
            <a:r>
              <a:rPr sz="850" spc="-20" dirty="0">
                <a:latin typeface="Comic Sans MS"/>
                <a:cs typeface="Comic Sans MS"/>
              </a:rPr>
              <a:t> </a:t>
            </a:r>
            <a:r>
              <a:rPr sz="850" dirty="0">
                <a:latin typeface="Comic Sans MS"/>
                <a:cs typeface="Comic Sans MS"/>
              </a:rPr>
              <a:t>arriba</a:t>
            </a:r>
            <a:r>
              <a:rPr sz="850" spc="-15" dirty="0">
                <a:latin typeface="Comic Sans MS"/>
                <a:cs typeface="Comic Sans MS"/>
              </a:rPr>
              <a:t> </a:t>
            </a:r>
            <a:r>
              <a:rPr sz="850" dirty="0">
                <a:latin typeface="Comic Sans MS"/>
                <a:cs typeface="Comic Sans MS"/>
              </a:rPr>
              <a:t>sobre</a:t>
            </a:r>
            <a:r>
              <a:rPr sz="850" spc="-20" dirty="0">
                <a:latin typeface="Comic Sans MS"/>
                <a:cs typeface="Comic Sans MS"/>
              </a:rPr>
              <a:t> </a:t>
            </a:r>
            <a:r>
              <a:rPr sz="850" dirty="0">
                <a:latin typeface="Comic Sans MS"/>
                <a:cs typeface="Comic Sans MS"/>
              </a:rPr>
              <a:t>su</a:t>
            </a:r>
            <a:r>
              <a:rPr sz="850" spc="-20" dirty="0">
                <a:latin typeface="Comic Sans MS"/>
                <a:cs typeface="Comic Sans MS"/>
              </a:rPr>
              <a:t> </a:t>
            </a:r>
            <a:r>
              <a:rPr sz="850" dirty="0">
                <a:latin typeface="Comic Sans MS"/>
                <a:cs typeface="Comic Sans MS"/>
              </a:rPr>
              <a:t>uso </a:t>
            </a:r>
            <a:r>
              <a:rPr sz="850" spc="-20" dirty="0">
                <a:latin typeface="Comic Sans MS"/>
                <a:cs typeface="Comic Sans MS"/>
              </a:rPr>
              <a:t>para </a:t>
            </a:r>
            <a:r>
              <a:rPr sz="850" spc="-10" dirty="0">
                <a:latin typeface="Comic Sans MS"/>
                <a:cs typeface="Comic Sans MS"/>
              </a:rPr>
              <a:t>aclaraciones</a:t>
            </a:r>
            <a:r>
              <a:rPr sz="850" spc="15" dirty="0">
                <a:latin typeface="Comic Sans MS"/>
                <a:cs typeface="Comic Sans MS"/>
              </a:rPr>
              <a:t> </a:t>
            </a:r>
            <a:r>
              <a:rPr sz="850" dirty="0">
                <a:latin typeface="Comic Sans MS"/>
                <a:cs typeface="Comic Sans MS"/>
              </a:rPr>
              <a:t>en</a:t>
            </a:r>
            <a:r>
              <a:rPr sz="850" spc="25" dirty="0">
                <a:latin typeface="Comic Sans MS"/>
                <a:cs typeface="Comic Sans MS"/>
              </a:rPr>
              <a:t> </a:t>
            </a:r>
            <a:r>
              <a:rPr sz="850" spc="-10" dirty="0">
                <a:latin typeface="Comic Sans MS"/>
                <a:cs typeface="Comic Sans MS"/>
              </a:rPr>
              <a:t>diálogos).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078354" y="10230802"/>
            <a:ext cx="5071745" cy="218440"/>
          </a:xfrm>
          <a:custGeom>
            <a:avLst/>
            <a:gdLst/>
            <a:ahLst/>
            <a:cxnLst/>
            <a:rect l="l" t="t" r="r" b="b"/>
            <a:pathLst>
              <a:path w="5071745" h="218440">
                <a:moveTo>
                  <a:pt x="5071491" y="0"/>
                </a:moveTo>
                <a:lnTo>
                  <a:pt x="0" y="0"/>
                </a:lnTo>
                <a:lnTo>
                  <a:pt x="0" y="218440"/>
                </a:lnTo>
                <a:lnTo>
                  <a:pt x="5071491" y="218440"/>
                </a:lnTo>
                <a:lnTo>
                  <a:pt x="50714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2464435" y="10263822"/>
            <a:ext cx="43065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Calibri"/>
                <a:cs typeface="Calibri"/>
              </a:rPr>
              <a:t>También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tienen otros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usos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muy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variados: en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enumeraciones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distintos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reglones…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51459"/>
            <a:ext cx="19037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CONOCE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LENGUA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ESPAÑOLA.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230" y="276859"/>
            <a:ext cx="21139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CEIP</a:t>
            </a:r>
            <a:r>
              <a:rPr sz="900" b="1" i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Manuel</a:t>
            </a:r>
            <a:r>
              <a:rPr sz="900" b="1" i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Siurot</a:t>
            </a:r>
            <a:r>
              <a:rPr sz="900" b="1" i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(La</a:t>
            </a:r>
            <a:r>
              <a:rPr sz="900" b="1" i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Palma</a:t>
            </a:r>
            <a:r>
              <a:rPr sz="900" b="1" i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del</a:t>
            </a:r>
            <a:r>
              <a:rPr sz="900" b="1" i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01F5F"/>
                </a:solidFill>
                <a:latin typeface="Calibri"/>
                <a:cs typeface="Calibri"/>
              </a:rPr>
              <a:t>Condado).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1610741"/>
            <a:ext cx="1162050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SIGNOS</a:t>
            </a:r>
            <a:endParaRPr sz="11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1430"/>
              </a:spcBef>
            </a:pPr>
            <a:r>
              <a:rPr sz="1050" b="1" spc="-25" dirty="0">
                <a:solidFill>
                  <a:srgbClr val="0000FF"/>
                </a:solidFill>
                <a:latin typeface="Comic Sans MS"/>
                <a:cs typeface="Comic Sans MS"/>
              </a:rPr>
              <a:t>DE</a:t>
            </a:r>
            <a:endParaRPr sz="105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1390"/>
              </a:spcBef>
            </a:pPr>
            <a:r>
              <a:rPr sz="1000" b="1" spc="-10" dirty="0">
                <a:solidFill>
                  <a:srgbClr val="0000FF"/>
                </a:solidFill>
                <a:latin typeface="Comic Sans MS"/>
                <a:cs typeface="Comic Sans MS"/>
              </a:rPr>
              <a:t>INTERROGACIÓN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377" y="2626995"/>
            <a:ext cx="1091565" cy="5308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050" b="1" spc="-50" dirty="0">
                <a:solidFill>
                  <a:srgbClr val="0000FF"/>
                </a:solidFill>
                <a:latin typeface="Comic Sans MS"/>
                <a:cs typeface="Comic Sans MS"/>
              </a:rPr>
              <a:t>Y</a:t>
            </a:r>
            <a:endParaRPr sz="105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1390"/>
              </a:spcBef>
            </a:pPr>
            <a:r>
              <a:rPr sz="1100" b="1" spc="-10" dirty="0">
                <a:solidFill>
                  <a:srgbClr val="0000FF"/>
                </a:solidFill>
                <a:latin typeface="Comic Sans MS"/>
                <a:cs typeface="Comic Sans MS"/>
              </a:rPr>
              <a:t>EXCLAMACIÓN</a:t>
            </a:r>
            <a:endParaRPr sz="11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2754" y="1844293"/>
            <a:ext cx="263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66"/>
                </a:solidFill>
                <a:latin typeface="Arial Black"/>
                <a:cs typeface="Arial Black"/>
              </a:rPr>
              <a:t>¿</a:t>
            </a:r>
            <a:r>
              <a:rPr sz="1200" spc="-5" dirty="0">
                <a:solidFill>
                  <a:srgbClr val="FF0066"/>
                </a:solidFill>
                <a:latin typeface="Arial Black"/>
                <a:cs typeface="Arial Black"/>
              </a:rPr>
              <a:t> </a:t>
            </a:r>
            <a:r>
              <a:rPr sz="1200" spc="-50" dirty="0">
                <a:solidFill>
                  <a:srgbClr val="FF0066"/>
                </a:solidFill>
                <a:latin typeface="Arial Black"/>
                <a:cs typeface="Arial Black"/>
              </a:rPr>
              <a:t>?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5935" y="2642234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66"/>
                </a:solidFill>
                <a:latin typeface="Arial Black"/>
                <a:cs typeface="Arial Black"/>
              </a:rPr>
              <a:t>¡</a:t>
            </a:r>
            <a:r>
              <a:rPr sz="1200" spc="-5" dirty="0">
                <a:solidFill>
                  <a:srgbClr val="FF0066"/>
                </a:solidFill>
                <a:latin typeface="Arial Black"/>
                <a:cs typeface="Arial Black"/>
              </a:rPr>
              <a:t> </a:t>
            </a:r>
            <a:r>
              <a:rPr sz="1200" spc="-50" dirty="0">
                <a:solidFill>
                  <a:srgbClr val="FF0066"/>
                </a:solidFill>
                <a:latin typeface="Arial Black"/>
                <a:cs typeface="Arial Black"/>
              </a:rPr>
              <a:t>!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6614" y="556641"/>
            <a:ext cx="49739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Sirven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representar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la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entonación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interrogativa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o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enunciativa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una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oración.</a:t>
            </a:r>
            <a:endParaRPr sz="1000">
              <a:latin typeface="Calibri"/>
              <a:cs typeface="Calibri"/>
            </a:endParaRPr>
          </a:p>
          <a:p>
            <a:pPr marL="12700" marR="5080" algn="ctr">
              <a:lnSpc>
                <a:spcPct val="101699"/>
              </a:lnSpc>
            </a:pPr>
            <a:r>
              <a:rPr sz="1000" spc="-10" dirty="0">
                <a:latin typeface="Calibri"/>
                <a:cs typeface="Calibri"/>
              </a:rPr>
              <a:t>Obligatoriamente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debe</a:t>
            </a:r>
            <a:r>
              <a:rPr sz="1000" spc="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usarse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 signo para abrir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y otro para cerrar</a:t>
            </a:r>
            <a:r>
              <a:rPr sz="1000" b="1" spc="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diferencia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del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inglés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que</a:t>
            </a:r>
            <a:r>
              <a:rPr sz="1000" dirty="0">
                <a:latin typeface="Calibri"/>
                <a:cs typeface="Calibri"/>
              </a:rPr>
              <a:t> solo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usa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cerrar.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Tiene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varios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usos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distintas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oraciones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interrogativas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exclamativas.</a:t>
            </a:r>
            <a:endParaRPr sz="1000">
              <a:latin typeface="Calibri"/>
              <a:cs typeface="Calibri"/>
            </a:endParaRPr>
          </a:p>
          <a:p>
            <a:pPr marL="157480" marR="149860" algn="ctr">
              <a:lnSpc>
                <a:spcPct val="101800"/>
              </a:lnSpc>
              <a:spcBef>
                <a:spcPts val="395"/>
              </a:spcBef>
            </a:pPr>
            <a:r>
              <a:rPr sz="1000" dirty="0">
                <a:latin typeface="Calibri"/>
                <a:cs typeface="Calibri"/>
              </a:rPr>
              <a:t>La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palabra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siguiente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cada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signo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apertura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escribe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pegada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él,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singo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cierre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va</a:t>
            </a:r>
            <a:r>
              <a:rPr sz="1000" dirty="0">
                <a:latin typeface="Calibri"/>
                <a:cs typeface="Calibri"/>
              </a:rPr>
              <a:t> pegado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 última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palabra.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41854" y="1365897"/>
            <a:ext cx="2484120" cy="121221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1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Ejemplos 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</a:t>
            </a:r>
            <a:r>
              <a:rPr sz="1000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oraciones</a:t>
            </a:r>
            <a:r>
              <a:rPr sz="10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interrogativas:</a:t>
            </a:r>
            <a:endParaRPr sz="10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550"/>
              </a:spcBef>
            </a:pPr>
            <a:r>
              <a:rPr sz="850" b="1" dirty="0">
                <a:latin typeface="Comic Sans MS"/>
                <a:cs typeface="Comic Sans MS"/>
              </a:rPr>
              <a:t>Antonio,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¿</a:t>
            </a:r>
            <a:r>
              <a:rPr sz="850" b="1" dirty="0">
                <a:latin typeface="Comic Sans MS"/>
                <a:cs typeface="Comic Sans MS"/>
              </a:rPr>
              <a:t>sabes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cuándo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leerás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el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libro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?</a:t>
            </a:r>
            <a:endParaRPr sz="85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¿</a:t>
            </a:r>
            <a:r>
              <a:rPr sz="850" b="1" dirty="0">
                <a:latin typeface="Comic Sans MS"/>
                <a:cs typeface="Comic Sans MS"/>
              </a:rPr>
              <a:t>Sabes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cuándo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leerás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el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libro,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Antonio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?</a:t>
            </a:r>
            <a:endParaRPr sz="85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sz="850" b="1" dirty="0">
                <a:latin typeface="Comic Sans MS"/>
                <a:cs typeface="Comic Sans MS"/>
              </a:rPr>
              <a:t>¡Hola!,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¿</a:t>
            </a:r>
            <a:r>
              <a:rPr sz="850" b="1" dirty="0">
                <a:latin typeface="Comic Sans MS"/>
                <a:cs typeface="Comic Sans MS"/>
              </a:rPr>
              <a:t>qué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tal</a:t>
            </a:r>
            <a:r>
              <a:rPr sz="850" b="1" spc="-10" dirty="0">
                <a:latin typeface="Comic Sans MS"/>
                <a:cs typeface="Comic Sans MS"/>
              </a:rPr>
              <a:t> estás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?</a:t>
            </a:r>
            <a:endParaRPr sz="850">
              <a:latin typeface="Comic Sans MS"/>
              <a:cs typeface="Comic Sans MS"/>
            </a:endParaRPr>
          </a:p>
          <a:p>
            <a:pPr marL="12700" marR="5080" indent="-1270" algn="ctr">
              <a:lnSpc>
                <a:spcPct val="115700"/>
              </a:lnSpc>
              <a:spcBef>
                <a:spcPts val="400"/>
              </a:spcBef>
            </a:pP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¿</a:t>
            </a:r>
            <a:r>
              <a:rPr sz="850" b="1" dirty="0">
                <a:latin typeface="Comic Sans MS"/>
                <a:cs typeface="Comic Sans MS"/>
              </a:rPr>
              <a:t>Vas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dibujar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?</a:t>
            </a:r>
            <a:r>
              <a:rPr sz="850" b="1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¿</a:t>
            </a:r>
            <a:r>
              <a:rPr sz="850" b="1" dirty="0">
                <a:latin typeface="Comic Sans MS"/>
                <a:cs typeface="Comic Sans MS"/>
              </a:rPr>
              <a:t>Vas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pintar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?</a:t>
            </a:r>
            <a:r>
              <a:rPr sz="850" b="1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¿</a:t>
            </a:r>
            <a:r>
              <a:rPr sz="850" b="1" dirty="0">
                <a:latin typeface="Comic Sans MS"/>
                <a:cs typeface="Comic Sans MS"/>
              </a:rPr>
              <a:t>Comprarás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spc="-25" dirty="0">
                <a:latin typeface="Comic Sans MS"/>
                <a:cs typeface="Comic Sans MS"/>
              </a:rPr>
              <a:t>tú </a:t>
            </a:r>
            <a:r>
              <a:rPr sz="850" b="1" dirty="0">
                <a:latin typeface="Comic Sans MS"/>
                <a:cs typeface="Comic Sans MS"/>
              </a:rPr>
              <a:t>los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utensilios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?</a:t>
            </a:r>
            <a:r>
              <a:rPr sz="850" b="1" spc="-1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¿</a:t>
            </a:r>
            <a:r>
              <a:rPr sz="850" b="1" dirty="0">
                <a:latin typeface="Comic Sans MS"/>
                <a:cs typeface="Comic Sans MS"/>
              </a:rPr>
              <a:t>Me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lo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dirás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?</a:t>
            </a:r>
            <a:r>
              <a:rPr sz="850" b="1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Necesito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saberlo.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66690" y="1365897"/>
            <a:ext cx="2308860" cy="121221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1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Ejemplos 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</a:t>
            </a:r>
            <a:r>
              <a:rPr sz="1000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oraciones</a:t>
            </a:r>
            <a:r>
              <a:rPr sz="10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exclamativas: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850" b="1" dirty="0">
                <a:latin typeface="Comic Sans MS"/>
                <a:cs typeface="Comic Sans MS"/>
              </a:rPr>
              <a:t>María</a:t>
            </a:r>
            <a:r>
              <a:rPr sz="850" b="1" spc="-3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saltaba…,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¡</a:t>
            </a:r>
            <a:r>
              <a:rPr sz="850" b="1" dirty="0">
                <a:latin typeface="Comic Sans MS"/>
                <a:cs typeface="Comic Sans MS"/>
              </a:rPr>
              <a:t>qué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alegría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tenía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!</a:t>
            </a:r>
            <a:endParaRPr sz="85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¡</a:t>
            </a:r>
            <a:r>
              <a:rPr sz="850" b="1" dirty="0">
                <a:latin typeface="Comic Sans MS"/>
                <a:cs typeface="Comic Sans MS"/>
              </a:rPr>
              <a:t>Qué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alegría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!</a:t>
            </a:r>
            <a:r>
              <a:rPr sz="850" b="1" dirty="0">
                <a:latin typeface="Comic Sans MS"/>
                <a:cs typeface="Comic Sans MS"/>
              </a:rPr>
              <a:t>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María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lo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había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conseguido.</a:t>
            </a:r>
            <a:endParaRPr sz="85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sz="850" b="1" dirty="0">
                <a:latin typeface="Comic Sans MS"/>
                <a:cs typeface="Comic Sans MS"/>
              </a:rPr>
              <a:t>¿Cómo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estás?,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¡</a:t>
            </a:r>
            <a:r>
              <a:rPr sz="850" b="1" dirty="0">
                <a:latin typeface="Comic Sans MS"/>
                <a:cs typeface="Comic Sans MS"/>
              </a:rPr>
              <a:t>ojalá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te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mejores</a:t>
            </a:r>
            <a:r>
              <a:rPr sz="850" b="1" spc="-10" dirty="0">
                <a:latin typeface="Comic Sans MS"/>
                <a:cs typeface="Comic Sans MS"/>
              </a:rPr>
              <a:t> pronto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!</a:t>
            </a:r>
            <a:endParaRPr sz="850">
              <a:latin typeface="Comic Sans MS"/>
              <a:cs typeface="Comic Sans MS"/>
            </a:endParaRPr>
          </a:p>
          <a:p>
            <a:pPr marL="12700" marR="5080" algn="ctr">
              <a:lnSpc>
                <a:spcPct val="115700"/>
              </a:lnSpc>
              <a:spcBef>
                <a:spcPts val="400"/>
              </a:spcBef>
            </a:pP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¡</a:t>
            </a:r>
            <a:r>
              <a:rPr sz="850" b="1" dirty="0">
                <a:latin typeface="Comic Sans MS"/>
                <a:cs typeface="Comic Sans MS"/>
              </a:rPr>
              <a:t>Toma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!</a:t>
            </a:r>
            <a:r>
              <a:rPr sz="850" b="1" spc="32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¡</a:t>
            </a:r>
            <a:r>
              <a:rPr sz="850" b="1" dirty="0">
                <a:latin typeface="Comic Sans MS"/>
                <a:cs typeface="Comic Sans MS"/>
              </a:rPr>
              <a:t>Metí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la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canasta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!</a:t>
            </a:r>
            <a:r>
              <a:rPr sz="850" b="1" spc="3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¡</a:t>
            </a:r>
            <a:r>
              <a:rPr sz="850" b="1" dirty="0">
                <a:latin typeface="Comic Sans MS"/>
                <a:cs typeface="Comic Sans MS"/>
              </a:rPr>
              <a:t>Hemos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ganado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spc="-25" dirty="0">
                <a:latin typeface="Comic Sans MS"/>
                <a:cs typeface="Comic Sans MS"/>
              </a:rPr>
              <a:t>el </a:t>
            </a:r>
            <a:r>
              <a:rPr sz="850" b="1" dirty="0">
                <a:latin typeface="Comic Sans MS"/>
                <a:cs typeface="Comic Sans MS"/>
              </a:rPr>
              <a:t>partido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!</a:t>
            </a:r>
            <a:r>
              <a:rPr sz="850" b="1" spc="-2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¡</a:t>
            </a:r>
            <a:r>
              <a:rPr sz="850" b="1" dirty="0">
                <a:latin typeface="Comic Sans MS"/>
                <a:cs typeface="Comic Sans MS"/>
              </a:rPr>
              <a:t>Bien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!</a:t>
            </a:r>
            <a:r>
              <a:rPr sz="850" b="1" spc="-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Estoy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tan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contento…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06295" y="2619375"/>
            <a:ext cx="5010150" cy="15919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ctr">
              <a:lnSpc>
                <a:spcPct val="101699"/>
              </a:lnSpc>
              <a:spcBef>
                <a:spcPts val="80"/>
              </a:spcBef>
            </a:pPr>
            <a:r>
              <a:rPr sz="1000" dirty="0">
                <a:latin typeface="Calibri"/>
                <a:cs typeface="Calibri"/>
              </a:rPr>
              <a:t>Fíjate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que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cuando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escribe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enunciado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coma,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después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del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signo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escribe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minúscula. </a:t>
            </a:r>
            <a:r>
              <a:rPr sz="1000" dirty="0">
                <a:latin typeface="Calibri"/>
                <a:cs typeface="Calibri"/>
              </a:rPr>
              <a:t>Sin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embargo,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cuando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escribe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tras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signo,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escribe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mayúsculas.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Ello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debe 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que </a:t>
            </a:r>
            <a:r>
              <a:rPr sz="1000" spc="-20" dirty="0">
                <a:latin typeface="Calibri"/>
                <a:cs typeface="Calibri"/>
              </a:rPr>
              <a:t>cada </a:t>
            </a:r>
            <a:r>
              <a:rPr sz="1000" dirty="0">
                <a:latin typeface="Calibri"/>
                <a:cs typeface="Calibri"/>
              </a:rPr>
              <a:t>signo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cierre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acaba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punto. Ese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punto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funciona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como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cualquier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punto,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ser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que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lo</a:t>
            </a:r>
            <a:r>
              <a:rPr sz="1000" dirty="0">
                <a:latin typeface="Calibri"/>
                <a:cs typeface="Calibri"/>
              </a:rPr>
              <a:t> anules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coma.</a:t>
            </a:r>
            <a:endParaRPr sz="1000">
              <a:latin typeface="Calibri"/>
              <a:cs typeface="Calibri"/>
            </a:endParaRPr>
          </a:p>
          <a:p>
            <a:pPr marL="301625" marR="292100" algn="ctr">
              <a:lnSpc>
                <a:spcPct val="103600"/>
              </a:lnSpc>
              <a:spcBef>
                <a:spcPts val="475"/>
              </a:spcBef>
            </a:pPr>
            <a:r>
              <a:rPr sz="1000" dirty="0">
                <a:latin typeface="Calibri"/>
                <a:cs typeface="Calibri"/>
              </a:rPr>
              <a:t>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veces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pueden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combinar,</a:t>
            </a:r>
            <a:r>
              <a:rPr sz="1000" spc="-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situaciones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donde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realizan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preguntas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forma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de</a:t>
            </a:r>
            <a:r>
              <a:rPr sz="1000" dirty="0">
                <a:latin typeface="Calibri"/>
                <a:cs typeface="Calibri"/>
              </a:rPr>
              <a:t> exclamación:</a:t>
            </a:r>
            <a:r>
              <a:rPr sz="1000" spc="190" dirty="0"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¡¿</a:t>
            </a:r>
            <a:r>
              <a:rPr sz="850" b="1" dirty="0">
                <a:latin typeface="Comic Sans MS"/>
                <a:cs typeface="Comic Sans MS"/>
              </a:rPr>
              <a:t>Tardas mucho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?!</a:t>
            </a:r>
            <a:r>
              <a:rPr sz="850" b="1" spc="33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¡¿</a:t>
            </a:r>
            <a:r>
              <a:rPr sz="850" b="1" dirty="0">
                <a:latin typeface="Comic Sans MS"/>
                <a:cs typeface="Comic Sans MS"/>
              </a:rPr>
              <a:t>Me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puedes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ayudar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?!</a:t>
            </a:r>
            <a:endParaRPr sz="850">
              <a:latin typeface="Comic Sans MS"/>
              <a:cs typeface="Comic Sans MS"/>
            </a:endParaRPr>
          </a:p>
          <a:p>
            <a:pPr marL="1270" algn="ctr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latin typeface="Calibri"/>
                <a:cs typeface="Calibri"/>
              </a:rPr>
              <a:t>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estos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casos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aconseja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usar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principio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signo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10" dirty="0">
                <a:latin typeface="Calibri"/>
                <a:cs typeface="Calibri"/>
              </a:rPr>
              <a:t> admiración.</a:t>
            </a:r>
            <a:endParaRPr sz="1000">
              <a:latin typeface="Calibri"/>
              <a:cs typeface="Calibri"/>
            </a:endParaRPr>
          </a:p>
          <a:p>
            <a:pPr marL="3810" algn="ctr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latin typeface="Calibri"/>
                <a:cs typeface="Calibri"/>
              </a:rPr>
              <a:t>En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textos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literarios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admite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recurso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utilizar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varios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signos</a:t>
            </a:r>
            <a:r>
              <a:rPr sz="1000" spc="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(muy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típico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cómics):</a:t>
            </a:r>
            <a:endParaRPr sz="1000">
              <a:latin typeface="Calibri"/>
              <a:cs typeface="Calibri"/>
            </a:endParaRPr>
          </a:p>
          <a:p>
            <a:pPr marL="5715" algn="ctr">
              <a:lnSpc>
                <a:spcPct val="100000"/>
              </a:lnSpc>
              <a:spcBef>
                <a:spcPts val="550"/>
              </a:spcBef>
              <a:tabLst>
                <a:tab pos="1738630" algn="l"/>
              </a:tabLst>
            </a:pP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¡¡¡¡</a:t>
            </a:r>
            <a:r>
              <a:rPr sz="850" b="1" dirty="0">
                <a:latin typeface="Comic Sans MS"/>
                <a:cs typeface="Comic Sans MS"/>
              </a:rPr>
              <a:t>Te</a:t>
            </a:r>
            <a:r>
              <a:rPr sz="850" b="1" spc="1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atraparé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!!!!</a:t>
            </a:r>
            <a:r>
              <a:rPr sz="850" b="1" dirty="0">
                <a:solidFill>
                  <a:srgbClr val="FF0000"/>
                </a:solidFill>
                <a:latin typeface="Comic Sans MS"/>
                <a:cs typeface="Comic Sans MS"/>
              </a:rPr>
              <a:t>	¿¿¿¿</a:t>
            </a:r>
            <a:r>
              <a:rPr sz="850" b="1" dirty="0">
                <a:latin typeface="Comic Sans MS"/>
                <a:cs typeface="Comic Sans MS"/>
              </a:rPr>
              <a:t>Qué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ha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pasado</a:t>
            </a:r>
            <a:r>
              <a:rPr sz="850" b="1" spc="-10" dirty="0">
                <a:solidFill>
                  <a:srgbClr val="FF0000"/>
                </a:solidFill>
                <a:latin typeface="Comic Sans MS"/>
                <a:cs typeface="Comic Sans MS"/>
              </a:rPr>
              <a:t>????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73453" y="6425183"/>
            <a:ext cx="47021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latin typeface="Comic Sans MS"/>
                <a:cs typeface="Comic Sans MS"/>
              </a:rPr>
              <a:t>Fuente</a:t>
            </a:r>
            <a:r>
              <a:rPr sz="800" spc="170" dirty="0">
                <a:latin typeface="Comic Sans MS"/>
                <a:cs typeface="Comic Sans MS"/>
              </a:rPr>
              <a:t> </a:t>
            </a:r>
            <a:r>
              <a:rPr sz="800" spc="-10" dirty="0">
                <a:latin typeface="Comic Sans MS"/>
                <a:cs typeface="Comic Sans MS"/>
              </a:rPr>
              <a:t>imágenes:</a:t>
            </a:r>
            <a:r>
              <a:rPr sz="800" spc="165" dirty="0">
                <a:latin typeface="Comic Sans MS"/>
                <a:cs typeface="Comic Sans MS"/>
              </a:rPr>
              <a:t> </a:t>
            </a:r>
            <a:r>
              <a:rPr sz="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mic Sans MS"/>
                <a:cs typeface="Comic Sans MS"/>
                <a:hlinkClick r:id="rId2"/>
              </a:rPr>
              <a:t>https://luisamariaarias.wordpress.com/category/7-interrogacion-y-exclamacion/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38650" y="6862190"/>
            <a:ext cx="19437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Comic Sans MS"/>
                <a:cs typeface="Comic Sans MS"/>
              </a:rPr>
              <a:t>La</a:t>
            </a:r>
            <a:r>
              <a:rPr sz="1000" b="1" spc="-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importancia</a:t>
            </a:r>
            <a:r>
              <a:rPr sz="1000" b="1" spc="-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de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la</a:t>
            </a:r>
            <a:r>
              <a:rPr sz="1000" b="1" spc="-5" dirty="0">
                <a:latin typeface="Comic Sans MS"/>
                <a:cs typeface="Comic Sans MS"/>
              </a:rPr>
              <a:t> </a:t>
            </a:r>
            <a:r>
              <a:rPr sz="1000" b="1" spc="-10" dirty="0">
                <a:latin typeface="Comic Sans MS"/>
                <a:cs typeface="Comic Sans MS"/>
              </a:rPr>
              <a:t>escritura: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42409" y="7014717"/>
            <a:ext cx="1227455" cy="655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985" marR="5080" indent="-248920" algn="just">
              <a:lnSpc>
                <a:spcPct val="152800"/>
              </a:lnSpc>
              <a:spcBef>
                <a:spcPts val="105"/>
              </a:spcBef>
            </a:pPr>
            <a:r>
              <a:rPr sz="900" b="1" dirty="0">
                <a:latin typeface="Comic Sans MS"/>
                <a:cs typeface="Comic Sans MS"/>
              </a:rPr>
              <a:t>Vamos</a:t>
            </a:r>
            <a:r>
              <a:rPr sz="900" b="1" spc="-2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a</a:t>
            </a:r>
            <a:r>
              <a:rPr sz="900" b="1" spc="-2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comer</a:t>
            </a:r>
            <a:r>
              <a:rPr sz="900" b="1" spc="-10" dirty="0">
                <a:latin typeface="Comic Sans MS"/>
                <a:cs typeface="Comic Sans MS"/>
              </a:rPr>
              <a:t> niños. </a:t>
            </a:r>
            <a:r>
              <a:rPr sz="900" b="1" dirty="0">
                <a:latin typeface="Comic Sans MS"/>
                <a:cs typeface="Comic Sans MS"/>
              </a:rPr>
              <a:t>Feliz</a:t>
            </a:r>
            <a:r>
              <a:rPr sz="900" b="1" spc="-40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nochevieja. </a:t>
            </a:r>
            <a:r>
              <a:rPr sz="900" b="1" dirty="0">
                <a:latin typeface="Comic Sans MS"/>
                <a:cs typeface="Comic Sans MS"/>
              </a:rPr>
              <a:t>Inútil</a:t>
            </a:r>
            <a:r>
              <a:rPr sz="900" b="1" spc="-2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lleva</a:t>
            </a:r>
            <a:r>
              <a:rPr sz="900" b="1" spc="-10" dirty="0">
                <a:latin typeface="Comic Sans MS"/>
                <a:cs typeface="Comic Sans MS"/>
              </a:rPr>
              <a:t> tilde.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19315" y="7014717"/>
            <a:ext cx="1454785" cy="65532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680"/>
              </a:spcBef>
            </a:pPr>
            <a:r>
              <a:rPr sz="900" b="1" dirty="0">
                <a:latin typeface="Comic Sans MS"/>
                <a:cs typeface="Comic Sans MS"/>
              </a:rPr>
              <a:t>/</a:t>
            </a:r>
            <a:r>
              <a:rPr sz="900" b="1" spc="34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Vamos</a:t>
            </a:r>
            <a:r>
              <a:rPr sz="900" b="1" spc="-2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a</a:t>
            </a:r>
            <a:r>
              <a:rPr sz="900" b="1" spc="-1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comer,</a:t>
            </a:r>
            <a:r>
              <a:rPr sz="900" b="1" spc="-20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niños.</a:t>
            </a:r>
            <a:endParaRPr sz="9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900" b="1" dirty="0">
                <a:latin typeface="Comic Sans MS"/>
                <a:cs typeface="Comic Sans MS"/>
              </a:rPr>
              <a:t>/</a:t>
            </a:r>
            <a:r>
              <a:rPr sz="900" b="1" spc="34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Feliz</a:t>
            </a:r>
            <a:r>
              <a:rPr sz="900" b="1" spc="-2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noche,</a:t>
            </a:r>
            <a:r>
              <a:rPr sz="900" b="1" spc="-5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vieja.</a:t>
            </a:r>
            <a:endParaRPr sz="900">
              <a:latin typeface="Comic Sans MS"/>
              <a:cs typeface="Comic Sans MS"/>
            </a:endParaRPr>
          </a:p>
          <a:p>
            <a:pPr marL="38735">
              <a:lnSpc>
                <a:spcPct val="100000"/>
              </a:lnSpc>
              <a:spcBef>
                <a:spcPts val="565"/>
              </a:spcBef>
            </a:pPr>
            <a:r>
              <a:rPr sz="900" b="1" dirty="0">
                <a:latin typeface="Comic Sans MS"/>
                <a:cs typeface="Comic Sans MS"/>
              </a:rPr>
              <a:t>/</a:t>
            </a:r>
            <a:r>
              <a:rPr sz="900" b="1" spc="33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Inútil,</a:t>
            </a:r>
            <a:r>
              <a:rPr sz="900" b="1" spc="-2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lleva</a:t>
            </a:r>
            <a:r>
              <a:rPr sz="900" b="1" spc="-5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tilde.</a:t>
            </a:r>
            <a:endParaRPr sz="90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27450" y="7695564"/>
            <a:ext cx="33623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700"/>
              </a:lnSpc>
              <a:spcBef>
                <a:spcPts val="100"/>
              </a:spcBef>
            </a:pPr>
            <a:r>
              <a:rPr sz="900" b="1" dirty="0">
                <a:latin typeface="Comic Sans MS"/>
                <a:cs typeface="Comic Sans MS"/>
              </a:rPr>
              <a:t>¿Quieres</a:t>
            </a:r>
            <a:r>
              <a:rPr sz="900" b="1" spc="-1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un poco</a:t>
            </a:r>
            <a:r>
              <a:rPr sz="900" b="1" spc="-5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de pan?</a:t>
            </a:r>
            <a:r>
              <a:rPr sz="900" b="1" spc="36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No,</a:t>
            </a:r>
            <a:r>
              <a:rPr sz="900" b="1" spc="-2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quiero</a:t>
            </a:r>
            <a:r>
              <a:rPr sz="900" b="1" spc="1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mucho.</a:t>
            </a:r>
            <a:r>
              <a:rPr sz="900" b="1" spc="36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/</a:t>
            </a:r>
            <a:r>
              <a:rPr sz="900" b="1" spc="350" dirty="0">
                <a:latin typeface="Comic Sans MS"/>
                <a:cs typeface="Comic Sans MS"/>
              </a:rPr>
              <a:t> </a:t>
            </a:r>
            <a:r>
              <a:rPr sz="900" b="1" dirty="0">
                <a:latin typeface="Comic Sans MS"/>
                <a:cs typeface="Comic Sans MS"/>
              </a:rPr>
              <a:t>No</a:t>
            </a:r>
            <a:r>
              <a:rPr sz="900" b="1" spc="-20" dirty="0">
                <a:latin typeface="Comic Sans MS"/>
                <a:cs typeface="Comic Sans MS"/>
              </a:rPr>
              <a:t> </a:t>
            </a:r>
            <a:r>
              <a:rPr sz="900" b="1" spc="-10" dirty="0">
                <a:latin typeface="Comic Sans MS"/>
                <a:cs typeface="Comic Sans MS"/>
              </a:rPr>
              <a:t>quiero mucho.</a:t>
            </a:r>
            <a:endParaRPr sz="900">
              <a:latin typeface="Comic Sans MS"/>
              <a:cs typeface="Comic Sans MS"/>
            </a:endParaRPr>
          </a:p>
          <a:p>
            <a:pPr marL="2540" algn="ctr">
              <a:lnSpc>
                <a:spcPct val="100000"/>
              </a:lnSpc>
              <a:spcBef>
                <a:spcPts val="600"/>
              </a:spcBef>
            </a:pPr>
            <a:r>
              <a:rPr sz="1000" b="1" dirty="0">
                <a:latin typeface="Comic Sans MS"/>
                <a:cs typeface="Comic Sans MS"/>
              </a:rPr>
              <a:t>¿Me</a:t>
            </a:r>
            <a:r>
              <a:rPr sz="1000" b="1" spc="-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la como?</a:t>
            </a:r>
            <a:r>
              <a:rPr sz="1000" b="1" spc="4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/</a:t>
            </a:r>
            <a:r>
              <a:rPr sz="1000" b="1" spc="41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Me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la</a:t>
            </a:r>
            <a:r>
              <a:rPr sz="1000" b="1" spc="-5" dirty="0">
                <a:latin typeface="Comic Sans MS"/>
                <a:cs typeface="Comic Sans MS"/>
              </a:rPr>
              <a:t> </a:t>
            </a:r>
            <a:r>
              <a:rPr sz="1000" b="1" spc="-10" dirty="0">
                <a:latin typeface="Comic Sans MS"/>
                <a:cs typeface="Comic Sans MS"/>
              </a:rPr>
              <a:t>como.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4500" y="9257918"/>
            <a:ext cx="6419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Comic Sans MS"/>
                <a:cs typeface="Comic Sans MS"/>
              </a:rPr>
              <a:t>Recuerda:</a:t>
            </a:r>
            <a:endParaRPr sz="1000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44041" y="9257918"/>
            <a:ext cx="2639060" cy="432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835" indent="-191135">
              <a:lnSpc>
                <a:spcPct val="100000"/>
              </a:lnSpc>
              <a:spcBef>
                <a:spcPts val="100"/>
              </a:spcBef>
              <a:buChar char="-"/>
              <a:tabLst>
                <a:tab pos="203835" algn="l"/>
              </a:tabLst>
            </a:pPr>
            <a:r>
              <a:rPr sz="1000" b="1" dirty="0">
                <a:latin typeface="Comic Sans MS"/>
                <a:cs typeface="Comic Sans MS"/>
              </a:rPr>
              <a:t>Preguntar</a:t>
            </a:r>
            <a:r>
              <a:rPr sz="1000" b="1" spc="-4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no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es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spc="-10" dirty="0">
                <a:latin typeface="Comic Sans MS"/>
                <a:cs typeface="Comic Sans MS"/>
              </a:rPr>
              <a:t>afirmar.</a:t>
            </a:r>
            <a:endParaRPr sz="1000">
              <a:latin typeface="Comic Sans MS"/>
              <a:cs typeface="Comic Sans MS"/>
            </a:endParaRPr>
          </a:p>
          <a:p>
            <a:pPr marL="203835" indent="-191135">
              <a:lnSpc>
                <a:spcPct val="100000"/>
              </a:lnSpc>
              <a:spcBef>
                <a:spcPts val="800"/>
              </a:spcBef>
              <a:buChar char="-"/>
              <a:tabLst>
                <a:tab pos="203835" algn="l"/>
              </a:tabLst>
            </a:pPr>
            <a:r>
              <a:rPr sz="1000" b="1" dirty="0">
                <a:latin typeface="Comic Sans MS"/>
                <a:cs typeface="Comic Sans MS"/>
              </a:rPr>
              <a:t>Exclamar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implica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elevar</a:t>
            </a:r>
            <a:r>
              <a:rPr sz="1000" b="1" spc="-20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el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tono</a:t>
            </a:r>
            <a:r>
              <a:rPr sz="1000" b="1" spc="-25" dirty="0">
                <a:latin typeface="Comic Sans MS"/>
                <a:cs typeface="Comic Sans MS"/>
              </a:rPr>
              <a:t> </a:t>
            </a:r>
            <a:r>
              <a:rPr sz="1000" b="1" dirty="0">
                <a:latin typeface="Comic Sans MS"/>
                <a:cs typeface="Comic Sans MS"/>
              </a:rPr>
              <a:t>de</a:t>
            </a:r>
            <a:r>
              <a:rPr sz="1000" b="1" spc="-15" dirty="0">
                <a:latin typeface="Comic Sans MS"/>
                <a:cs typeface="Comic Sans MS"/>
              </a:rPr>
              <a:t> </a:t>
            </a:r>
            <a:r>
              <a:rPr sz="1000" b="1" spc="-20" dirty="0">
                <a:latin typeface="Comic Sans MS"/>
                <a:cs typeface="Comic Sans MS"/>
              </a:rPr>
              <a:t>voz.</a:t>
            </a:r>
            <a:endParaRPr sz="1000">
              <a:latin typeface="Comic Sans MS"/>
              <a:cs typeface="Comic Sans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7200" y="4536313"/>
            <a:ext cx="6732270" cy="1829435"/>
            <a:chOff x="457200" y="4536313"/>
            <a:chExt cx="6732270" cy="182943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4536440"/>
              <a:ext cx="3371850" cy="1828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6134" y="4536313"/>
              <a:ext cx="3322954" cy="1828546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" y="6735317"/>
            <a:ext cx="3132963" cy="2226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51459"/>
            <a:ext cx="19037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CONOCE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LENGUA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ESPAÑOLA.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230" y="276859"/>
            <a:ext cx="21139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CEIP</a:t>
            </a:r>
            <a:r>
              <a:rPr sz="900" b="1" i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Manuel</a:t>
            </a:r>
            <a:r>
              <a:rPr sz="900" b="1" i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Siurot</a:t>
            </a:r>
            <a:r>
              <a:rPr sz="900" b="1" i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(La</a:t>
            </a:r>
            <a:r>
              <a:rPr sz="900" b="1" i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Palma</a:t>
            </a:r>
            <a:r>
              <a:rPr sz="900" b="1" i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del</a:t>
            </a:r>
            <a:r>
              <a:rPr sz="900" b="1" i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01F5F"/>
                </a:solidFill>
                <a:latin typeface="Calibri"/>
                <a:cs typeface="Calibri"/>
              </a:rPr>
              <a:t>Condado).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7534" y="699134"/>
            <a:ext cx="2303780" cy="476250"/>
            <a:chOff x="597534" y="699134"/>
            <a:chExt cx="2303780" cy="476250"/>
          </a:xfrm>
        </p:grpSpPr>
        <p:sp>
          <p:nvSpPr>
            <p:cNvPr id="5" name="object 5"/>
            <p:cNvSpPr/>
            <p:nvPr/>
          </p:nvSpPr>
          <p:spPr>
            <a:xfrm>
              <a:off x="607060" y="708659"/>
              <a:ext cx="2284730" cy="457200"/>
            </a:xfrm>
            <a:custGeom>
              <a:avLst/>
              <a:gdLst/>
              <a:ahLst/>
              <a:cxnLst/>
              <a:rect l="l" t="t" r="r" b="b"/>
              <a:pathLst>
                <a:path w="2284730" h="457200">
                  <a:moveTo>
                    <a:pt x="368198" y="335534"/>
                  </a:moveTo>
                  <a:lnTo>
                    <a:pt x="361175" y="279958"/>
                  </a:lnTo>
                  <a:lnTo>
                    <a:pt x="340271" y="242189"/>
                  </a:lnTo>
                  <a:lnTo>
                    <a:pt x="292265" y="209270"/>
                  </a:lnTo>
                  <a:lnTo>
                    <a:pt x="253263" y="189826"/>
                  </a:lnTo>
                  <a:lnTo>
                    <a:pt x="204419" y="168148"/>
                  </a:lnTo>
                  <a:lnTo>
                    <a:pt x="187553" y="160426"/>
                  </a:lnTo>
                  <a:lnTo>
                    <a:pt x="155321" y="135140"/>
                  </a:lnTo>
                  <a:lnTo>
                    <a:pt x="150787" y="108331"/>
                  </a:lnTo>
                  <a:lnTo>
                    <a:pt x="151282" y="100304"/>
                  </a:lnTo>
                  <a:lnTo>
                    <a:pt x="170662" y="74168"/>
                  </a:lnTo>
                  <a:lnTo>
                    <a:pt x="189090" y="74168"/>
                  </a:lnTo>
                  <a:lnTo>
                    <a:pt x="205092" y="109347"/>
                  </a:lnTo>
                  <a:lnTo>
                    <a:pt x="205092" y="141859"/>
                  </a:lnTo>
                  <a:lnTo>
                    <a:pt x="354812" y="141859"/>
                  </a:lnTo>
                  <a:lnTo>
                    <a:pt x="354812" y="124460"/>
                  </a:lnTo>
                  <a:lnTo>
                    <a:pt x="353923" y="100215"/>
                  </a:lnTo>
                  <a:lnTo>
                    <a:pt x="340664" y="50292"/>
                  </a:lnTo>
                  <a:lnTo>
                    <a:pt x="302310" y="22021"/>
                  </a:lnTo>
                  <a:lnTo>
                    <a:pt x="258813" y="8039"/>
                  </a:lnTo>
                  <a:lnTo>
                    <a:pt x="205130" y="889"/>
                  </a:lnTo>
                  <a:lnTo>
                    <a:pt x="174929" y="0"/>
                  </a:lnTo>
                  <a:lnTo>
                    <a:pt x="147269" y="800"/>
                  </a:lnTo>
                  <a:lnTo>
                    <a:pt x="98272" y="7239"/>
                  </a:lnTo>
                  <a:lnTo>
                    <a:pt x="57937" y="20281"/>
                  </a:lnTo>
                  <a:lnTo>
                    <a:pt x="18326" y="49530"/>
                  </a:lnTo>
                  <a:lnTo>
                    <a:pt x="1155" y="99669"/>
                  </a:lnTo>
                  <a:lnTo>
                    <a:pt x="0" y="123190"/>
                  </a:lnTo>
                  <a:lnTo>
                    <a:pt x="800" y="139915"/>
                  </a:lnTo>
                  <a:lnTo>
                    <a:pt x="12992" y="180594"/>
                  </a:lnTo>
                  <a:lnTo>
                    <a:pt x="45097" y="215900"/>
                  </a:lnTo>
                  <a:lnTo>
                    <a:pt x="97193" y="243446"/>
                  </a:lnTo>
                  <a:lnTo>
                    <a:pt x="151930" y="269811"/>
                  </a:lnTo>
                  <a:lnTo>
                    <a:pt x="173583" y="280758"/>
                  </a:lnTo>
                  <a:lnTo>
                    <a:pt x="206641" y="304165"/>
                  </a:lnTo>
                  <a:lnTo>
                    <a:pt x="215087" y="347091"/>
                  </a:lnTo>
                  <a:lnTo>
                    <a:pt x="214579" y="355333"/>
                  </a:lnTo>
                  <a:lnTo>
                    <a:pt x="183273" y="382651"/>
                  </a:lnTo>
                  <a:lnTo>
                    <a:pt x="172605" y="382651"/>
                  </a:lnTo>
                  <a:lnTo>
                    <a:pt x="154571" y="343916"/>
                  </a:lnTo>
                  <a:lnTo>
                    <a:pt x="154571" y="290576"/>
                  </a:lnTo>
                  <a:lnTo>
                    <a:pt x="4940" y="290576"/>
                  </a:lnTo>
                  <a:lnTo>
                    <a:pt x="4940" y="319278"/>
                  </a:lnTo>
                  <a:lnTo>
                    <a:pt x="5829" y="342480"/>
                  </a:lnTo>
                  <a:lnTo>
                    <a:pt x="12915" y="380530"/>
                  </a:lnTo>
                  <a:lnTo>
                    <a:pt x="41236" y="419785"/>
                  </a:lnTo>
                  <a:lnTo>
                    <a:pt x="79222" y="439547"/>
                  </a:lnTo>
                  <a:lnTo>
                    <a:pt x="129438" y="452678"/>
                  </a:lnTo>
                  <a:lnTo>
                    <a:pt x="189484" y="456946"/>
                  </a:lnTo>
                  <a:lnTo>
                    <a:pt x="218097" y="456006"/>
                  </a:lnTo>
                  <a:lnTo>
                    <a:pt x="269798" y="448386"/>
                  </a:lnTo>
                  <a:lnTo>
                    <a:pt x="313194" y="433743"/>
                  </a:lnTo>
                  <a:lnTo>
                    <a:pt x="352882" y="404495"/>
                  </a:lnTo>
                  <a:lnTo>
                    <a:pt x="367233" y="357352"/>
                  </a:lnTo>
                  <a:lnTo>
                    <a:pt x="368198" y="335534"/>
                  </a:lnTo>
                  <a:close/>
                </a:path>
                <a:path w="2284730" h="457200">
                  <a:moveTo>
                    <a:pt x="579882" y="9144"/>
                  </a:moveTo>
                  <a:lnTo>
                    <a:pt x="418719" y="9144"/>
                  </a:lnTo>
                  <a:lnTo>
                    <a:pt x="418719" y="447675"/>
                  </a:lnTo>
                  <a:lnTo>
                    <a:pt x="579882" y="447675"/>
                  </a:lnTo>
                  <a:lnTo>
                    <a:pt x="579882" y="9144"/>
                  </a:lnTo>
                  <a:close/>
                </a:path>
                <a:path w="2284730" h="457200">
                  <a:moveTo>
                    <a:pt x="1014349" y="151638"/>
                  </a:moveTo>
                  <a:lnTo>
                    <a:pt x="1010818" y="104114"/>
                  </a:lnTo>
                  <a:lnTo>
                    <a:pt x="991120" y="55778"/>
                  </a:lnTo>
                  <a:lnTo>
                    <a:pt x="960615" y="31508"/>
                  </a:lnTo>
                  <a:lnTo>
                    <a:pt x="914641" y="11417"/>
                  </a:lnTo>
                  <a:lnTo>
                    <a:pt x="855726" y="1244"/>
                  </a:lnTo>
                  <a:lnTo>
                    <a:pt x="821817" y="0"/>
                  </a:lnTo>
                  <a:lnTo>
                    <a:pt x="787603" y="1447"/>
                  </a:lnTo>
                  <a:lnTo>
                    <a:pt x="728992" y="13182"/>
                  </a:lnTo>
                  <a:lnTo>
                    <a:pt x="684301" y="35915"/>
                  </a:lnTo>
                  <a:lnTo>
                    <a:pt x="649605" y="75819"/>
                  </a:lnTo>
                  <a:lnTo>
                    <a:pt x="640600" y="137820"/>
                  </a:lnTo>
                  <a:lnTo>
                    <a:pt x="640003" y="167132"/>
                  </a:lnTo>
                  <a:lnTo>
                    <a:pt x="640003" y="297307"/>
                  </a:lnTo>
                  <a:lnTo>
                    <a:pt x="641146" y="336892"/>
                  </a:lnTo>
                  <a:lnTo>
                    <a:pt x="647712" y="376313"/>
                  </a:lnTo>
                  <a:lnTo>
                    <a:pt x="677760" y="418338"/>
                  </a:lnTo>
                  <a:lnTo>
                    <a:pt x="721614" y="442722"/>
                  </a:lnTo>
                  <a:lnTo>
                    <a:pt x="777328" y="456107"/>
                  </a:lnTo>
                  <a:lnTo>
                    <a:pt x="797433" y="456946"/>
                  </a:lnTo>
                  <a:lnTo>
                    <a:pt x="813854" y="456285"/>
                  </a:lnTo>
                  <a:lnTo>
                    <a:pt x="856615" y="446532"/>
                  </a:lnTo>
                  <a:lnTo>
                    <a:pt x="889254" y="425805"/>
                  </a:lnTo>
                  <a:lnTo>
                    <a:pt x="898017" y="416306"/>
                  </a:lnTo>
                  <a:lnTo>
                    <a:pt x="913003" y="447675"/>
                  </a:lnTo>
                  <a:lnTo>
                    <a:pt x="1014349" y="447675"/>
                  </a:lnTo>
                  <a:lnTo>
                    <a:pt x="1014349" y="212217"/>
                  </a:lnTo>
                  <a:lnTo>
                    <a:pt x="825754" y="212217"/>
                  </a:lnTo>
                  <a:lnTo>
                    <a:pt x="825754" y="278892"/>
                  </a:lnTo>
                  <a:lnTo>
                    <a:pt x="858139" y="278892"/>
                  </a:lnTo>
                  <a:lnTo>
                    <a:pt x="858139" y="330962"/>
                  </a:lnTo>
                  <a:lnTo>
                    <a:pt x="852043" y="372110"/>
                  </a:lnTo>
                  <a:lnTo>
                    <a:pt x="827913" y="382651"/>
                  </a:lnTo>
                  <a:lnTo>
                    <a:pt x="817245" y="382651"/>
                  </a:lnTo>
                  <a:lnTo>
                    <a:pt x="801484" y="347929"/>
                  </a:lnTo>
                  <a:lnTo>
                    <a:pt x="801116" y="334391"/>
                  </a:lnTo>
                  <a:lnTo>
                    <a:pt x="801116" y="124079"/>
                  </a:lnTo>
                  <a:lnTo>
                    <a:pt x="806450" y="82296"/>
                  </a:lnTo>
                  <a:lnTo>
                    <a:pt x="816864" y="74168"/>
                  </a:lnTo>
                  <a:lnTo>
                    <a:pt x="838327" y="74168"/>
                  </a:lnTo>
                  <a:lnTo>
                    <a:pt x="852893" y="113665"/>
                  </a:lnTo>
                  <a:lnTo>
                    <a:pt x="853186" y="170561"/>
                  </a:lnTo>
                  <a:lnTo>
                    <a:pt x="1014349" y="170561"/>
                  </a:lnTo>
                  <a:lnTo>
                    <a:pt x="1014349" y="151638"/>
                  </a:lnTo>
                  <a:close/>
                </a:path>
                <a:path w="2284730" h="457200">
                  <a:moveTo>
                    <a:pt x="1436624" y="9144"/>
                  </a:moveTo>
                  <a:lnTo>
                    <a:pt x="1301877" y="9144"/>
                  </a:lnTo>
                  <a:lnTo>
                    <a:pt x="1301877" y="206629"/>
                  </a:lnTo>
                  <a:lnTo>
                    <a:pt x="1279436" y="157200"/>
                  </a:lnTo>
                  <a:lnTo>
                    <a:pt x="1234008" y="58585"/>
                  </a:lnTo>
                  <a:lnTo>
                    <a:pt x="1211580" y="9144"/>
                  </a:lnTo>
                  <a:lnTo>
                    <a:pt x="1076706" y="9144"/>
                  </a:lnTo>
                  <a:lnTo>
                    <a:pt x="1076706" y="447675"/>
                  </a:lnTo>
                  <a:lnTo>
                    <a:pt x="1211580" y="447675"/>
                  </a:lnTo>
                  <a:lnTo>
                    <a:pt x="1211580" y="248285"/>
                  </a:lnTo>
                  <a:lnTo>
                    <a:pt x="1232369" y="298196"/>
                  </a:lnTo>
                  <a:lnTo>
                    <a:pt x="1274533" y="397776"/>
                  </a:lnTo>
                  <a:lnTo>
                    <a:pt x="1295400" y="447675"/>
                  </a:lnTo>
                  <a:lnTo>
                    <a:pt x="1436624" y="447675"/>
                  </a:lnTo>
                  <a:lnTo>
                    <a:pt x="1436624" y="9144"/>
                  </a:lnTo>
                  <a:close/>
                </a:path>
                <a:path w="2284730" h="457200">
                  <a:moveTo>
                    <a:pt x="1869567" y="190881"/>
                  </a:moveTo>
                  <a:lnTo>
                    <a:pt x="1869274" y="160185"/>
                  </a:lnTo>
                  <a:lnTo>
                    <a:pt x="1869274" y="159550"/>
                  </a:lnTo>
                  <a:lnTo>
                    <a:pt x="1868449" y="134353"/>
                  </a:lnTo>
                  <a:lnTo>
                    <a:pt x="1868424" y="133324"/>
                  </a:lnTo>
                  <a:lnTo>
                    <a:pt x="1867065" y="113360"/>
                  </a:lnTo>
                  <a:lnTo>
                    <a:pt x="1866988" y="112204"/>
                  </a:lnTo>
                  <a:lnTo>
                    <a:pt x="1865109" y="97155"/>
                  </a:lnTo>
                  <a:lnTo>
                    <a:pt x="1864995" y="96139"/>
                  </a:lnTo>
                  <a:lnTo>
                    <a:pt x="1861527" y="82842"/>
                  </a:lnTo>
                  <a:lnTo>
                    <a:pt x="1836293" y="45974"/>
                  </a:lnTo>
                  <a:lnTo>
                    <a:pt x="1791500" y="17907"/>
                  </a:lnTo>
                  <a:lnTo>
                    <a:pt x="1752282" y="6273"/>
                  </a:lnTo>
                  <a:lnTo>
                    <a:pt x="1708340" y="762"/>
                  </a:lnTo>
                  <a:lnTo>
                    <a:pt x="1708340" y="326644"/>
                  </a:lnTo>
                  <a:lnTo>
                    <a:pt x="1708111" y="340918"/>
                  </a:lnTo>
                  <a:lnTo>
                    <a:pt x="1700911" y="379095"/>
                  </a:lnTo>
                  <a:lnTo>
                    <a:pt x="1693926" y="382651"/>
                  </a:lnTo>
                  <a:lnTo>
                    <a:pt x="1672082" y="382651"/>
                  </a:lnTo>
                  <a:lnTo>
                    <a:pt x="1658200" y="344627"/>
                  </a:lnTo>
                  <a:lnTo>
                    <a:pt x="1657858" y="326644"/>
                  </a:lnTo>
                  <a:lnTo>
                    <a:pt x="1657858" y="121793"/>
                  </a:lnTo>
                  <a:lnTo>
                    <a:pt x="1664843" y="81026"/>
                  </a:lnTo>
                  <a:lnTo>
                    <a:pt x="1675511" y="74168"/>
                  </a:lnTo>
                  <a:lnTo>
                    <a:pt x="1693926" y="74168"/>
                  </a:lnTo>
                  <a:lnTo>
                    <a:pt x="1700530" y="76835"/>
                  </a:lnTo>
                  <a:lnTo>
                    <a:pt x="1703832" y="82550"/>
                  </a:lnTo>
                  <a:lnTo>
                    <a:pt x="1705825" y="88239"/>
                  </a:lnTo>
                  <a:lnTo>
                    <a:pt x="1707159" y="96139"/>
                  </a:lnTo>
                  <a:lnTo>
                    <a:pt x="1707261" y="96697"/>
                  </a:lnTo>
                  <a:lnTo>
                    <a:pt x="1708010" y="106641"/>
                  </a:lnTo>
                  <a:lnTo>
                    <a:pt x="1708111" y="107899"/>
                  </a:lnTo>
                  <a:lnTo>
                    <a:pt x="1708226" y="113360"/>
                  </a:lnTo>
                  <a:lnTo>
                    <a:pt x="1708340" y="326644"/>
                  </a:lnTo>
                  <a:lnTo>
                    <a:pt x="1708340" y="762"/>
                  </a:lnTo>
                  <a:lnTo>
                    <a:pt x="1709915" y="749"/>
                  </a:lnTo>
                  <a:lnTo>
                    <a:pt x="1683258" y="0"/>
                  </a:lnTo>
                  <a:lnTo>
                    <a:pt x="1657870" y="749"/>
                  </a:lnTo>
                  <a:lnTo>
                    <a:pt x="1634083" y="2984"/>
                  </a:lnTo>
                  <a:lnTo>
                    <a:pt x="1591310" y="12065"/>
                  </a:lnTo>
                  <a:lnTo>
                    <a:pt x="1555889" y="26974"/>
                  </a:lnTo>
                  <a:lnTo>
                    <a:pt x="1518424" y="58877"/>
                  </a:lnTo>
                  <a:lnTo>
                    <a:pt x="1501381" y="96697"/>
                  </a:lnTo>
                  <a:lnTo>
                    <a:pt x="1501267" y="97155"/>
                  </a:lnTo>
                  <a:lnTo>
                    <a:pt x="1499311" y="113360"/>
                  </a:lnTo>
                  <a:lnTo>
                    <a:pt x="1497952" y="133324"/>
                  </a:lnTo>
                  <a:lnTo>
                    <a:pt x="1497876" y="134353"/>
                  </a:lnTo>
                  <a:lnTo>
                    <a:pt x="1497012" y="159550"/>
                  </a:lnTo>
                  <a:lnTo>
                    <a:pt x="1496987" y="160185"/>
                  </a:lnTo>
                  <a:lnTo>
                    <a:pt x="1496695" y="190881"/>
                  </a:lnTo>
                  <a:lnTo>
                    <a:pt x="1496695" y="265938"/>
                  </a:lnTo>
                  <a:lnTo>
                    <a:pt x="1496987" y="296646"/>
                  </a:lnTo>
                  <a:lnTo>
                    <a:pt x="1496987" y="297281"/>
                  </a:lnTo>
                  <a:lnTo>
                    <a:pt x="1499222" y="343369"/>
                  </a:lnTo>
                  <a:lnTo>
                    <a:pt x="1504746" y="373761"/>
                  </a:lnTo>
                  <a:lnTo>
                    <a:pt x="1504797" y="373989"/>
                  </a:lnTo>
                  <a:lnTo>
                    <a:pt x="1530096" y="410845"/>
                  </a:lnTo>
                  <a:lnTo>
                    <a:pt x="1575130" y="438759"/>
                  </a:lnTo>
                  <a:lnTo>
                    <a:pt x="1614373" y="450418"/>
                  </a:lnTo>
                  <a:lnTo>
                    <a:pt x="1658924" y="456247"/>
                  </a:lnTo>
                  <a:lnTo>
                    <a:pt x="1683258" y="456946"/>
                  </a:lnTo>
                  <a:lnTo>
                    <a:pt x="1706587" y="456247"/>
                  </a:lnTo>
                  <a:lnTo>
                    <a:pt x="1707946" y="456247"/>
                  </a:lnTo>
                  <a:lnTo>
                    <a:pt x="1754479" y="450088"/>
                  </a:lnTo>
                  <a:lnTo>
                    <a:pt x="1793786" y="437908"/>
                  </a:lnTo>
                  <a:lnTo>
                    <a:pt x="1837817" y="409829"/>
                  </a:lnTo>
                  <a:lnTo>
                    <a:pt x="1861972" y="372897"/>
                  </a:lnTo>
                  <a:lnTo>
                    <a:pt x="1867090" y="343865"/>
                  </a:lnTo>
                  <a:lnTo>
                    <a:pt x="1867154" y="343369"/>
                  </a:lnTo>
                  <a:lnTo>
                    <a:pt x="1869262" y="297281"/>
                  </a:lnTo>
                  <a:lnTo>
                    <a:pt x="1869567" y="265938"/>
                  </a:lnTo>
                  <a:lnTo>
                    <a:pt x="1869567" y="190881"/>
                  </a:lnTo>
                  <a:close/>
                </a:path>
                <a:path w="2284730" h="457200">
                  <a:moveTo>
                    <a:pt x="2284476" y="335534"/>
                  </a:moveTo>
                  <a:lnTo>
                    <a:pt x="2277516" y="279958"/>
                  </a:lnTo>
                  <a:lnTo>
                    <a:pt x="2256663" y="242189"/>
                  </a:lnTo>
                  <a:lnTo>
                    <a:pt x="2208669" y="209270"/>
                  </a:lnTo>
                  <a:lnTo>
                    <a:pt x="2169668" y="189826"/>
                  </a:lnTo>
                  <a:lnTo>
                    <a:pt x="2120773" y="168148"/>
                  </a:lnTo>
                  <a:lnTo>
                    <a:pt x="2103894" y="160426"/>
                  </a:lnTo>
                  <a:lnTo>
                    <a:pt x="2071725" y="135140"/>
                  </a:lnTo>
                  <a:lnTo>
                    <a:pt x="2067179" y="108331"/>
                  </a:lnTo>
                  <a:lnTo>
                    <a:pt x="2067661" y="100304"/>
                  </a:lnTo>
                  <a:lnTo>
                    <a:pt x="2086991" y="74168"/>
                  </a:lnTo>
                  <a:lnTo>
                    <a:pt x="2105406" y="74168"/>
                  </a:lnTo>
                  <a:lnTo>
                    <a:pt x="2121535" y="109347"/>
                  </a:lnTo>
                  <a:lnTo>
                    <a:pt x="2121535" y="141859"/>
                  </a:lnTo>
                  <a:lnTo>
                    <a:pt x="2271141" y="141859"/>
                  </a:lnTo>
                  <a:lnTo>
                    <a:pt x="2271141" y="124460"/>
                  </a:lnTo>
                  <a:lnTo>
                    <a:pt x="2270252" y="100215"/>
                  </a:lnTo>
                  <a:lnTo>
                    <a:pt x="2257044" y="50292"/>
                  </a:lnTo>
                  <a:lnTo>
                    <a:pt x="2218690" y="22021"/>
                  </a:lnTo>
                  <a:lnTo>
                    <a:pt x="2175116" y="8039"/>
                  </a:lnTo>
                  <a:lnTo>
                    <a:pt x="2121484" y="889"/>
                  </a:lnTo>
                  <a:lnTo>
                    <a:pt x="2091309" y="0"/>
                  </a:lnTo>
                  <a:lnTo>
                    <a:pt x="2063623" y="800"/>
                  </a:lnTo>
                  <a:lnTo>
                    <a:pt x="2014651" y="7239"/>
                  </a:lnTo>
                  <a:lnTo>
                    <a:pt x="1974342" y="20281"/>
                  </a:lnTo>
                  <a:lnTo>
                    <a:pt x="1934718" y="49530"/>
                  </a:lnTo>
                  <a:lnTo>
                    <a:pt x="1917458" y="99669"/>
                  </a:lnTo>
                  <a:lnTo>
                    <a:pt x="1916303" y="123190"/>
                  </a:lnTo>
                  <a:lnTo>
                    <a:pt x="1917128" y="139915"/>
                  </a:lnTo>
                  <a:lnTo>
                    <a:pt x="1929384" y="180594"/>
                  </a:lnTo>
                  <a:lnTo>
                    <a:pt x="1961515" y="215900"/>
                  </a:lnTo>
                  <a:lnTo>
                    <a:pt x="2013635" y="243446"/>
                  </a:lnTo>
                  <a:lnTo>
                    <a:pt x="2068347" y="269811"/>
                  </a:lnTo>
                  <a:lnTo>
                    <a:pt x="2089988" y="280758"/>
                  </a:lnTo>
                  <a:lnTo>
                    <a:pt x="2122970" y="304165"/>
                  </a:lnTo>
                  <a:lnTo>
                    <a:pt x="2131441" y="347091"/>
                  </a:lnTo>
                  <a:lnTo>
                    <a:pt x="2130920" y="355333"/>
                  </a:lnTo>
                  <a:lnTo>
                    <a:pt x="2099691" y="382651"/>
                  </a:lnTo>
                  <a:lnTo>
                    <a:pt x="2088896" y="382651"/>
                  </a:lnTo>
                  <a:lnTo>
                    <a:pt x="2070989" y="343916"/>
                  </a:lnTo>
                  <a:lnTo>
                    <a:pt x="2070989" y="290576"/>
                  </a:lnTo>
                  <a:lnTo>
                    <a:pt x="1921256" y="290576"/>
                  </a:lnTo>
                  <a:lnTo>
                    <a:pt x="1921256" y="319278"/>
                  </a:lnTo>
                  <a:lnTo>
                    <a:pt x="1922145" y="342480"/>
                  </a:lnTo>
                  <a:lnTo>
                    <a:pt x="1929282" y="380530"/>
                  </a:lnTo>
                  <a:lnTo>
                    <a:pt x="1957603" y="419785"/>
                  </a:lnTo>
                  <a:lnTo>
                    <a:pt x="1995551" y="439547"/>
                  </a:lnTo>
                  <a:lnTo>
                    <a:pt x="2045804" y="452678"/>
                  </a:lnTo>
                  <a:lnTo>
                    <a:pt x="2105787" y="456946"/>
                  </a:lnTo>
                  <a:lnTo>
                    <a:pt x="2134400" y="456006"/>
                  </a:lnTo>
                  <a:lnTo>
                    <a:pt x="2186114" y="448386"/>
                  </a:lnTo>
                  <a:lnTo>
                    <a:pt x="2229548" y="433743"/>
                  </a:lnTo>
                  <a:lnTo>
                    <a:pt x="2269363" y="404495"/>
                  </a:lnTo>
                  <a:lnTo>
                    <a:pt x="2283536" y="357352"/>
                  </a:lnTo>
                  <a:lnTo>
                    <a:pt x="2284476" y="335534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7059" y="708659"/>
              <a:ext cx="2284730" cy="457200"/>
            </a:xfrm>
            <a:custGeom>
              <a:avLst/>
              <a:gdLst/>
              <a:ahLst/>
              <a:cxnLst/>
              <a:rect l="l" t="t" r="r" b="b"/>
              <a:pathLst>
                <a:path w="2284730" h="457200">
                  <a:moveTo>
                    <a:pt x="354812" y="141858"/>
                  </a:moveTo>
                  <a:lnTo>
                    <a:pt x="317417" y="141858"/>
                  </a:lnTo>
                  <a:lnTo>
                    <a:pt x="279990" y="141858"/>
                  </a:lnTo>
                  <a:lnTo>
                    <a:pt x="242544" y="141858"/>
                  </a:lnTo>
                  <a:lnTo>
                    <a:pt x="205092" y="141858"/>
                  </a:lnTo>
                  <a:lnTo>
                    <a:pt x="205092" y="133760"/>
                  </a:lnTo>
                  <a:lnTo>
                    <a:pt x="205092" y="125650"/>
                  </a:lnTo>
                  <a:lnTo>
                    <a:pt x="205092" y="117516"/>
                  </a:lnTo>
                  <a:lnTo>
                    <a:pt x="205092" y="109347"/>
                  </a:lnTo>
                  <a:lnTo>
                    <a:pt x="204729" y="99018"/>
                  </a:lnTo>
                  <a:lnTo>
                    <a:pt x="189090" y="74168"/>
                  </a:lnTo>
                  <a:lnTo>
                    <a:pt x="180263" y="74168"/>
                  </a:lnTo>
                  <a:lnTo>
                    <a:pt x="170662" y="74168"/>
                  </a:lnTo>
                  <a:lnTo>
                    <a:pt x="150787" y="108330"/>
                  </a:lnTo>
                  <a:lnTo>
                    <a:pt x="151295" y="118616"/>
                  </a:lnTo>
                  <a:lnTo>
                    <a:pt x="174280" y="153416"/>
                  </a:lnTo>
                  <a:lnTo>
                    <a:pt x="253270" y="189825"/>
                  </a:lnTo>
                  <a:lnTo>
                    <a:pt x="292271" y="209264"/>
                  </a:lnTo>
                  <a:lnTo>
                    <a:pt x="340271" y="242189"/>
                  </a:lnTo>
                  <a:lnTo>
                    <a:pt x="361178" y="279955"/>
                  </a:lnTo>
                  <a:lnTo>
                    <a:pt x="368198" y="335533"/>
                  </a:lnTo>
                  <a:lnTo>
                    <a:pt x="367235" y="357346"/>
                  </a:lnTo>
                  <a:lnTo>
                    <a:pt x="352882" y="404495"/>
                  </a:lnTo>
                  <a:lnTo>
                    <a:pt x="313195" y="433730"/>
                  </a:lnTo>
                  <a:lnTo>
                    <a:pt x="269799" y="448373"/>
                  </a:lnTo>
                  <a:lnTo>
                    <a:pt x="218098" y="455993"/>
                  </a:lnTo>
                  <a:lnTo>
                    <a:pt x="189484" y="456946"/>
                  </a:lnTo>
                  <a:lnTo>
                    <a:pt x="158248" y="455888"/>
                  </a:lnTo>
                  <a:lnTo>
                    <a:pt x="103092" y="447248"/>
                  </a:lnTo>
                  <a:lnTo>
                    <a:pt x="58266" y="430194"/>
                  </a:lnTo>
                  <a:lnTo>
                    <a:pt x="19100" y="395350"/>
                  </a:lnTo>
                  <a:lnTo>
                    <a:pt x="5831" y="342469"/>
                  </a:lnTo>
                  <a:lnTo>
                    <a:pt x="4940" y="319277"/>
                  </a:lnTo>
                  <a:lnTo>
                    <a:pt x="4940" y="312114"/>
                  </a:lnTo>
                  <a:lnTo>
                    <a:pt x="4940" y="304926"/>
                  </a:lnTo>
                  <a:lnTo>
                    <a:pt x="4940" y="297739"/>
                  </a:lnTo>
                  <a:lnTo>
                    <a:pt x="4940" y="290575"/>
                  </a:lnTo>
                  <a:lnTo>
                    <a:pt x="42339" y="290575"/>
                  </a:lnTo>
                  <a:lnTo>
                    <a:pt x="79756" y="290575"/>
                  </a:lnTo>
                  <a:lnTo>
                    <a:pt x="117172" y="290575"/>
                  </a:lnTo>
                  <a:lnTo>
                    <a:pt x="154571" y="290575"/>
                  </a:lnTo>
                  <a:lnTo>
                    <a:pt x="154571" y="303910"/>
                  </a:lnTo>
                  <a:lnTo>
                    <a:pt x="154571" y="317245"/>
                  </a:lnTo>
                  <a:lnTo>
                    <a:pt x="154571" y="330580"/>
                  </a:lnTo>
                  <a:lnTo>
                    <a:pt x="154571" y="343916"/>
                  </a:lnTo>
                  <a:lnTo>
                    <a:pt x="155014" y="355181"/>
                  </a:lnTo>
                  <a:lnTo>
                    <a:pt x="172605" y="382650"/>
                  </a:lnTo>
                  <a:lnTo>
                    <a:pt x="183273" y="382650"/>
                  </a:lnTo>
                  <a:lnTo>
                    <a:pt x="214585" y="355330"/>
                  </a:lnTo>
                  <a:lnTo>
                    <a:pt x="215087" y="347091"/>
                  </a:lnTo>
                  <a:lnTo>
                    <a:pt x="214143" y="329477"/>
                  </a:lnTo>
                  <a:lnTo>
                    <a:pt x="189655" y="289617"/>
                  </a:lnTo>
                  <a:lnTo>
                    <a:pt x="151942" y="269809"/>
                  </a:lnTo>
                  <a:lnTo>
                    <a:pt x="97197" y="243439"/>
                  </a:lnTo>
                  <a:lnTo>
                    <a:pt x="74755" y="232282"/>
                  </a:lnTo>
                  <a:lnTo>
                    <a:pt x="35796" y="208847"/>
                  </a:lnTo>
                  <a:lnTo>
                    <a:pt x="7281" y="168588"/>
                  </a:lnTo>
                  <a:lnTo>
                    <a:pt x="0" y="123190"/>
                  </a:lnTo>
                  <a:lnTo>
                    <a:pt x="1159" y="99661"/>
                  </a:lnTo>
                  <a:lnTo>
                    <a:pt x="18326" y="49529"/>
                  </a:lnTo>
                  <a:lnTo>
                    <a:pt x="57941" y="20276"/>
                  </a:lnTo>
                  <a:lnTo>
                    <a:pt x="98284" y="7233"/>
                  </a:lnTo>
                  <a:lnTo>
                    <a:pt x="147271" y="791"/>
                  </a:lnTo>
                  <a:lnTo>
                    <a:pt x="174929" y="0"/>
                  </a:lnTo>
                  <a:lnTo>
                    <a:pt x="205136" y="885"/>
                  </a:lnTo>
                  <a:lnTo>
                    <a:pt x="258815" y="8036"/>
                  </a:lnTo>
                  <a:lnTo>
                    <a:pt x="302313" y="22020"/>
                  </a:lnTo>
                  <a:lnTo>
                    <a:pt x="340664" y="50292"/>
                  </a:lnTo>
                  <a:lnTo>
                    <a:pt x="353923" y="100208"/>
                  </a:lnTo>
                  <a:lnTo>
                    <a:pt x="354812" y="124459"/>
                  </a:lnTo>
                  <a:lnTo>
                    <a:pt x="354812" y="130301"/>
                  </a:lnTo>
                  <a:lnTo>
                    <a:pt x="354812" y="136144"/>
                  </a:lnTo>
                  <a:lnTo>
                    <a:pt x="354812" y="141858"/>
                  </a:lnTo>
                  <a:close/>
                </a:path>
                <a:path w="2284730" h="457200">
                  <a:moveTo>
                    <a:pt x="579882" y="9144"/>
                  </a:moveTo>
                  <a:lnTo>
                    <a:pt x="579882" y="9144"/>
                  </a:lnTo>
                  <a:lnTo>
                    <a:pt x="579882" y="447675"/>
                  </a:lnTo>
                  <a:lnTo>
                    <a:pt x="539591" y="447675"/>
                  </a:lnTo>
                  <a:lnTo>
                    <a:pt x="499300" y="447675"/>
                  </a:lnTo>
                  <a:lnTo>
                    <a:pt x="459009" y="447675"/>
                  </a:lnTo>
                  <a:lnTo>
                    <a:pt x="418719" y="447675"/>
                  </a:lnTo>
                  <a:lnTo>
                    <a:pt x="418719" y="398949"/>
                  </a:lnTo>
                  <a:lnTo>
                    <a:pt x="418719" y="9144"/>
                  </a:lnTo>
                  <a:lnTo>
                    <a:pt x="459009" y="9144"/>
                  </a:lnTo>
                  <a:lnTo>
                    <a:pt x="499300" y="9144"/>
                  </a:lnTo>
                  <a:lnTo>
                    <a:pt x="539591" y="9144"/>
                  </a:lnTo>
                  <a:lnTo>
                    <a:pt x="579882" y="9144"/>
                  </a:lnTo>
                  <a:close/>
                </a:path>
                <a:path w="2284730" h="457200">
                  <a:moveTo>
                    <a:pt x="1014349" y="170560"/>
                  </a:moveTo>
                  <a:lnTo>
                    <a:pt x="974058" y="170560"/>
                  </a:lnTo>
                  <a:lnTo>
                    <a:pt x="933767" y="170560"/>
                  </a:lnTo>
                  <a:lnTo>
                    <a:pt x="893476" y="170560"/>
                  </a:lnTo>
                  <a:lnTo>
                    <a:pt x="853186" y="170560"/>
                  </a:lnTo>
                  <a:lnTo>
                    <a:pt x="853186" y="160581"/>
                  </a:lnTo>
                  <a:lnTo>
                    <a:pt x="853186" y="150637"/>
                  </a:lnTo>
                  <a:lnTo>
                    <a:pt x="853186" y="140717"/>
                  </a:lnTo>
                  <a:lnTo>
                    <a:pt x="853186" y="130809"/>
                  </a:lnTo>
                  <a:lnTo>
                    <a:pt x="852902" y="113661"/>
                  </a:lnTo>
                  <a:lnTo>
                    <a:pt x="838327" y="74168"/>
                  </a:lnTo>
                  <a:lnTo>
                    <a:pt x="826897" y="74168"/>
                  </a:lnTo>
                  <a:lnTo>
                    <a:pt x="816864" y="74168"/>
                  </a:lnTo>
                  <a:lnTo>
                    <a:pt x="801116" y="124078"/>
                  </a:lnTo>
                  <a:lnTo>
                    <a:pt x="801116" y="176656"/>
                  </a:lnTo>
                  <a:lnTo>
                    <a:pt x="801116" y="229234"/>
                  </a:lnTo>
                  <a:lnTo>
                    <a:pt x="801116" y="281812"/>
                  </a:lnTo>
                  <a:lnTo>
                    <a:pt x="801116" y="334391"/>
                  </a:lnTo>
                  <a:lnTo>
                    <a:pt x="801485" y="347926"/>
                  </a:lnTo>
                  <a:lnTo>
                    <a:pt x="817245" y="382650"/>
                  </a:lnTo>
                  <a:lnTo>
                    <a:pt x="827913" y="382650"/>
                  </a:lnTo>
                  <a:lnTo>
                    <a:pt x="856662" y="356441"/>
                  </a:lnTo>
                  <a:lnTo>
                    <a:pt x="858139" y="330961"/>
                  </a:lnTo>
                  <a:lnTo>
                    <a:pt x="858139" y="317932"/>
                  </a:lnTo>
                  <a:lnTo>
                    <a:pt x="858139" y="304926"/>
                  </a:lnTo>
                  <a:lnTo>
                    <a:pt x="858139" y="291921"/>
                  </a:lnTo>
                  <a:lnTo>
                    <a:pt x="858139" y="278892"/>
                  </a:lnTo>
                  <a:lnTo>
                    <a:pt x="850042" y="278892"/>
                  </a:lnTo>
                  <a:lnTo>
                    <a:pt x="841946" y="278892"/>
                  </a:lnTo>
                  <a:lnTo>
                    <a:pt x="833850" y="278892"/>
                  </a:lnTo>
                  <a:lnTo>
                    <a:pt x="825754" y="278892"/>
                  </a:lnTo>
                  <a:lnTo>
                    <a:pt x="825754" y="262223"/>
                  </a:lnTo>
                  <a:lnTo>
                    <a:pt x="825754" y="245554"/>
                  </a:lnTo>
                  <a:lnTo>
                    <a:pt x="825754" y="228885"/>
                  </a:lnTo>
                  <a:lnTo>
                    <a:pt x="825754" y="212217"/>
                  </a:lnTo>
                  <a:lnTo>
                    <a:pt x="872849" y="212217"/>
                  </a:lnTo>
                  <a:lnTo>
                    <a:pt x="920003" y="212217"/>
                  </a:lnTo>
                  <a:lnTo>
                    <a:pt x="967182" y="212217"/>
                  </a:lnTo>
                  <a:lnTo>
                    <a:pt x="1014349" y="212217"/>
                  </a:lnTo>
                  <a:lnTo>
                    <a:pt x="1014349" y="259308"/>
                  </a:lnTo>
                  <a:lnTo>
                    <a:pt x="1014349" y="306400"/>
                  </a:lnTo>
                  <a:lnTo>
                    <a:pt x="1014349" y="353491"/>
                  </a:lnTo>
                  <a:lnTo>
                    <a:pt x="1014349" y="400583"/>
                  </a:lnTo>
                  <a:lnTo>
                    <a:pt x="1014349" y="447675"/>
                  </a:lnTo>
                  <a:lnTo>
                    <a:pt x="989012" y="447675"/>
                  </a:lnTo>
                  <a:lnTo>
                    <a:pt x="963676" y="447675"/>
                  </a:lnTo>
                  <a:lnTo>
                    <a:pt x="938339" y="447675"/>
                  </a:lnTo>
                  <a:lnTo>
                    <a:pt x="913003" y="447675"/>
                  </a:lnTo>
                  <a:lnTo>
                    <a:pt x="909250" y="439791"/>
                  </a:lnTo>
                  <a:lnTo>
                    <a:pt x="905462" y="431942"/>
                  </a:lnTo>
                  <a:lnTo>
                    <a:pt x="901698" y="424118"/>
                  </a:lnTo>
                  <a:lnTo>
                    <a:pt x="898017" y="416305"/>
                  </a:lnTo>
                  <a:lnTo>
                    <a:pt x="889261" y="425797"/>
                  </a:lnTo>
                  <a:lnTo>
                    <a:pt x="856615" y="446531"/>
                  </a:lnTo>
                  <a:lnTo>
                    <a:pt x="813859" y="456283"/>
                  </a:lnTo>
                  <a:lnTo>
                    <a:pt x="797433" y="456946"/>
                  </a:lnTo>
                  <a:lnTo>
                    <a:pt x="777335" y="456098"/>
                  </a:lnTo>
                  <a:lnTo>
                    <a:pt x="739425" y="449070"/>
                  </a:lnTo>
                  <a:lnTo>
                    <a:pt x="690229" y="427291"/>
                  </a:lnTo>
                  <a:lnTo>
                    <a:pt x="659248" y="397896"/>
                  </a:lnTo>
                  <a:lnTo>
                    <a:pt x="642580" y="352438"/>
                  </a:lnTo>
                  <a:lnTo>
                    <a:pt x="640003" y="297306"/>
                  </a:lnTo>
                  <a:lnTo>
                    <a:pt x="640003" y="264804"/>
                  </a:lnTo>
                  <a:lnTo>
                    <a:pt x="640003" y="232267"/>
                  </a:lnTo>
                  <a:lnTo>
                    <a:pt x="640003" y="199705"/>
                  </a:lnTo>
                  <a:lnTo>
                    <a:pt x="640003" y="167131"/>
                  </a:lnTo>
                  <a:lnTo>
                    <a:pt x="640603" y="137808"/>
                  </a:lnTo>
                  <a:lnTo>
                    <a:pt x="645404" y="92211"/>
                  </a:lnTo>
                  <a:lnTo>
                    <a:pt x="668277" y="48625"/>
                  </a:lnTo>
                  <a:lnTo>
                    <a:pt x="704723" y="23622"/>
                  </a:lnTo>
                  <a:lnTo>
                    <a:pt x="756650" y="5810"/>
                  </a:lnTo>
                  <a:lnTo>
                    <a:pt x="821817" y="0"/>
                  </a:lnTo>
                  <a:lnTo>
                    <a:pt x="855729" y="1232"/>
                  </a:lnTo>
                  <a:lnTo>
                    <a:pt x="914650" y="11412"/>
                  </a:lnTo>
                  <a:lnTo>
                    <a:pt x="960622" y="31497"/>
                  </a:lnTo>
                  <a:lnTo>
                    <a:pt x="991121" y="55774"/>
                  </a:lnTo>
                  <a:lnTo>
                    <a:pt x="1010824" y="104108"/>
                  </a:lnTo>
                  <a:lnTo>
                    <a:pt x="1014349" y="151638"/>
                  </a:lnTo>
                  <a:lnTo>
                    <a:pt x="1014349" y="157988"/>
                  </a:lnTo>
                  <a:lnTo>
                    <a:pt x="1014349" y="164210"/>
                  </a:lnTo>
                  <a:lnTo>
                    <a:pt x="1014349" y="170560"/>
                  </a:lnTo>
                  <a:close/>
                </a:path>
                <a:path w="2284730" h="457200">
                  <a:moveTo>
                    <a:pt x="1436623" y="9144"/>
                  </a:moveTo>
                  <a:lnTo>
                    <a:pt x="1436623" y="9144"/>
                  </a:lnTo>
                  <a:lnTo>
                    <a:pt x="1436623" y="447675"/>
                  </a:lnTo>
                  <a:lnTo>
                    <a:pt x="1401359" y="447675"/>
                  </a:lnTo>
                  <a:lnTo>
                    <a:pt x="1366059" y="447675"/>
                  </a:lnTo>
                  <a:lnTo>
                    <a:pt x="1330735" y="447675"/>
                  </a:lnTo>
                  <a:lnTo>
                    <a:pt x="1295400" y="447675"/>
                  </a:lnTo>
                  <a:lnTo>
                    <a:pt x="1274534" y="397767"/>
                  </a:lnTo>
                  <a:lnTo>
                    <a:pt x="1253442" y="347979"/>
                  </a:lnTo>
                  <a:lnTo>
                    <a:pt x="1232374" y="298192"/>
                  </a:lnTo>
                  <a:lnTo>
                    <a:pt x="1211580" y="248284"/>
                  </a:lnTo>
                  <a:lnTo>
                    <a:pt x="1211580" y="298102"/>
                  </a:lnTo>
                  <a:lnTo>
                    <a:pt x="1211580" y="347932"/>
                  </a:lnTo>
                  <a:lnTo>
                    <a:pt x="1211580" y="397785"/>
                  </a:lnTo>
                  <a:lnTo>
                    <a:pt x="1211580" y="447675"/>
                  </a:lnTo>
                  <a:lnTo>
                    <a:pt x="1177879" y="447675"/>
                  </a:lnTo>
                  <a:lnTo>
                    <a:pt x="1144190" y="447675"/>
                  </a:lnTo>
                  <a:lnTo>
                    <a:pt x="1110478" y="447675"/>
                  </a:lnTo>
                  <a:lnTo>
                    <a:pt x="1076706" y="447675"/>
                  </a:lnTo>
                  <a:lnTo>
                    <a:pt x="1076706" y="398949"/>
                  </a:lnTo>
                  <a:lnTo>
                    <a:pt x="1076706" y="9144"/>
                  </a:lnTo>
                  <a:lnTo>
                    <a:pt x="1110478" y="9144"/>
                  </a:lnTo>
                  <a:lnTo>
                    <a:pt x="1144190" y="9144"/>
                  </a:lnTo>
                  <a:lnTo>
                    <a:pt x="1177879" y="9144"/>
                  </a:lnTo>
                  <a:lnTo>
                    <a:pt x="1211580" y="9144"/>
                  </a:lnTo>
                  <a:lnTo>
                    <a:pt x="1234011" y="58574"/>
                  </a:lnTo>
                  <a:lnTo>
                    <a:pt x="1256728" y="107886"/>
                  </a:lnTo>
                  <a:lnTo>
                    <a:pt x="1279445" y="157198"/>
                  </a:lnTo>
                  <a:lnTo>
                    <a:pt x="1301877" y="206628"/>
                  </a:lnTo>
                  <a:lnTo>
                    <a:pt x="1301877" y="157269"/>
                  </a:lnTo>
                  <a:lnTo>
                    <a:pt x="1301877" y="107886"/>
                  </a:lnTo>
                  <a:lnTo>
                    <a:pt x="1301877" y="58503"/>
                  </a:lnTo>
                  <a:lnTo>
                    <a:pt x="1301877" y="9144"/>
                  </a:lnTo>
                  <a:lnTo>
                    <a:pt x="1335575" y="9144"/>
                  </a:lnTo>
                  <a:lnTo>
                    <a:pt x="1369250" y="9144"/>
                  </a:lnTo>
                  <a:lnTo>
                    <a:pt x="1402925" y="9144"/>
                  </a:lnTo>
                  <a:lnTo>
                    <a:pt x="1436623" y="9144"/>
                  </a:lnTo>
                  <a:close/>
                </a:path>
                <a:path w="2284730" h="457200">
                  <a:moveTo>
                    <a:pt x="1869566" y="265938"/>
                  </a:moveTo>
                  <a:lnTo>
                    <a:pt x="1868471" y="322437"/>
                  </a:lnTo>
                  <a:lnTo>
                    <a:pt x="1861980" y="372895"/>
                  </a:lnTo>
                  <a:lnTo>
                    <a:pt x="1837816" y="409828"/>
                  </a:lnTo>
                  <a:lnTo>
                    <a:pt x="1793793" y="437903"/>
                  </a:lnTo>
                  <a:lnTo>
                    <a:pt x="1754481" y="450087"/>
                  </a:lnTo>
                  <a:lnTo>
                    <a:pt x="1708570" y="456184"/>
                  </a:lnTo>
                  <a:lnTo>
                    <a:pt x="1683258" y="456946"/>
                  </a:lnTo>
                  <a:lnTo>
                    <a:pt x="1658931" y="456243"/>
                  </a:lnTo>
                  <a:lnTo>
                    <a:pt x="1614374" y="450409"/>
                  </a:lnTo>
                  <a:lnTo>
                    <a:pt x="1575137" y="438759"/>
                  </a:lnTo>
                  <a:lnTo>
                    <a:pt x="1530096" y="410845"/>
                  </a:lnTo>
                  <a:lnTo>
                    <a:pt x="1504807" y="373983"/>
                  </a:lnTo>
                  <a:lnTo>
                    <a:pt x="1497885" y="323500"/>
                  </a:lnTo>
                  <a:lnTo>
                    <a:pt x="1496695" y="265938"/>
                  </a:lnTo>
                  <a:lnTo>
                    <a:pt x="1496695" y="247173"/>
                  </a:lnTo>
                  <a:lnTo>
                    <a:pt x="1496695" y="228409"/>
                  </a:lnTo>
                  <a:lnTo>
                    <a:pt x="1496695" y="209645"/>
                  </a:lnTo>
                  <a:lnTo>
                    <a:pt x="1496695" y="190880"/>
                  </a:lnTo>
                  <a:lnTo>
                    <a:pt x="1496998" y="160180"/>
                  </a:lnTo>
                  <a:lnTo>
                    <a:pt x="1499320" y="113353"/>
                  </a:lnTo>
                  <a:lnTo>
                    <a:pt x="1510299" y="71088"/>
                  </a:lnTo>
                  <a:lnTo>
                    <a:pt x="1541357" y="36335"/>
                  </a:lnTo>
                  <a:lnTo>
                    <a:pt x="1591310" y="12065"/>
                  </a:lnTo>
                  <a:lnTo>
                    <a:pt x="1634093" y="2984"/>
                  </a:lnTo>
                  <a:lnTo>
                    <a:pt x="1683258" y="0"/>
                  </a:lnTo>
                  <a:lnTo>
                    <a:pt x="1707568" y="676"/>
                  </a:lnTo>
                  <a:lnTo>
                    <a:pt x="1752284" y="6268"/>
                  </a:lnTo>
                  <a:lnTo>
                    <a:pt x="1791501" y="17899"/>
                  </a:lnTo>
                  <a:lnTo>
                    <a:pt x="1836292" y="45974"/>
                  </a:lnTo>
                  <a:lnTo>
                    <a:pt x="1861528" y="82835"/>
                  </a:lnTo>
                  <a:lnTo>
                    <a:pt x="1868424" y="133318"/>
                  </a:lnTo>
                  <a:lnTo>
                    <a:pt x="1869566" y="190880"/>
                  </a:lnTo>
                  <a:lnTo>
                    <a:pt x="1869566" y="209645"/>
                  </a:lnTo>
                  <a:lnTo>
                    <a:pt x="1869566" y="228409"/>
                  </a:lnTo>
                  <a:lnTo>
                    <a:pt x="1869566" y="247173"/>
                  </a:lnTo>
                  <a:lnTo>
                    <a:pt x="1869566" y="265938"/>
                  </a:lnTo>
                  <a:close/>
                </a:path>
                <a:path w="2284730" h="457200">
                  <a:moveTo>
                    <a:pt x="1708403" y="121793"/>
                  </a:moveTo>
                  <a:lnTo>
                    <a:pt x="1703832" y="82550"/>
                  </a:lnTo>
                  <a:lnTo>
                    <a:pt x="1693926" y="74168"/>
                  </a:lnTo>
                  <a:lnTo>
                    <a:pt x="1683892" y="74168"/>
                  </a:lnTo>
                  <a:lnTo>
                    <a:pt x="1675511" y="74168"/>
                  </a:lnTo>
                  <a:lnTo>
                    <a:pt x="1657858" y="121793"/>
                  </a:lnTo>
                  <a:lnTo>
                    <a:pt x="1657858" y="173017"/>
                  </a:lnTo>
                  <a:lnTo>
                    <a:pt x="1657858" y="224218"/>
                  </a:lnTo>
                  <a:lnTo>
                    <a:pt x="1657858" y="275419"/>
                  </a:lnTo>
                  <a:lnTo>
                    <a:pt x="1657858" y="326644"/>
                  </a:lnTo>
                  <a:lnTo>
                    <a:pt x="1658161" y="343864"/>
                  </a:lnTo>
                  <a:lnTo>
                    <a:pt x="1672082" y="382650"/>
                  </a:lnTo>
                  <a:lnTo>
                    <a:pt x="1682877" y="382650"/>
                  </a:lnTo>
                  <a:lnTo>
                    <a:pt x="1693926" y="382650"/>
                  </a:lnTo>
                  <a:lnTo>
                    <a:pt x="1708118" y="340913"/>
                  </a:lnTo>
                  <a:lnTo>
                    <a:pt x="1708403" y="323342"/>
                  </a:lnTo>
                  <a:lnTo>
                    <a:pt x="1708403" y="272954"/>
                  </a:lnTo>
                  <a:lnTo>
                    <a:pt x="1708403" y="222567"/>
                  </a:lnTo>
                  <a:lnTo>
                    <a:pt x="1708403" y="172180"/>
                  </a:lnTo>
                  <a:lnTo>
                    <a:pt x="1708403" y="121793"/>
                  </a:lnTo>
                  <a:close/>
                </a:path>
                <a:path w="2284730" h="457200">
                  <a:moveTo>
                    <a:pt x="2271141" y="141858"/>
                  </a:moveTo>
                  <a:lnTo>
                    <a:pt x="2233763" y="141858"/>
                  </a:lnTo>
                  <a:lnTo>
                    <a:pt x="2196338" y="141858"/>
                  </a:lnTo>
                  <a:lnTo>
                    <a:pt x="2158912" y="141858"/>
                  </a:lnTo>
                  <a:lnTo>
                    <a:pt x="2121535" y="141858"/>
                  </a:lnTo>
                  <a:lnTo>
                    <a:pt x="2121535" y="133760"/>
                  </a:lnTo>
                  <a:lnTo>
                    <a:pt x="2121535" y="125650"/>
                  </a:lnTo>
                  <a:lnTo>
                    <a:pt x="2121535" y="117516"/>
                  </a:lnTo>
                  <a:lnTo>
                    <a:pt x="2121535" y="109347"/>
                  </a:lnTo>
                  <a:lnTo>
                    <a:pt x="2121177" y="99018"/>
                  </a:lnTo>
                  <a:lnTo>
                    <a:pt x="2105406" y="74168"/>
                  </a:lnTo>
                  <a:lnTo>
                    <a:pt x="2096642" y="74168"/>
                  </a:lnTo>
                  <a:lnTo>
                    <a:pt x="2086990" y="74168"/>
                  </a:lnTo>
                  <a:lnTo>
                    <a:pt x="2067178" y="108330"/>
                  </a:lnTo>
                  <a:lnTo>
                    <a:pt x="2067696" y="118616"/>
                  </a:lnTo>
                  <a:lnTo>
                    <a:pt x="2090642" y="153416"/>
                  </a:lnTo>
                  <a:lnTo>
                    <a:pt x="2169669" y="189825"/>
                  </a:lnTo>
                  <a:lnTo>
                    <a:pt x="2208672" y="209264"/>
                  </a:lnTo>
                  <a:lnTo>
                    <a:pt x="2256663" y="242189"/>
                  </a:lnTo>
                  <a:lnTo>
                    <a:pt x="2277522" y="279955"/>
                  </a:lnTo>
                  <a:lnTo>
                    <a:pt x="2284476" y="335533"/>
                  </a:lnTo>
                  <a:lnTo>
                    <a:pt x="2283543" y="357346"/>
                  </a:lnTo>
                  <a:lnTo>
                    <a:pt x="2269363" y="404495"/>
                  </a:lnTo>
                  <a:lnTo>
                    <a:pt x="2229554" y="433730"/>
                  </a:lnTo>
                  <a:lnTo>
                    <a:pt x="2186118" y="448373"/>
                  </a:lnTo>
                  <a:lnTo>
                    <a:pt x="2134405" y="455993"/>
                  </a:lnTo>
                  <a:lnTo>
                    <a:pt x="2105787" y="456946"/>
                  </a:lnTo>
                  <a:lnTo>
                    <a:pt x="2074596" y="455888"/>
                  </a:lnTo>
                  <a:lnTo>
                    <a:pt x="2019454" y="447248"/>
                  </a:lnTo>
                  <a:lnTo>
                    <a:pt x="1974627" y="430194"/>
                  </a:lnTo>
                  <a:lnTo>
                    <a:pt x="1935479" y="395350"/>
                  </a:lnTo>
                  <a:lnTo>
                    <a:pt x="1922156" y="342469"/>
                  </a:lnTo>
                  <a:lnTo>
                    <a:pt x="1921256" y="319277"/>
                  </a:lnTo>
                  <a:lnTo>
                    <a:pt x="1921256" y="312114"/>
                  </a:lnTo>
                  <a:lnTo>
                    <a:pt x="1921256" y="304926"/>
                  </a:lnTo>
                  <a:lnTo>
                    <a:pt x="1921256" y="297739"/>
                  </a:lnTo>
                  <a:lnTo>
                    <a:pt x="1921256" y="290575"/>
                  </a:lnTo>
                  <a:lnTo>
                    <a:pt x="1958689" y="290575"/>
                  </a:lnTo>
                  <a:lnTo>
                    <a:pt x="1996122" y="290575"/>
                  </a:lnTo>
                  <a:lnTo>
                    <a:pt x="2033555" y="290575"/>
                  </a:lnTo>
                  <a:lnTo>
                    <a:pt x="2070989" y="290575"/>
                  </a:lnTo>
                  <a:lnTo>
                    <a:pt x="2070989" y="303910"/>
                  </a:lnTo>
                  <a:lnTo>
                    <a:pt x="2070989" y="317245"/>
                  </a:lnTo>
                  <a:lnTo>
                    <a:pt x="2070989" y="330580"/>
                  </a:lnTo>
                  <a:lnTo>
                    <a:pt x="2070989" y="343916"/>
                  </a:lnTo>
                  <a:lnTo>
                    <a:pt x="2071411" y="355181"/>
                  </a:lnTo>
                  <a:lnTo>
                    <a:pt x="2088896" y="382650"/>
                  </a:lnTo>
                  <a:lnTo>
                    <a:pt x="2099691" y="382650"/>
                  </a:lnTo>
                  <a:lnTo>
                    <a:pt x="2130929" y="355330"/>
                  </a:lnTo>
                  <a:lnTo>
                    <a:pt x="2131441" y="347091"/>
                  </a:lnTo>
                  <a:lnTo>
                    <a:pt x="2130492" y="329477"/>
                  </a:lnTo>
                  <a:lnTo>
                    <a:pt x="2106027" y="289617"/>
                  </a:lnTo>
                  <a:lnTo>
                    <a:pt x="2068359" y="269809"/>
                  </a:lnTo>
                  <a:lnTo>
                    <a:pt x="2013646" y="243439"/>
                  </a:lnTo>
                  <a:lnTo>
                    <a:pt x="1991185" y="232282"/>
                  </a:lnTo>
                  <a:lnTo>
                    <a:pt x="1952190" y="208847"/>
                  </a:lnTo>
                  <a:lnTo>
                    <a:pt x="1923696" y="168588"/>
                  </a:lnTo>
                  <a:lnTo>
                    <a:pt x="1916302" y="123190"/>
                  </a:lnTo>
                  <a:lnTo>
                    <a:pt x="1917465" y="99661"/>
                  </a:lnTo>
                  <a:lnTo>
                    <a:pt x="1934717" y="49529"/>
                  </a:lnTo>
                  <a:lnTo>
                    <a:pt x="1974347" y="20276"/>
                  </a:lnTo>
                  <a:lnTo>
                    <a:pt x="2014656" y="7233"/>
                  </a:lnTo>
                  <a:lnTo>
                    <a:pt x="2063630" y="791"/>
                  </a:lnTo>
                  <a:lnTo>
                    <a:pt x="2091309" y="0"/>
                  </a:lnTo>
                  <a:lnTo>
                    <a:pt x="2121485" y="885"/>
                  </a:lnTo>
                  <a:lnTo>
                    <a:pt x="2175123" y="8036"/>
                  </a:lnTo>
                  <a:lnTo>
                    <a:pt x="2218699" y="22020"/>
                  </a:lnTo>
                  <a:lnTo>
                    <a:pt x="2257044" y="50292"/>
                  </a:lnTo>
                  <a:lnTo>
                    <a:pt x="2270259" y="100208"/>
                  </a:lnTo>
                  <a:lnTo>
                    <a:pt x="2271141" y="124459"/>
                  </a:lnTo>
                  <a:lnTo>
                    <a:pt x="2271141" y="130301"/>
                  </a:lnTo>
                  <a:lnTo>
                    <a:pt x="2271141" y="136144"/>
                  </a:lnTo>
                  <a:lnTo>
                    <a:pt x="2271141" y="141858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310509" y="708278"/>
            <a:ext cx="1422400" cy="467359"/>
            <a:chOff x="3310509" y="708278"/>
            <a:chExt cx="1422400" cy="467359"/>
          </a:xfrm>
        </p:grpSpPr>
        <p:sp>
          <p:nvSpPr>
            <p:cNvPr id="8" name="object 8"/>
            <p:cNvSpPr/>
            <p:nvPr/>
          </p:nvSpPr>
          <p:spPr>
            <a:xfrm>
              <a:off x="3320034" y="717803"/>
              <a:ext cx="1403350" cy="448309"/>
            </a:xfrm>
            <a:custGeom>
              <a:avLst/>
              <a:gdLst/>
              <a:ahLst/>
              <a:cxnLst/>
              <a:rect l="l" t="t" r="r" b="b"/>
              <a:pathLst>
                <a:path w="1403350" h="448309">
                  <a:moveTo>
                    <a:pt x="407289" y="438531"/>
                  </a:moveTo>
                  <a:lnTo>
                    <a:pt x="397154" y="389788"/>
                  </a:lnTo>
                  <a:lnTo>
                    <a:pt x="390829" y="359664"/>
                  </a:lnTo>
                  <a:lnTo>
                    <a:pt x="386930" y="341045"/>
                  </a:lnTo>
                  <a:lnTo>
                    <a:pt x="374434" y="281940"/>
                  </a:lnTo>
                  <a:lnTo>
                    <a:pt x="345643" y="146215"/>
                  </a:lnTo>
                  <a:lnTo>
                    <a:pt x="335432" y="97790"/>
                  </a:lnTo>
                  <a:lnTo>
                    <a:pt x="325170" y="48755"/>
                  </a:lnTo>
                  <a:lnTo>
                    <a:pt x="315087" y="0"/>
                  </a:lnTo>
                  <a:lnTo>
                    <a:pt x="229743" y="0"/>
                  </a:lnTo>
                  <a:lnTo>
                    <a:pt x="229743" y="281940"/>
                  </a:lnTo>
                  <a:lnTo>
                    <a:pt x="174117" y="281940"/>
                  </a:lnTo>
                  <a:lnTo>
                    <a:pt x="185140" y="206971"/>
                  </a:lnTo>
                  <a:lnTo>
                    <a:pt x="194094" y="156692"/>
                  </a:lnTo>
                  <a:lnTo>
                    <a:pt x="205232" y="97790"/>
                  </a:lnTo>
                  <a:lnTo>
                    <a:pt x="211201" y="150469"/>
                  </a:lnTo>
                  <a:lnTo>
                    <a:pt x="217385" y="198729"/>
                  </a:lnTo>
                  <a:lnTo>
                    <a:pt x="223621" y="242570"/>
                  </a:lnTo>
                  <a:lnTo>
                    <a:pt x="229743" y="281940"/>
                  </a:lnTo>
                  <a:lnTo>
                    <a:pt x="229743" y="0"/>
                  </a:lnTo>
                  <a:lnTo>
                    <a:pt x="82296" y="0"/>
                  </a:lnTo>
                  <a:lnTo>
                    <a:pt x="73253" y="48755"/>
                  </a:lnTo>
                  <a:lnTo>
                    <a:pt x="64135" y="97497"/>
                  </a:lnTo>
                  <a:lnTo>
                    <a:pt x="54940" y="146215"/>
                  </a:lnTo>
                  <a:lnTo>
                    <a:pt x="27254" y="292328"/>
                  </a:lnTo>
                  <a:lnTo>
                    <a:pt x="18084" y="341045"/>
                  </a:lnTo>
                  <a:lnTo>
                    <a:pt x="8991" y="389788"/>
                  </a:lnTo>
                  <a:lnTo>
                    <a:pt x="0" y="438531"/>
                  </a:lnTo>
                  <a:lnTo>
                    <a:pt x="166497" y="438531"/>
                  </a:lnTo>
                  <a:lnTo>
                    <a:pt x="173977" y="379387"/>
                  </a:lnTo>
                  <a:lnTo>
                    <a:pt x="176403" y="359664"/>
                  </a:lnTo>
                  <a:lnTo>
                    <a:pt x="233934" y="359664"/>
                  </a:lnTo>
                  <a:lnTo>
                    <a:pt x="236067" y="379387"/>
                  </a:lnTo>
                  <a:lnTo>
                    <a:pt x="242697" y="438531"/>
                  </a:lnTo>
                  <a:lnTo>
                    <a:pt x="407289" y="438531"/>
                  </a:lnTo>
                  <a:close/>
                </a:path>
                <a:path w="1403350" h="448309">
                  <a:moveTo>
                    <a:pt x="801243" y="0"/>
                  </a:moveTo>
                  <a:lnTo>
                    <a:pt x="640080" y="0"/>
                  </a:lnTo>
                  <a:lnTo>
                    <a:pt x="640080" y="323215"/>
                  </a:lnTo>
                  <a:lnTo>
                    <a:pt x="639775" y="338099"/>
                  </a:lnTo>
                  <a:lnTo>
                    <a:pt x="626237" y="373507"/>
                  </a:lnTo>
                  <a:lnTo>
                    <a:pt x="607060" y="373507"/>
                  </a:lnTo>
                  <a:lnTo>
                    <a:pt x="593725" y="328803"/>
                  </a:lnTo>
                  <a:lnTo>
                    <a:pt x="593725" y="0"/>
                  </a:lnTo>
                  <a:lnTo>
                    <a:pt x="432562" y="0"/>
                  </a:lnTo>
                  <a:lnTo>
                    <a:pt x="432562" y="259461"/>
                  </a:lnTo>
                  <a:lnTo>
                    <a:pt x="432777" y="293382"/>
                  </a:lnTo>
                  <a:lnTo>
                    <a:pt x="434644" y="341972"/>
                  </a:lnTo>
                  <a:lnTo>
                    <a:pt x="444474" y="379310"/>
                  </a:lnTo>
                  <a:lnTo>
                    <a:pt x="473163" y="410756"/>
                  </a:lnTo>
                  <a:lnTo>
                    <a:pt x="524764" y="434721"/>
                  </a:lnTo>
                  <a:lnTo>
                    <a:pt x="570496" y="444601"/>
                  </a:lnTo>
                  <a:lnTo>
                    <a:pt x="622808" y="447802"/>
                  </a:lnTo>
                  <a:lnTo>
                    <a:pt x="646988" y="447116"/>
                  </a:lnTo>
                  <a:lnTo>
                    <a:pt x="690651" y="441540"/>
                  </a:lnTo>
                  <a:lnTo>
                    <a:pt x="727583" y="430466"/>
                  </a:lnTo>
                  <a:lnTo>
                    <a:pt x="769493" y="404368"/>
                  </a:lnTo>
                  <a:lnTo>
                    <a:pt x="793153" y="373176"/>
                  </a:lnTo>
                  <a:lnTo>
                    <a:pt x="800023" y="335521"/>
                  </a:lnTo>
                  <a:lnTo>
                    <a:pt x="801243" y="293116"/>
                  </a:lnTo>
                  <a:lnTo>
                    <a:pt x="801243" y="0"/>
                  </a:lnTo>
                  <a:close/>
                </a:path>
                <a:path w="1403350" h="448309">
                  <a:moveTo>
                    <a:pt x="1218819" y="438531"/>
                  </a:moveTo>
                  <a:lnTo>
                    <a:pt x="1201889" y="389585"/>
                  </a:lnTo>
                  <a:lnTo>
                    <a:pt x="1133475" y="193929"/>
                  </a:lnTo>
                  <a:lnTo>
                    <a:pt x="1190117" y="0"/>
                  </a:lnTo>
                  <a:lnTo>
                    <a:pt x="1054989" y="0"/>
                  </a:lnTo>
                  <a:lnTo>
                    <a:pt x="1020572" y="119761"/>
                  </a:lnTo>
                  <a:lnTo>
                    <a:pt x="1017130" y="105841"/>
                  </a:lnTo>
                  <a:lnTo>
                    <a:pt x="1013167" y="91287"/>
                  </a:lnTo>
                  <a:lnTo>
                    <a:pt x="1004062" y="60325"/>
                  </a:lnTo>
                  <a:lnTo>
                    <a:pt x="989825" y="10604"/>
                  </a:lnTo>
                  <a:lnTo>
                    <a:pt x="987298" y="0"/>
                  </a:lnTo>
                  <a:lnTo>
                    <a:pt x="831469" y="0"/>
                  </a:lnTo>
                  <a:lnTo>
                    <a:pt x="890016" y="193929"/>
                  </a:lnTo>
                  <a:lnTo>
                    <a:pt x="831469" y="438531"/>
                  </a:lnTo>
                  <a:lnTo>
                    <a:pt x="988441" y="438531"/>
                  </a:lnTo>
                  <a:lnTo>
                    <a:pt x="1008722" y="344195"/>
                  </a:lnTo>
                  <a:lnTo>
                    <a:pt x="1013218" y="321741"/>
                  </a:lnTo>
                  <a:lnTo>
                    <a:pt x="1017155" y="299948"/>
                  </a:lnTo>
                  <a:lnTo>
                    <a:pt x="1020572" y="278765"/>
                  </a:lnTo>
                  <a:lnTo>
                    <a:pt x="1031900" y="324116"/>
                  </a:lnTo>
                  <a:lnTo>
                    <a:pt x="1043940" y="365848"/>
                  </a:lnTo>
                  <a:lnTo>
                    <a:pt x="1056538" y="403987"/>
                  </a:lnTo>
                  <a:lnTo>
                    <a:pt x="1069594" y="438531"/>
                  </a:lnTo>
                  <a:lnTo>
                    <a:pt x="1218819" y="438531"/>
                  </a:lnTo>
                  <a:close/>
                </a:path>
                <a:path w="1403350" h="448309">
                  <a:moveTo>
                    <a:pt x="1402969" y="0"/>
                  </a:moveTo>
                  <a:lnTo>
                    <a:pt x="1241806" y="0"/>
                  </a:lnTo>
                  <a:lnTo>
                    <a:pt x="1241806" y="438531"/>
                  </a:lnTo>
                  <a:lnTo>
                    <a:pt x="1402969" y="438531"/>
                  </a:lnTo>
                  <a:lnTo>
                    <a:pt x="140296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20034" y="717803"/>
              <a:ext cx="407670" cy="438784"/>
            </a:xfrm>
            <a:custGeom>
              <a:avLst/>
              <a:gdLst/>
              <a:ahLst/>
              <a:cxnLst/>
              <a:rect l="l" t="t" r="r" b="b"/>
              <a:pathLst>
                <a:path w="407670" h="438784">
                  <a:moveTo>
                    <a:pt x="315087" y="0"/>
                  </a:moveTo>
                  <a:lnTo>
                    <a:pt x="325181" y="48754"/>
                  </a:lnTo>
                  <a:lnTo>
                    <a:pt x="335378" y="97487"/>
                  </a:lnTo>
                  <a:lnTo>
                    <a:pt x="345651" y="146205"/>
                  </a:lnTo>
                  <a:lnTo>
                    <a:pt x="355971" y="194913"/>
                  </a:lnTo>
                  <a:lnTo>
                    <a:pt x="366310" y="243617"/>
                  </a:lnTo>
                  <a:lnTo>
                    <a:pt x="376639" y="292325"/>
                  </a:lnTo>
                  <a:lnTo>
                    <a:pt x="386931" y="341043"/>
                  </a:lnTo>
                  <a:lnTo>
                    <a:pt x="397157" y="389776"/>
                  </a:lnTo>
                  <a:lnTo>
                    <a:pt x="407288" y="438530"/>
                  </a:lnTo>
                  <a:lnTo>
                    <a:pt x="366140" y="438530"/>
                  </a:lnTo>
                  <a:lnTo>
                    <a:pt x="324992" y="438530"/>
                  </a:lnTo>
                  <a:lnTo>
                    <a:pt x="283844" y="438530"/>
                  </a:lnTo>
                  <a:lnTo>
                    <a:pt x="242696" y="438530"/>
                  </a:lnTo>
                  <a:lnTo>
                    <a:pt x="240488" y="418814"/>
                  </a:lnTo>
                  <a:lnTo>
                    <a:pt x="238267" y="399097"/>
                  </a:lnTo>
                  <a:lnTo>
                    <a:pt x="236071" y="379380"/>
                  </a:lnTo>
                  <a:lnTo>
                    <a:pt x="233933" y="359663"/>
                  </a:lnTo>
                  <a:lnTo>
                    <a:pt x="219551" y="359663"/>
                  </a:lnTo>
                  <a:lnTo>
                    <a:pt x="205168" y="359663"/>
                  </a:lnTo>
                  <a:lnTo>
                    <a:pt x="190785" y="359663"/>
                  </a:lnTo>
                  <a:lnTo>
                    <a:pt x="176402" y="359663"/>
                  </a:lnTo>
                  <a:lnTo>
                    <a:pt x="173980" y="379380"/>
                  </a:lnTo>
                  <a:lnTo>
                    <a:pt x="171497" y="399097"/>
                  </a:lnTo>
                  <a:lnTo>
                    <a:pt x="168991" y="418814"/>
                  </a:lnTo>
                  <a:lnTo>
                    <a:pt x="166496" y="438530"/>
                  </a:lnTo>
                  <a:lnTo>
                    <a:pt x="124872" y="438530"/>
                  </a:lnTo>
                  <a:lnTo>
                    <a:pt x="83248" y="438530"/>
                  </a:lnTo>
                  <a:lnTo>
                    <a:pt x="41624" y="438530"/>
                  </a:lnTo>
                  <a:lnTo>
                    <a:pt x="0" y="438530"/>
                  </a:lnTo>
                  <a:lnTo>
                    <a:pt x="8993" y="389776"/>
                  </a:lnTo>
                  <a:lnTo>
                    <a:pt x="18090" y="341043"/>
                  </a:lnTo>
                  <a:lnTo>
                    <a:pt x="27262" y="292325"/>
                  </a:lnTo>
                  <a:lnTo>
                    <a:pt x="36481" y="243617"/>
                  </a:lnTo>
                  <a:lnTo>
                    <a:pt x="45719" y="194913"/>
                  </a:lnTo>
                  <a:lnTo>
                    <a:pt x="54948" y="146205"/>
                  </a:lnTo>
                  <a:lnTo>
                    <a:pt x="64139" y="97487"/>
                  </a:lnTo>
                  <a:lnTo>
                    <a:pt x="73264" y="48754"/>
                  </a:lnTo>
                  <a:lnTo>
                    <a:pt x="82295" y="0"/>
                  </a:lnTo>
                  <a:lnTo>
                    <a:pt x="128854" y="0"/>
                  </a:lnTo>
                  <a:lnTo>
                    <a:pt x="175412" y="0"/>
                  </a:lnTo>
                  <a:lnTo>
                    <a:pt x="221970" y="0"/>
                  </a:lnTo>
                  <a:lnTo>
                    <a:pt x="268528" y="0"/>
                  </a:lnTo>
                  <a:lnTo>
                    <a:pt x="315087" y="0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4626" y="806068"/>
              <a:ext cx="74675" cy="2032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752596" y="717803"/>
              <a:ext cx="970915" cy="448309"/>
            </a:xfrm>
            <a:custGeom>
              <a:avLst/>
              <a:gdLst/>
              <a:ahLst/>
              <a:cxnLst/>
              <a:rect l="l" t="t" r="r" b="b"/>
              <a:pathLst>
                <a:path w="970914" h="448309">
                  <a:moveTo>
                    <a:pt x="368680" y="0"/>
                  </a:moveTo>
                  <a:lnTo>
                    <a:pt x="368680" y="0"/>
                  </a:lnTo>
                  <a:lnTo>
                    <a:pt x="368680" y="293115"/>
                  </a:lnTo>
                  <a:lnTo>
                    <a:pt x="368375" y="316192"/>
                  </a:lnTo>
                  <a:lnTo>
                    <a:pt x="363981" y="362965"/>
                  </a:lnTo>
                  <a:lnTo>
                    <a:pt x="336930" y="404367"/>
                  </a:lnTo>
                  <a:lnTo>
                    <a:pt x="295032" y="430460"/>
                  </a:lnTo>
                  <a:lnTo>
                    <a:pt x="258093" y="441533"/>
                  </a:lnTo>
                  <a:lnTo>
                    <a:pt x="214433" y="447109"/>
                  </a:lnTo>
                  <a:lnTo>
                    <a:pt x="190245" y="447801"/>
                  </a:lnTo>
                  <a:lnTo>
                    <a:pt x="163264" y="447008"/>
                  </a:lnTo>
                  <a:lnTo>
                    <a:pt x="114254" y="440515"/>
                  </a:lnTo>
                  <a:lnTo>
                    <a:pt x="72368" y="427636"/>
                  </a:lnTo>
                  <a:lnTo>
                    <a:pt x="28701" y="400811"/>
                  </a:lnTo>
                  <a:lnTo>
                    <a:pt x="6788" y="368147"/>
                  </a:lnTo>
                  <a:lnTo>
                    <a:pt x="904" y="320865"/>
                  </a:lnTo>
                  <a:lnTo>
                    <a:pt x="0" y="259460"/>
                  </a:lnTo>
                  <a:lnTo>
                    <a:pt x="0" y="207568"/>
                  </a:lnTo>
                  <a:lnTo>
                    <a:pt x="0" y="155676"/>
                  </a:lnTo>
                  <a:lnTo>
                    <a:pt x="0" y="103784"/>
                  </a:lnTo>
                  <a:lnTo>
                    <a:pt x="0" y="51892"/>
                  </a:lnTo>
                  <a:lnTo>
                    <a:pt x="0" y="0"/>
                  </a:lnTo>
                  <a:lnTo>
                    <a:pt x="40290" y="0"/>
                  </a:lnTo>
                  <a:lnTo>
                    <a:pt x="80581" y="0"/>
                  </a:lnTo>
                  <a:lnTo>
                    <a:pt x="120872" y="0"/>
                  </a:lnTo>
                  <a:lnTo>
                    <a:pt x="161162" y="0"/>
                  </a:lnTo>
                  <a:lnTo>
                    <a:pt x="161162" y="54800"/>
                  </a:lnTo>
                  <a:lnTo>
                    <a:pt x="161162" y="328802"/>
                  </a:lnTo>
                  <a:lnTo>
                    <a:pt x="161448" y="341929"/>
                  </a:lnTo>
                  <a:lnTo>
                    <a:pt x="174498" y="373506"/>
                  </a:lnTo>
                  <a:lnTo>
                    <a:pt x="183387" y="373506"/>
                  </a:lnTo>
                  <a:lnTo>
                    <a:pt x="193675" y="373506"/>
                  </a:lnTo>
                  <a:lnTo>
                    <a:pt x="207517" y="323214"/>
                  </a:lnTo>
                  <a:lnTo>
                    <a:pt x="207517" y="269313"/>
                  </a:lnTo>
                  <a:lnTo>
                    <a:pt x="207517" y="215429"/>
                  </a:lnTo>
                  <a:lnTo>
                    <a:pt x="207517" y="161559"/>
                  </a:lnTo>
                  <a:lnTo>
                    <a:pt x="207517" y="107700"/>
                  </a:lnTo>
                  <a:lnTo>
                    <a:pt x="207517" y="53848"/>
                  </a:lnTo>
                  <a:lnTo>
                    <a:pt x="207517" y="0"/>
                  </a:lnTo>
                  <a:lnTo>
                    <a:pt x="247808" y="0"/>
                  </a:lnTo>
                  <a:lnTo>
                    <a:pt x="288099" y="0"/>
                  </a:lnTo>
                  <a:lnTo>
                    <a:pt x="328390" y="0"/>
                  </a:lnTo>
                  <a:lnTo>
                    <a:pt x="368680" y="0"/>
                  </a:lnTo>
                  <a:close/>
                </a:path>
                <a:path w="970914" h="448309">
                  <a:moveTo>
                    <a:pt x="757554" y="0"/>
                  </a:moveTo>
                  <a:lnTo>
                    <a:pt x="743489" y="48535"/>
                  </a:lnTo>
                  <a:lnTo>
                    <a:pt x="729233" y="97012"/>
                  </a:lnTo>
                  <a:lnTo>
                    <a:pt x="714978" y="145464"/>
                  </a:lnTo>
                  <a:lnTo>
                    <a:pt x="700913" y="193928"/>
                  </a:lnTo>
                  <a:lnTo>
                    <a:pt x="717835" y="242885"/>
                  </a:lnTo>
                  <a:lnTo>
                    <a:pt x="734977" y="291788"/>
                  </a:lnTo>
                  <a:lnTo>
                    <a:pt x="752192" y="340671"/>
                  </a:lnTo>
                  <a:lnTo>
                    <a:pt x="769334" y="389574"/>
                  </a:lnTo>
                  <a:lnTo>
                    <a:pt x="786256" y="438530"/>
                  </a:lnTo>
                  <a:lnTo>
                    <a:pt x="748920" y="438530"/>
                  </a:lnTo>
                  <a:lnTo>
                    <a:pt x="711596" y="438530"/>
                  </a:lnTo>
                  <a:lnTo>
                    <a:pt x="674296" y="438530"/>
                  </a:lnTo>
                  <a:lnTo>
                    <a:pt x="637031" y="438530"/>
                  </a:lnTo>
                  <a:lnTo>
                    <a:pt x="623978" y="403977"/>
                  </a:lnTo>
                  <a:lnTo>
                    <a:pt x="611377" y="365839"/>
                  </a:lnTo>
                  <a:lnTo>
                    <a:pt x="599348" y="324105"/>
                  </a:lnTo>
                  <a:lnTo>
                    <a:pt x="588009" y="278764"/>
                  </a:lnTo>
                  <a:lnTo>
                    <a:pt x="584602" y="299936"/>
                  </a:lnTo>
                  <a:lnTo>
                    <a:pt x="580659" y="321738"/>
                  </a:lnTo>
                  <a:lnTo>
                    <a:pt x="576169" y="344183"/>
                  </a:lnTo>
                  <a:lnTo>
                    <a:pt x="571118" y="367283"/>
                  </a:lnTo>
                  <a:lnTo>
                    <a:pt x="567344" y="385077"/>
                  </a:lnTo>
                  <a:lnTo>
                    <a:pt x="563498" y="402859"/>
                  </a:lnTo>
                  <a:lnTo>
                    <a:pt x="559653" y="420665"/>
                  </a:lnTo>
                  <a:lnTo>
                    <a:pt x="555878" y="438530"/>
                  </a:lnTo>
                  <a:lnTo>
                    <a:pt x="516582" y="438530"/>
                  </a:lnTo>
                  <a:lnTo>
                    <a:pt x="477345" y="438530"/>
                  </a:lnTo>
                  <a:lnTo>
                    <a:pt x="438132" y="438530"/>
                  </a:lnTo>
                  <a:lnTo>
                    <a:pt x="398906" y="438530"/>
                  </a:lnTo>
                  <a:lnTo>
                    <a:pt x="410518" y="389574"/>
                  </a:lnTo>
                  <a:lnTo>
                    <a:pt x="422277" y="340671"/>
                  </a:lnTo>
                  <a:lnTo>
                    <a:pt x="434083" y="291788"/>
                  </a:lnTo>
                  <a:lnTo>
                    <a:pt x="445842" y="242885"/>
                  </a:lnTo>
                  <a:lnTo>
                    <a:pt x="457453" y="193928"/>
                  </a:lnTo>
                  <a:lnTo>
                    <a:pt x="442912" y="145464"/>
                  </a:lnTo>
                  <a:lnTo>
                    <a:pt x="428180" y="97012"/>
                  </a:lnTo>
                  <a:lnTo>
                    <a:pt x="413448" y="48535"/>
                  </a:lnTo>
                  <a:lnTo>
                    <a:pt x="398906" y="0"/>
                  </a:lnTo>
                  <a:lnTo>
                    <a:pt x="437864" y="0"/>
                  </a:lnTo>
                  <a:lnTo>
                    <a:pt x="476821" y="0"/>
                  </a:lnTo>
                  <a:lnTo>
                    <a:pt x="515778" y="0"/>
                  </a:lnTo>
                  <a:lnTo>
                    <a:pt x="554736" y="0"/>
                  </a:lnTo>
                  <a:lnTo>
                    <a:pt x="557266" y="10604"/>
                  </a:lnTo>
                  <a:lnTo>
                    <a:pt x="560974" y="24161"/>
                  </a:lnTo>
                  <a:lnTo>
                    <a:pt x="565755" y="40719"/>
                  </a:lnTo>
                  <a:lnTo>
                    <a:pt x="571500" y="60325"/>
                  </a:lnTo>
                  <a:lnTo>
                    <a:pt x="576222" y="76112"/>
                  </a:lnTo>
                  <a:lnTo>
                    <a:pt x="580612" y="91281"/>
                  </a:lnTo>
                  <a:lnTo>
                    <a:pt x="584573" y="105830"/>
                  </a:lnTo>
                  <a:lnTo>
                    <a:pt x="588009" y="119760"/>
                  </a:lnTo>
                  <a:lnTo>
                    <a:pt x="596584" y="89796"/>
                  </a:lnTo>
                  <a:lnTo>
                    <a:pt x="605266" y="59880"/>
                  </a:lnTo>
                  <a:lnTo>
                    <a:pt x="613923" y="29964"/>
                  </a:lnTo>
                  <a:lnTo>
                    <a:pt x="622426" y="0"/>
                  </a:lnTo>
                  <a:lnTo>
                    <a:pt x="656238" y="0"/>
                  </a:lnTo>
                  <a:lnTo>
                    <a:pt x="690038" y="0"/>
                  </a:lnTo>
                  <a:lnTo>
                    <a:pt x="723814" y="0"/>
                  </a:lnTo>
                  <a:lnTo>
                    <a:pt x="757554" y="0"/>
                  </a:lnTo>
                  <a:close/>
                </a:path>
                <a:path w="970914" h="448309">
                  <a:moveTo>
                    <a:pt x="970406" y="0"/>
                  </a:moveTo>
                  <a:lnTo>
                    <a:pt x="970406" y="0"/>
                  </a:lnTo>
                  <a:lnTo>
                    <a:pt x="970406" y="438530"/>
                  </a:lnTo>
                  <a:lnTo>
                    <a:pt x="930116" y="438530"/>
                  </a:lnTo>
                  <a:lnTo>
                    <a:pt x="889825" y="438530"/>
                  </a:lnTo>
                  <a:lnTo>
                    <a:pt x="849534" y="438530"/>
                  </a:lnTo>
                  <a:lnTo>
                    <a:pt x="809243" y="438530"/>
                  </a:lnTo>
                  <a:lnTo>
                    <a:pt x="809243" y="389805"/>
                  </a:lnTo>
                  <a:lnTo>
                    <a:pt x="809243" y="0"/>
                  </a:lnTo>
                  <a:lnTo>
                    <a:pt x="849534" y="0"/>
                  </a:lnTo>
                  <a:lnTo>
                    <a:pt x="889825" y="0"/>
                  </a:lnTo>
                  <a:lnTo>
                    <a:pt x="930116" y="0"/>
                  </a:lnTo>
                  <a:lnTo>
                    <a:pt x="970406" y="0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778121" y="699134"/>
            <a:ext cx="2193290" cy="476250"/>
            <a:chOff x="4778121" y="699134"/>
            <a:chExt cx="2193290" cy="476250"/>
          </a:xfrm>
        </p:grpSpPr>
        <p:sp>
          <p:nvSpPr>
            <p:cNvPr id="13" name="object 13"/>
            <p:cNvSpPr/>
            <p:nvPr/>
          </p:nvSpPr>
          <p:spPr>
            <a:xfrm>
              <a:off x="4787646" y="708659"/>
              <a:ext cx="2174240" cy="457200"/>
            </a:xfrm>
            <a:custGeom>
              <a:avLst/>
              <a:gdLst/>
              <a:ahLst/>
              <a:cxnLst/>
              <a:rect l="l" t="t" r="r" b="b"/>
              <a:pathLst>
                <a:path w="2174240" h="457200">
                  <a:moveTo>
                    <a:pt x="259207" y="359410"/>
                  </a:moveTo>
                  <a:lnTo>
                    <a:pt x="161163" y="359410"/>
                  </a:lnTo>
                  <a:lnTo>
                    <a:pt x="161163" y="8890"/>
                  </a:lnTo>
                  <a:lnTo>
                    <a:pt x="0" y="8890"/>
                  </a:lnTo>
                  <a:lnTo>
                    <a:pt x="0" y="359410"/>
                  </a:lnTo>
                  <a:lnTo>
                    <a:pt x="0" y="448310"/>
                  </a:lnTo>
                  <a:lnTo>
                    <a:pt x="259207" y="448310"/>
                  </a:lnTo>
                  <a:lnTo>
                    <a:pt x="259207" y="359410"/>
                  </a:lnTo>
                  <a:close/>
                </a:path>
                <a:path w="2174240" h="457200">
                  <a:moveTo>
                    <a:pt x="459486" y="9144"/>
                  </a:moveTo>
                  <a:lnTo>
                    <a:pt x="298323" y="9144"/>
                  </a:lnTo>
                  <a:lnTo>
                    <a:pt x="298323" y="447675"/>
                  </a:lnTo>
                  <a:lnTo>
                    <a:pt x="459486" y="447675"/>
                  </a:lnTo>
                  <a:lnTo>
                    <a:pt x="459486" y="9144"/>
                  </a:lnTo>
                  <a:close/>
                </a:path>
                <a:path w="2174240" h="457200">
                  <a:moveTo>
                    <a:pt x="894715" y="447675"/>
                  </a:moveTo>
                  <a:lnTo>
                    <a:pt x="884580" y="398932"/>
                  </a:lnTo>
                  <a:lnTo>
                    <a:pt x="878255" y="368808"/>
                  </a:lnTo>
                  <a:lnTo>
                    <a:pt x="874356" y="350189"/>
                  </a:lnTo>
                  <a:lnTo>
                    <a:pt x="861860" y="291084"/>
                  </a:lnTo>
                  <a:lnTo>
                    <a:pt x="833069" y="155359"/>
                  </a:lnTo>
                  <a:lnTo>
                    <a:pt x="822858" y="106934"/>
                  </a:lnTo>
                  <a:lnTo>
                    <a:pt x="812596" y="57899"/>
                  </a:lnTo>
                  <a:lnTo>
                    <a:pt x="802513" y="9144"/>
                  </a:lnTo>
                  <a:lnTo>
                    <a:pt x="717169" y="9144"/>
                  </a:lnTo>
                  <a:lnTo>
                    <a:pt x="717169" y="291084"/>
                  </a:lnTo>
                  <a:lnTo>
                    <a:pt x="661543" y="291084"/>
                  </a:lnTo>
                  <a:lnTo>
                    <a:pt x="672553" y="216115"/>
                  </a:lnTo>
                  <a:lnTo>
                    <a:pt x="681469" y="165836"/>
                  </a:lnTo>
                  <a:lnTo>
                    <a:pt x="692531" y="106934"/>
                  </a:lnTo>
                  <a:lnTo>
                    <a:pt x="698576" y="159613"/>
                  </a:lnTo>
                  <a:lnTo>
                    <a:pt x="704799" y="207873"/>
                  </a:lnTo>
                  <a:lnTo>
                    <a:pt x="711047" y="251714"/>
                  </a:lnTo>
                  <a:lnTo>
                    <a:pt x="717169" y="291084"/>
                  </a:lnTo>
                  <a:lnTo>
                    <a:pt x="717169" y="9144"/>
                  </a:lnTo>
                  <a:lnTo>
                    <a:pt x="569722" y="9144"/>
                  </a:lnTo>
                  <a:lnTo>
                    <a:pt x="560679" y="57899"/>
                  </a:lnTo>
                  <a:lnTo>
                    <a:pt x="551561" y="106641"/>
                  </a:lnTo>
                  <a:lnTo>
                    <a:pt x="542366" y="155359"/>
                  </a:lnTo>
                  <a:lnTo>
                    <a:pt x="514680" y="301472"/>
                  </a:lnTo>
                  <a:lnTo>
                    <a:pt x="505510" y="350189"/>
                  </a:lnTo>
                  <a:lnTo>
                    <a:pt x="496417" y="398932"/>
                  </a:lnTo>
                  <a:lnTo>
                    <a:pt x="487426" y="447675"/>
                  </a:lnTo>
                  <a:lnTo>
                    <a:pt x="653923" y="447675"/>
                  </a:lnTo>
                  <a:lnTo>
                    <a:pt x="663829" y="368808"/>
                  </a:lnTo>
                  <a:lnTo>
                    <a:pt x="721233" y="368808"/>
                  </a:lnTo>
                  <a:lnTo>
                    <a:pt x="730123" y="447675"/>
                  </a:lnTo>
                  <a:lnTo>
                    <a:pt x="894715" y="447675"/>
                  </a:lnTo>
                  <a:close/>
                </a:path>
                <a:path w="2174240" h="457200">
                  <a:moveTo>
                    <a:pt x="1282065" y="128905"/>
                  </a:moveTo>
                  <a:lnTo>
                    <a:pt x="1280464" y="102793"/>
                  </a:lnTo>
                  <a:lnTo>
                    <a:pt x="1276604" y="84607"/>
                  </a:lnTo>
                  <a:lnTo>
                    <a:pt x="1276527" y="84201"/>
                  </a:lnTo>
                  <a:lnTo>
                    <a:pt x="1256919" y="47117"/>
                  </a:lnTo>
                  <a:lnTo>
                    <a:pt x="1210195" y="19621"/>
                  </a:lnTo>
                  <a:lnTo>
                    <a:pt x="1166075" y="12687"/>
                  </a:lnTo>
                  <a:lnTo>
                    <a:pt x="1132459" y="10756"/>
                  </a:lnTo>
                  <a:lnTo>
                    <a:pt x="1132459" y="117983"/>
                  </a:lnTo>
                  <a:lnTo>
                    <a:pt x="1132459" y="142113"/>
                  </a:lnTo>
                  <a:lnTo>
                    <a:pt x="1115225" y="178638"/>
                  </a:lnTo>
                  <a:lnTo>
                    <a:pt x="1083437" y="181737"/>
                  </a:lnTo>
                  <a:lnTo>
                    <a:pt x="1083437" y="84201"/>
                  </a:lnTo>
                  <a:lnTo>
                    <a:pt x="1122045" y="90678"/>
                  </a:lnTo>
                  <a:lnTo>
                    <a:pt x="1132459" y="117983"/>
                  </a:lnTo>
                  <a:lnTo>
                    <a:pt x="1132459" y="10756"/>
                  </a:lnTo>
                  <a:lnTo>
                    <a:pt x="1132039" y="10731"/>
                  </a:lnTo>
                  <a:lnTo>
                    <a:pt x="1088809" y="9550"/>
                  </a:lnTo>
                  <a:lnTo>
                    <a:pt x="1036320" y="9144"/>
                  </a:lnTo>
                  <a:lnTo>
                    <a:pt x="922274" y="9144"/>
                  </a:lnTo>
                  <a:lnTo>
                    <a:pt x="922274" y="447675"/>
                  </a:lnTo>
                  <a:lnTo>
                    <a:pt x="1083437" y="447675"/>
                  </a:lnTo>
                  <a:lnTo>
                    <a:pt x="1083437" y="249936"/>
                  </a:lnTo>
                  <a:lnTo>
                    <a:pt x="1098473" y="250444"/>
                  </a:lnTo>
                  <a:lnTo>
                    <a:pt x="1130503" y="273456"/>
                  </a:lnTo>
                  <a:lnTo>
                    <a:pt x="1132459" y="302006"/>
                  </a:lnTo>
                  <a:lnTo>
                    <a:pt x="1132459" y="447675"/>
                  </a:lnTo>
                  <a:lnTo>
                    <a:pt x="1282065" y="447675"/>
                  </a:lnTo>
                  <a:lnTo>
                    <a:pt x="1282065" y="331978"/>
                  </a:lnTo>
                  <a:lnTo>
                    <a:pt x="1281836" y="308000"/>
                  </a:lnTo>
                  <a:lnTo>
                    <a:pt x="1278255" y="267081"/>
                  </a:lnTo>
                  <a:lnTo>
                    <a:pt x="1266698" y="249936"/>
                  </a:lnTo>
                  <a:lnTo>
                    <a:pt x="1265135" y="248221"/>
                  </a:lnTo>
                  <a:lnTo>
                    <a:pt x="1215186" y="223393"/>
                  </a:lnTo>
                  <a:lnTo>
                    <a:pt x="1193292" y="218821"/>
                  </a:lnTo>
                  <a:lnTo>
                    <a:pt x="1217587" y="216103"/>
                  </a:lnTo>
                  <a:lnTo>
                    <a:pt x="1264158" y="197612"/>
                  </a:lnTo>
                  <a:lnTo>
                    <a:pt x="1273733" y="181737"/>
                  </a:lnTo>
                  <a:lnTo>
                    <a:pt x="1277493" y="171640"/>
                  </a:lnTo>
                  <a:lnTo>
                    <a:pt x="1280909" y="152361"/>
                  </a:lnTo>
                  <a:lnTo>
                    <a:pt x="1282065" y="128905"/>
                  </a:lnTo>
                  <a:close/>
                </a:path>
                <a:path w="2174240" h="457200">
                  <a:moveTo>
                    <a:pt x="1623949" y="359410"/>
                  </a:moveTo>
                  <a:lnTo>
                    <a:pt x="1505712" y="359410"/>
                  </a:lnTo>
                  <a:lnTo>
                    <a:pt x="1505712" y="262890"/>
                  </a:lnTo>
                  <a:lnTo>
                    <a:pt x="1606296" y="262890"/>
                  </a:lnTo>
                  <a:lnTo>
                    <a:pt x="1606296" y="180340"/>
                  </a:lnTo>
                  <a:lnTo>
                    <a:pt x="1505712" y="180340"/>
                  </a:lnTo>
                  <a:lnTo>
                    <a:pt x="1505712" y="96520"/>
                  </a:lnTo>
                  <a:lnTo>
                    <a:pt x="1613281" y="96520"/>
                  </a:lnTo>
                  <a:lnTo>
                    <a:pt x="1613281" y="8890"/>
                  </a:lnTo>
                  <a:lnTo>
                    <a:pt x="1344549" y="8890"/>
                  </a:lnTo>
                  <a:lnTo>
                    <a:pt x="1344549" y="96520"/>
                  </a:lnTo>
                  <a:lnTo>
                    <a:pt x="1344549" y="180340"/>
                  </a:lnTo>
                  <a:lnTo>
                    <a:pt x="1344549" y="262890"/>
                  </a:lnTo>
                  <a:lnTo>
                    <a:pt x="1344549" y="359410"/>
                  </a:lnTo>
                  <a:lnTo>
                    <a:pt x="1344549" y="448310"/>
                  </a:lnTo>
                  <a:lnTo>
                    <a:pt x="1623949" y="448310"/>
                  </a:lnTo>
                  <a:lnTo>
                    <a:pt x="1623949" y="359410"/>
                  </a:lnTo>
                  <a:close/>
                </a:path>
                <a:path w="2174240" h="457200">
                  <a:moveTo>
                    <a:pt x="2025142" y="335534"/>
                  </a:moveTo>
                  <a:lnTo>
                    <a:pt x="2018118" y="279958"/>
                  </a:lnTo>
                  <a:lnTo>
                    <a:pt x="1997202" y="242189"/>
                  </a:lnTo>
                  <a:lnTo>
                    <a:pt x="1949208" y="209270"/>
                  </a:lnTo>
                  <a:lnTo>
                    <a:pt x="1910207" y="189826"/>
                  </a:lnTo>
                  <a:lnTo>
                    <a:pt x="1861299" y="168148"/>
                  </a:lnTo>
                  <a:lnTo>
                    <a:pt x="1844433" y="160426"/>
                  </a:lnTo>
                  <a:lnTo>
                    <a:pt x="1812264" y="135140"/>
                  </a:lnTo>
                  <a:lnTo>
                    <a:pt x="1807718" y="108331"/>
                  </a:lnTo>
                  <a:lnTo>
                    <a:pt x="1808226" y="100304"/>
                  </a:lnTo>
                  <a:lnTo>
                    <a:pt x="1827657" y="74168"/>
                  </a:lnTo>
                  <a:lnTo>
                    <a:pt x="1845945" y="74168"/>
                  </a:lnTo>
                  <a:lnTo>
                    <a:pt x="1862074" y="109347"/>
                  </a:lnTo>
                  <a:lnTo>
                    <a:pt x="1862074" y="141859"/>
                  </a:lnTo>
                  <a:lnTo>
                    <a:pt x="2011807" y="141859"/>
                  </a:lnTo>
                  <a:lnTo>
                    <a:pt x="2011807" y="124460"/>
                  </a:lnTo>
                  <a:lnTo>
                    <a:pt x="2010905" y="100215"/>
                  </a:lnTo>
                  <a:lnTo>
                    <a:pt x="1997583" y="50292"/>
                  </a:lnTo>
                  <a:lnTo>
                    <a:pt x="1959216" y="22021"/>
                  </a:lnTo>
                  <a:lnTo>
                    <a:pt x="1915731" y="8039"/>
                  </a:lnTo>
                  <a:lnTo>
                    <a:pt x="1862074" y="889"/>
                  </a:lnTo>
                  <a:lnTo>
                    <a:pt x="1831848" y="0"/>
                  </a:lnTo>
                  <a:lnTo>
                    <a:pt x="1804200" y="800"/>
                  </a:lnTo>
                  <a:lnTo>
                    <a:pt x="1755152" y="7239"/>
                  </a:lnTo>
                  <a:lnTo>
                    <a:pt x="1714893" y="20281"/>
                  </a:lnTo>
                  <a:lnTo>
                    <a:pt x="1675257" y="49530"/>
                  </a:lnTo>
                  <a:lnTo>
                    <a:pt x="1658010" y="99669"/>
                  </a:lnTo>
                  <a:lnTo>
                    <a:pt x="1656842" y="123190"/>
                  </a:lnTo>
                  <a:lnTo>
                    <a:pt x="1657667" y="139915"/>
                  </a:lnTo>
                  <a:lnTo>
                    <a:pt x="1669796" y="180594"/>
                  </a:lnTo>
                  <a:lnTo>
                    <a:pt x="1702054" y="215900"/>
                  </a:lnTo>
                  <a:lnTo>
                    <a:pt x="1754174" y="243446"/>
                  </a:lnTo>
                  <a:lnTo>
                    <a:pt x="1808899" y="269811"/>
                  </a:lnTo>
                  <a:lnTo>
                    <a:pt x="1830539" y="280758"/>
                  </a:lnTo>
                  <a:lnTo>
                    <a:pt x="1863610" y="304165"/>
                  </a:lnTo>
                  <a:lnTo>
                    <a:pt x="1871980" y="347091"/>
                  </a:lnTo>
                  <a:lnTo>
                    <a:pt x="1871484" y="355333"/>
                  </a:lnTo>
                  <a:lnTo>
                    <a:pt x="1840230" y="382651"/>
                  </a:lnTo>
                  <a:lnTo>
                    <a:pt x="1829549" y="382651"/>
                  </a:lnTo>
                  <a:lnTo>
                    <a:pt x="1811528" y="343916"/>
                  </a:lnTo>
                  <a:lnTo>
                    <a:pt x="1811528" y="290576"/>
                  </a:lnTo>
                  <a:lnTo>
                    <a:pt x="1661922" y="290576"/>
                  </a:lnTo>
                  <a:lnTo>
                    <a:pt x="1661922" y="319278"/>
                  </a:lnTo>
                  <a:lnTo>
                    <a:pt x="1662798" y="342480"/>
                  </a:lnTo>
                  <a:lnTo>
                    <a:pt x="1669846" y="380530"/>
                  </a:lnTo>
                  <a:lnTo>
                    <a:pt x="1698091" y="419785"/>
                  </a:lnTo>
                  <a:lnTo>
                    <a:pt x="1736077" y="439547"/>
                  </a:lnTo>
                  <a:lnTo>
                    <a:pt x="1786293" y="452678"/>
                  </a:lnTo>
                  <a:lnTo>
                    <a:pt x="1846326" y="456946"/>
                  </a:lnTo>
                  <a:lnTo>
                    <a:pt x="1875015" y="456006"/>
                  </a:lnTo>
                  <a:lnTo>
                    <a:pt x="1926717" y="448386"/>
                  </a:lnTo>
                  <a:lnTo>
                    <a:pt x="1970087" y="433743"/>
                  </a:lnTo>
                  <a:lnTo>
                    <a:pt x="2009775" y="404495"/>
                  </a:lnTo>
                  <a:lnTo>
                    <a:pt x="2024176" y="357352"/>
                  </a:lnTo>
                  <a:lnTo>
                    <a:pt x="2025142" y="335534"/>
                  </a:lnTo>
                  <a:close/>
                </a:path>
                <a:path w="2174240" h="457200">
                  <a:moveTo>
                    <a:pt x="2174113" y="358267"/>
                  </a:moveTo>
                  <a:lnTo>
                    <a:pt x="2057273" y="358267"/>
                  </a:lnTo>
                  <a:lnTo>
                    <a:pt x="2057273" y="447675"/>
                  </a:lnTo>
                  <a:lnTo>
                    <a:pt x="2174113" y="447675"/>
                  </a:lnTo>
                  <a:lnTo>
                    <a:pt x="2174113" y="358267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87646" y="717803"/>
              <a:ext cx="894715" cy="438784"/>
            </a:xfrm>
            <a:custGeom>
              <a:avLst/>
              <a:gdLst/>
              <a:ahLst/>
              <a:cxnLst/>
              <a:rect l="l" t="t" r="r" b="b"/>
              <a:pathLst>
                <a:path w="894714" h="438784">
                  <a:moveTo>
                    <a:pt x="161162" y="0"/>
                  </a:moveTo>
                  <a:lnTo>
                    <a:pt x="161162" y="0"/>
                  </a:lnTo>
                  <a:lnTo>
                    <a:pt x="161162" y="350774"/>
                  </a:lnTo>
                  <a:lnTo>
                    <a:pt x="185662" y="350774"/>
                  </a:lnTo>
                  <a:lnTo>
                    <a:pt x="210184" y="350774"/>
                  </a:lnTo>
                  <a:lnTo>
                    <a:pt x="234707" y="350774"/>
                  </a:lnTo>
                  <a:lnTo>
                    <a:pt x="259206" y="350774"/>
                  </a:lnTo>
                  <a:lnTo>
                    <a:pt x="259206" y="372701"/>
                  </a:lnTo>
                  <a:lnTo>
                    <a:pt x="259206" y="394652"/>
                  </a:lnTo>
                  <a:lnTo>
                    <a:pt x="259206" y="416603"/>
                  </a:lnTo>
                  <a:lnTo>
                    <a:pt x="259206" y="438530"/>
                  </a:lnTo>
                  <a:lnTo>
                    <a:pt x="207377" y="438530"/>
                  </a:lnTo>
                  <a:lnTo>
                    <a:pt x="155530" y="438530"/>
                  </a:lnTo>
                  <a:lnTo>
                    <a:pt x="103676" y="438530"/>
                  </a:lnTo>
                  <a:lnTo>
                    <a:pt x="51829" y="438530"/>
                  </a:lnTo>
                  <a:lnTo>
                    <a:pt x="0" y="438530"/>
                  </a:lnTo>
                  <a:lnTo>
                    <a:pt x="0" y="389805"/>
                  </a:lnTo>
                  <a:lnTo>
                    <a:pt x="0" y="0"/>
                  </a:lnTo>
                  <a:lnTo>
                    <a:pt x="40290" y="0"/>
                  </a:lnTo>
                  <a:lnTo>
                    <a:pt x="80581" y="0"/>
                  </a:lnTo>
                  <a:lnTo>
                    <a:pt x="120872" y="0"/>
                  </a:lnTo>
                  <a:lnTo>
                    <a:pt x="161162" y="0"/>
                  </a:lnTo>
                  <a:close/>
                </a:path>
                <a:path w="894714" h="438784">
                  <a:moveTo>
                    <a:pt x="459486" y="0"/>
                  </a:moveTo>
                  <a:lnTo>
                    <a:pt x="459486" y="0"/>
                  </a:lnTo>
                  <a:lnTo>
                    <a:pt x="459486" y="438530"/>
                  </a:lnTo>
                  <a:lnTo>
                    <a:pt x="419195" y="438530"/>
                  </a:lnTo>
                  <a:lnTo>
                    <a:pt x="378904" y="438530"/>
                  </a:lnTo>
                  <a:lnTo>
                    <a:pt x="338613" y="438530"/>
                  </a:lnTo>
                  <a:lnTo>
                    <a:pt x="298323" y="438530"/>
                  </a:lnTo>
                  <a:lnTo>
                    <a:pt x="298323" y="389805"/>
                  </a:lnTo>
                  <a:lnTo>
                    <a:pt x="298323" y="0"/>
                  </a:lnTo>
                  <a:lnTo>
                    <a:pt x="338613" y="0"/>
                  </a:lnTo>
                  <a:lnTo>
                    <a:pt x="378904" y="0"/>
                  </a:lnTo>
                  <a:lnTo>
                    <a:pt x="419195" y="0"/>
                  </a:lnTo>
                  <a:lnTo>
                    <a:pt x="459486" y="0"/>
                  </a:lnTo>
                  <a:close/>
                </a:path>
                <a:path w="894714" h="438784">
                  <a:moveTo>
                    <a:pt x="802513" y="0"/>
                  </a:moveTo>
                  <a:lnTo>
                    <a:pt x="812607" y="48754"/>
                  </a:lnTo>
                  <a:lnTo>
                    <a:pt x="822804" y="97487"/>
                  </a:lnTo>
                  <a:lnTo>
                    <a:pt x="833077" y="146205"/>
                  </a:lnTo>
                  <a:lnTo>
                    <a:pt x="843397" y="194913"/>
                  </a:lnTo>
                  <a:lnTo>
                    <a:pt x="853736" y="243617"/>
                  </a:lnTo>
                  <a:lnTo>
                    <a:pt x="864065" y="292325"/>
                  </a:lnTo>
                  <a:lnTo>
                    <a:pt x="874357" y="341043"/>
                  </a:lnTo>
                  <a:lnTo>
                    <a:pt x="884583" y="389776"/>
                  </a:lnTo>
                  <a:lnTo>
                    <a:pt x="894714" y="438530"/>
                  </a:lnTo>
                  <a:lnTo>
                    <a:pt x="853513" y="438530"/>
                  </a:lnTo>
                  <a:lnTo>
                    <a:pt x="812371" y="438530"/>
                  </a:lnTo>
                  <a:lnTo>
                    <a:pt x="771253" y="438530"/>
                  </a:lnTo>
                  <a:lnTo>
                    <a:pt x="730123" y="438530"/>
                  </a:lnTo>
                  <a:lnTo>
                    <a:pt x="727912" y="418814"/>
                  </a:lnTo>
                  <a:lnTo>
                    <a:pt x="725677" y="399097"/>
                  </a:lnTo>
                  <a:lnTo>
                    <a:pt x="723443" y="379380"/>
                  </a:lnTo>
                  <a:lnTo>
                    <a:pt x="721232" y="359663"/>
                  </a:lnTo>
                  <a:lnTo>
                    <a:pt x="706923" y="359663"/>
                  </a:lnTo>
                  <a:lnTo>
                    <a:pt x="692578" y="359663"/>
                  </a:lnTo>
                  <a:lnTo>
                    <a:pt x="678209" y="359663"/>
                  </a:lnTo>
                  <a:lnTo>
                    <a:pt x="663828" y="359663"/>
                  </a:lnTo>
                  <a:lnTo>
                    <a:pt x="661352" y="379380"/>
                  </a:lnTo>
                  <a:lnTo>
                    <a:pt x="658876" y="399097"/>
                  </a:lnTo>
                  <a:lnTo>
                    <a:pt x="656399" y="418814"/>
                  </a:lnTo>
                  <a:lnTo>
                    <a:pt x="653923" y="438530"/>
                  </a:lnTo>
                  <a:lnTo>
                    <a:pt x="612298" y="438530"/>
                  </a:lnTo>
                  <a:lnTo>
                    <a:pt x="570674" y="438530"/>
                  </a:lnTo>
                  <a:lnTo>
                    <a:pt x="529050" y="438530"/>
                  </a:lnTo>
                  <a:lnTo>
                    <a:pt x="487425" y="438530"/>
                  </a:lnTo>
                  <a:lnTo>
                    <a:pt x="496419" y="389776"/>
                  </a:lnTo>
                  <a:lnTo>
                    <a:pt x="505516" y="341043"/>
                  </a:lnTo>
                  <a:lnTo>
                    <a:pt x="514688" y="292325"/>
                  </a:lnTo>
                  <a:lnTo>
                    <a:pt x="523907" y="243617"/>
                  </a:lnTo>
                  <a:lnTo>
                    <a:pt x="533146" y="194913"/>
                  </a:lnTo>
                  <a:lnTo>
                    <a:pt x="542374" y="146205"/>
                  </a:lnTo>
                  <a:lnTo>
                    <a:pt x="551565" y="97487"/>
                  </a:lnTo>
                  <a:lnTo>
                    <a:pt x="560690" y="48754"/>
                  </a:lnTo>
                  <a:lnTo>
                    <a:pt x="569721" y="0"/>
                  </a:lnTo>
                  <a:lnTo>
                    <a:pt x="616280" y="0"/>
                  </a:lnTo>
                  <a:lnTo>
                    <a:pt x="662838" y="0"/>
                  </a:lnTo>
                  <a:lnTo>
                    <a:pt x="709396" y="0"/>
                  </a:lnTo>
                  <a:lnTo>
                    <a:pt x="755954" y="0"/>
                  </a:lnTo>
                  <a:lnTo>
                    <a:pt x="802513" y="0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9664" y="806068"/>
              <a:ext cx="74675" cy="2032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709920" y="717803"/>
              <a:ext cx="360045" cy="438784"/>
            </a:xfrm>
            <a:custGeom>
              <a:avLst/>
              <a:gdLst/>
              <a:ahLst/>
              <a:cxnLst/>
              <a:rect l="l" t="t" r="r" b="b"/>
              <a:pathLst>
                <a:path w="360045" h="438784">
                  <a:moveTo>
                    <a:pt x="0" y="0"/>
                  </a:moveTo>
                  <a:lnTo>
                    <a:pt x="28553" y="0"/>
                  </a:lnTo>
                  <a:lnTo>
                    <a:pt x="57070" y="0"/>
                  </a:lnTo>
                  <a:lnTo>
                    <a:pt x="85564" y="0"/>
                  </a:lnTo>
                  <a:lnTo>
                    <a:pt x="114045" y="0"/>
                  </a:lnTo>
                  <a:lnTo>
                    <a:pt x="166540" y="400"/>
                  </a:lnTo>
                  <a:lnTo>
                    <a:pt x="209772" y="1587"/>
                  </a:lnTo>
                  <a:lnTo>
                    <a:pt x="268731" y="6223"/>
                  </a:lnTo>
                  <a:lnTo>
                    <a:pt x="305308" y="17145"/>
                  </a:lnTo>
                  <a:lnTo>
                    <a:pt x="345592" y="52734"/>
                  </a:lnTo>
                  <a:lnTo>
                    <a:pt x="358201" y="93640"/>
                  </a:lnTo>
                  <a:lnTo>
                    <a:pt x="359790" y="119760"/>
                  </a:lnTo>
                  <a:lnTo>
                    <a:pt x="358636" y="143212"/>
                  </a:lnTo>
                  <a:lnTo>
                    <a:pt x="341883" y="188467"/>
                  </a:lnTo>
                  <a:lnTo>
                    <a:pt x="295324" y="206952"/>
                  </a:lnTo>
                  <a:lnTo>
                    <a:pt x="271017" y="209676"/>
                  </a:lnTo>
                  <a:lnTo>
                    <a:pt x="292919" y="214243"/>
                  </a:lnTo>
                  <a:lnTo>
                    <a:pt x="335406" y="232155"/>
                  </a:lnTo>
                  <a:lnTo>
                    <a:pt x="357701" y="266416"/>
                  </a:lnTo>
                  <a:lnTo>
                    <a:pt x="359790" y="322833"/>
                  </a:lnTo>
                  <a:lnTo>
                    <a:pt x="359790" y="351716"/>
                  </a:lnTo>
                  <a:lnTo>
                    <a:pt x="359790" y="380634"/>
                  </a:lnTo>
                  <a:lnTo>
                    <a:pt x="359790" y="409576"/>
                  </a:lnTo>
                  <a:lnTo>
                    <a:pt x="359790" y="438530"/>
                  </a:lnTo>
                  <a:lnTo>
                    <a:pt x="322413" y="438530"/>
                  </a:lnTo>
                  <a:lnTo>
                    <a:pt x="284987" y="438530"/>
                  </a:lnTo>
                  <a:lnTo>
                    <a:pt x="247562" y="438530"/>
                  </a:lnTo>
                  <a:lnTo>
                    <a:pt x="210184" y="438530"/>
                  </a:lnTo>
                  <a:lnTo>
                    <a:pt x="210184" y="402125"/>
                  </a:lnTo>
                  <a:lnTo>
                    <a:pt x="210184" y="365696"/>
                  </a:lnTo>
                  <a:lnTo>
                    <a:pt x="210184" y="329267"/>
                  </a:lnTo>
                  <a:lnTo>
                    <a:pt x="210184" y="292861"/>
                  </a:lnTo>
                  <a:lnTo>
                    <a:pt x="209690" y="276873"/>
                  </a:lnTo>
                  <a:lnTo>
                    <a:pt x="188150" y="242839"/>
                  </a:lnTo>
                  <a:lnTo>
                    <a:pt x="161162" y="240791"/>
                  </a:lnTo>
                  <a:lnTo>
                    <a:pt x="161162" y="290226"/>
                  </a:lnTo>
                  <a:lnTo>
                    <a:pt x="161162" y="339661"/>
                  </a:lnTo>
                  <a:lnTo>
                    <a:pt x="161162" y="389096"/>
                  </a:lnTo>
                  <a:lnTo>
                    <a:pt x="161162" y="438530"/>
                  </a:lnTo>
                  <a:lnTo>
                    <a:pt x="120872" y="438530"/>
                  </a:lnTo>
                  <a:lnTo>
                    <a:pt x="80581" y="438530"/>
                  </a:lnTo>
                  <a:lnTo>
                    <a:pt x="40290" y="438530"/>
                  </a:lnTo>
                  <a:lnTo>
                    <a:pt x="0" y="438530"/>
                  </a:lnTo>
                  <a:lnTo>
                    <a:pt x="0" y="389805"/>
                  </a:lnTo>
                  <a:lnTo>
                    <a:pt x="0" y="4872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1558" y="783335"/>
              <a:ext cx="68071" cy="11658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132195" y="708659"/>
              <a:ext cx="829944" cy="457200"/>
            </a:xfrm>
            <a:custGeom>
              <a:avLst/>
              <a:gdLst/>
              <a:ahLst/>
              <a:cxnLst/>
              <a:rect l="l" t="t" r="r" b="b"/>
              <a:pathLst>
                <a:path w="829945" h="457200">
                  <a:moveTo>
                    <a:pt x="0" y="9144"/>
                  </a:moveTo>
                  <a:lnTo>
                    <a:pt x="0" y="9144"/>
                  </a:lnTo>
                  <a:lnTo>
                    <a:pt x="268731" y="9144"/>
                  </a:lnTo>
                  <a:lnTo>
                    <a:pt x="268731" y="31071"/>
                  </a:lnTo>
                  <a:lnTo>
                    <a:pt x="268731" y="53022"/>
                  </a:lnTo>
                  <a:lnTo>
                    <a:pt x="268731" y="74973"/>
                  </a:lnTo>
                  <a:lnTo>
                    <a:pt x="268731" y="96900"/>
                  </a:lnTo>
                  <a:lnTo>
                    <a:pt x="241798" y="96900"/>
                  </a:lnTo>
                  <a:lnTo>
                    <a:pt x="214899" y="96900"/>
                  </a:lnTo>
                  <a:lnTo>
                    <a:pt x="188025" y="96900"/>
                  </a:lnTo>
                  <a:lnTo>
                    <a:pt x="161162" y="96900"/>
                  </a:lnTo>
                  <a:lnTo>
                    <a:pt x="161162" y="117667"/>
                  </a:lnTo>
                  <a:lnTo>
                    <a:pt x="161162" y="138445"/>
                  </a:lnTo>
                  <a:lnTo>
                    <a:pt x="161162" y="159248"/>
                  </a:lnTo>
                  <a:lnTo>
                    <a:pt x="161162" y="180085"/>
                  </a:lnTo>
                  <a:lnTo>
                    <a:pt x="186308" y="180085"/>
                  </a:lnTo>
                  <a:lnTo>
                    <a:pt x="211454" y="180085"/>
                  </a:lnTo>
                  <a:lnTo>
                    <a:pt x="236600" y="180085"/>
                  </a:lnTo>
                  <a:lnTo>
                    <a:pt x="261746" y="180085"/>
                  </a:lnTo>
                  <a:lnTo>
                    <a:pt x="261746" y="200925"/>
                  </a:lnTo>
                  <a:lnTo>
                    <a:pt x="261746" y="221742"/>
                  </a:lnTo>
                  <a:lnTo>
                    <a:pt x="261746" y="242558"/>
                  </a:lnTo>
                  <a:lnTo>
                    <a:pt x="261746" y="263398"/>
                  </a:lnTo>
                  <a:lnTo>
                    <a:pt x="236600" y="263398"/>
                  </a:lnTo>
                  <a:lnTo>
                    <a:pt x="211454" y="263398"/>
                  </a:lnTo>
                  <a:lnTo>
                    <a:pt x="186308" y="263398"/>
                  </a:lnTo>
                  <a:lnTo>
                    <a:pt x="161162" y="263398"/>
                  </a:lnTo>
                  <a:lnTo>
                    <a:pt x="161162" y="287569"/>
                  </a:lnTo>
                  <a:lnTo>
                    <a:pt x="161162" y="311705"/>
                  </a:lnTo>
                  <a:lnTo>
                    <a:pt x="161162" y="335817"/>
                  </a:lnTo>
                  <a:lnTo>
                    <a:pt x="161162" y="359918"/>
                  </a:lnTo>
                  <a:lnTo>
                    <a:pt x="190710" y="359918"/>
                  </a:lnTo>
                  <a:lnTo>
                    <a:pt x="220281" y="359918"/>
                  </a:lnTo>
                  <a:lnTo>
                    <a:pt x="249852" y="359918"/>
                  </a:lnTo>
                  <a:lnTo>
                    <a:pt x="279400" y="359918"/>
                  </a:lnTo>
                  <a:lnTo>
                    <a:pt x="279400" y="381845"/>
                  </a:lnTo>
                  <a:lnTo>
                    <a:pt x="279400" y="403796"/>
                  </a:lnTo>
                  <a:lnTo>
                    <a:pt x="279400" y="425747"/>
                  </a:lnTo>
                  <a:lnTo>
                    <a:pt x="279400" y="447675"/>
                  </a:lnTo>
                  <a:lnTo>
                    <a:pt x="223532" y="447675"/>
                  </a:lnTo>
                  <a:lnTo>
                    <a:pt x="167646" y="447675"/>
                  </a:lnTo>
                  <a:lnTo>
                    <a:pt x="111753" y="447675"/>
                  </a:lnTo>
                  <a:lnTo>
                    <a:pt x="55867" y="447675"/>
                  </a:lnTo>
                  <a:lnTo>
                    <a:pt x="0" y="447675"/>
                  </a:lnTo>
                  <a:lnTo>
                    <a:pt x="0" y="398949"/>
                  </a:lnTo>
                  <a:lnTo>
                    <a:pt x="0" y="57869"/>
                  </a:lnTo>
                  <a:lnTo>
                    <a:pt x="0" y="9144"/>
                  </a:lnTo>
                  <a:close/>
                </a:path>
                <a:path w="829945" h="457200">
                  <a:moveTo>
                    <a:pt x="667257" y="141858"/>
                  </a:moveTo>
                  <a:lnTo>
                    <a:pt x="629824" y="141858"/>
                  </a:lnTo>
                  <a:lnTo>
                    <a:pt x="592391" y="141858"/>
                  </a:lnTo>
                  <a:lnTo>
                    <a:pt x="554958" y="141858"/>
                  </a:lnTo>
                  <a:lnTo>
                    <a:pt x="517525" y="141858"/>
                  </a:lnTo>
                  <a:lnTo>
                    <a:pt x="517525" y="133760"/>
                  </a:lnTo>
                  <a:lnTo>
                    <a:pt x="517525" y="125650"/>
                  </a:lnTo>
                  <a:lnTo>
                    <a:pt x="517525" y="117516"/>
                  </a:lnTo>
                  <a:lnTo>
                    <a:pt x="517525" y="109347"/>
                  </a:lnTo>
                  <a:lnTo>
                    <a:pt x="517167" y="99018"/>
                  </a:lnTo>
                  <a:lnTo>
                    <a:pt x="501396" y="74168"/>
                  </a:lnTo>
                  <a:lnTo>
                    <a:pt x="492632" y="74168"/>
                  </a:lnTo>
                  <a:lnTo>
                    <a:pt x="483107" y="74168"/>
                  </a:lnTo>
                  <a:lnTo>
                    <a:pt x="463169" y="108330"/>
                  </a:lnTo>
                  <a:lnTo>
                    <a:pt x="463686" y="118616"/>
                  </a:lnTo>
                  <a:lnTo>
                    <a:pt x="486632" y="153416"/>
                  </a:lnTo>
                  <a:lnTo>
                    <a:pt x="565659" y="189825"/>
                  </a:lnTo>
                  <a:lnTo>
                    <a:pt x="604662" y="209264"/>
                  </a:lnTo>
                  <a:lnTo>
                    <a:pt x="652652" y="242189"/>
                  </a:lnTo>
                  <a:lnTo>
                    <a:pt x="673576" y="279955"/>
                  </a:lnTo>
                  <a:lnTo>
                    <a:pt x="680593" y="335533"/>
                  </a:lnTo>
                  <a:lnTo>
                    <a:pt x="679638" y="357346"/>
                  </a:lnTo>
                  <a:lnTo>
                    <a:pt x="665226" y="404495"/>
                  </a:lnTo>
                  <a:lnTo>
                    <a:pt x="625542" y="433730"/>
                  </a:lnTo>
                  <a:lnTo>
                    <a:pt x="582179" y="448373"/>
                  </a:lnTo>
                  <a:lnTo>
                    <a:pt x="530467" y="455993"/>
                  </a:lnTo>
                  <a:lnTo>
                    <a:pt x="501776" y="456946"/>
                  </a:lnTo>
                  <a:lnTo>
                    <a:pt x="470568" y="455888"/>
                  </a:lnTo>
                  <a:lnTo>
                    <a:pt x="415391" y="447248"/>
                  </a:lnTo>
                  <a:lnTo>
                    <a:pt x="370564" y="430194"/>
                  </a:lnTo>
                  <a:lnTo>
                    <a:pt x="331469" y="395350"/>
                  </a:lnTo>
                  <a:lnTo>
                    <a:pt x="318254" y="342469"/>
                  </a:lnTo>
                  <a:lnTo>
                    <a:pt x="317372" y="319277"/>
                  </a:lnTo>
                  <a:lnTo>
                    <a:pt x="317372" y="312114"/>
                  </a:lnTo>
                  <a:lnTo>
                    <a:pt x="317372" y="304926"/>
                  </a:lnTo>
                  <a:lnTo>
                    <a:pt x="317372" y="297739"/>
                  </a:lnTo>
                  <a:lnTo>
                    <a:pt x="317372" y="290575"/>
                  </a:lnTo>
                  <a:lnTo>
                    <a:pt x="354750" y="290575"/>
                  </a:lnTo>
                  <a:lnTo>
                    <a:pt x="392175" y="290575"/>
                  </a:lnTo>
                  <a:lnTo>
                    <a:pt x="429601" y="290575"/>
                  </a:lnTo>
                  <a:lnTo>
                    <a:pt x="466978" y="290575"/>
                  </a:lnTo>
                  <a:lnTo>
                    <a:pt x="466978" y="303910"/>
                  </a:lnTo>
                  <a:lnTo>
                    <a:pt x="466978" y="317245"/>
                  </a:lnTo>
                  <a:lnTo>
                    <a:pt x="466978" y="330580"/>
                  </a:lnTo>
                  <a:lnTo>
                    <a:pt x="466978" y="343916"/>
                  </a:lnTo>
                  <a:lnTo>
                    <a:pt x="467401" y="355181"/>
                  </a:lnTo>
                  <a:lnTo>
                    <a:pt x="485012" y="382650"/>
                  </a:lnTo>
                  <a:lnTo>
                    <a:pt x="495680" y="382650"/>
                  </a:lnTo>
                  <a:lnTo>
                    <a:pt x="526936" y="355330"/>
                  </a:lnTo>
                  <a:lnTo>
                    <a:pt x="527430" y="347091"/>
                  </a:lnTo>
                  <a:lnTo>
                    <a:pt x="526502" y="329477"/>
                  </a:lnTo>
                  <a:lnTo>
                    <a:pt x="502070" y="289617"/>
                  </a:lnTo>
                  <a:lnTo>
                    <a:pt x="464351" y="269809"/>
                  </a:lnTo>
                  <a:lnTo>
                    <a:pt x="409636" y="243439"/>
                  </a:lnTo>
                  <a:lnTo>
                    <a:pt x="387175" y="232282"/>
                  </a:lnTo>
                  <a:lnTo>
                    <a:pt x="348178" y="208847"/>
                  </a:lnTo>
                  <a:lnTo>
                    <a:pt x="319633" y="168588"/>
                  </a:lnTo>
                  <a:lnTo>
                    <a:pt x="312292" y="123190"/>
                  </a:lnTo>
                  <a:lnTo>
                    <a:pt x="313473" y="99661"/>
                  </a:lnTo>
                  <a:lnTo>
                    <a:pt x="330707" y="49529"/>
                  </a:lnTo>
                  <a:lnTo>
                    <a:pt x="370355" y="20276"/>
                  </a:lnTo>
                  <a:lnTo>
                    <a:pt x="410610" y="7233"/>
                  </a:lnTo>
                  <a:lnTo>
                    <a:pt x="459656" y="791"/>
                  </a:lnTo>
                  <a:lnTo>
                    <a:pt x="487299" y="0"/>
                  </a:lnTo>
                  <a:lnTo>
                    <a:pt x="517530" y="885"/>
                  </a:lnTo>
                  <a:lnTo>
                    <a:pt x="571184" y="8036"/>
                  </a:lnTo>
                  <a:lnTo>
                    <a:pt x="614672" y="22020"/>
                  </a:lnTo>
                  <a:lnTo>
                    <a:pt x="653033" y="50292"/>
                  </a:lnTo>
                  <a:lnTo>
                    <a:pt x="666357" y="100208"/>
                  </a:lnTo>
                  <a:lnTo>
                    <a:pt x="667257" y="124459"/>
                  </a:lnTo>
                  <a:lnTo>
                    <a:pt x="667257" y="130301"/>
                  </a:lnTo>
                  <a:lnTo>
                    <a:pt x="667257" y="136144"/>
                  </a:lnTo>
                  <a:lnTo>
                    <a:pt x="667257" y="141858"/>
                  </a:lnTo>
                  <a:close/>
                </a:path>
                <a:path w="829945" h="457200">
                  <a:moveTo>
                    <a:pt x="829563" y="358267"/>
                  </a:moveTo>
                  <a:lnTo>
                    <a:pt x="829563" y="380630"/>
                  </a:lnTo>
                  <a:lnTo>
                    <a:pt x="829563" y="402971"/>
                  </a:lnTo>
                  <a:lnTo>
                    <a:pt x="829563" y="425311"/>
                  </a:lnTo>
                  <a:lnTo>
                    <a:pt x="829563" y="447675"/>
                  </a:lnTo>
                  <a:lnTo>
                    <a:pt x="800342" y="447675"/>
                  </a:lnTo>
                  <a:lnTo>
                    <a:pt x="771144" y="447675"/>
                  </a:lnTo>
                  <a:lnTo>
                    <a:pt x="741945" y="447675"/>
                  </a:lnTo>
                  <a:lnTo>
                    <a:pt x="712724" y="447675"/>
                  </a:lnTo>
                  <a:lnTo>
                    <a:pt x="712724" y="425311"/>
                  </a:lnTo>
                  <a:lnTo>
                    <a:pt x="712724" y="402970"/>
                  </a:lnTo>
                  <a:lnTo>
                    <a:pt x="712724" y="380630"/>
                  </a:lnTo>
                  <a:lnTo>
                    <a:pt x="712724" y="358267"/>
                  </a:lnTo>
                  <a:lnTo>
                    <a:pt x="741945" y="358267"/>
                  </a:lnTo>
                  <a:lnTo>
                    <a:pt x="771143" y="358267"/>
                  </a:lnTo>
                  <a:lnTo>
                    <a:pt x="800342" y="358267"/>
                  </a:lnTo>
                  <a:lnTo>
                    <a:pt x="829563" y="358267"/>
                  </a:lnTo>
                  <a:close/>
                </a:path>
              </a:pathLst>
            </a:custGeom>
            <a:ln w="190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21640" y="1575180"/>
            <a:ext cx="6728459" cy="2294255"/>
            <a:chOff x="421640" y="1575180"/>
            <a:chExt cx="6728459" cy="2294255"/>
          </a:xfrm>
        </p:grpSpPr>
        <p:sp>
          <p:nvSpPr>
            <p:cNvPr id="20" name="object 20"/>
            <p:cNvSpPr/>
            <p:nvPr/>
          </p:nvSpPr>
          <p:spPr>
            <a:xfrm>
              <a:off x="421640" y="1575180"/>
              <a:ext cx="6728459" cy="243840"/>
            </a:xfrm>
            <a:custGeom>
              <a:avLst/>
              <a:gdLst/>
              <a:ahLst/>
              <a:cxnLst/>
              <a:rect l="l" t="t" r="r" b="b"/>
              <a:pathLst>
                <a:path w="6728459" h="243839">
                  <a:moveTo>
                    <a:pt x="6728206" y="0"/>
                  </a:moveTo>
                  <a:lnTo>
                    <a:pt x="4357751" y="0"/>
                  </a:lnTo>
                  <a:lnTo>
                    <a:pt x="1656715" y="0"/>
                  </a:lnTo>
                  <a:lnTo>
                    <a:pt x="1115695" y="0"/>
                  </a:lnTo>
                  <a:lnTo>
                    <a:pt x="0" y="0"/>
                  </a:lnTo>
                  <a:lnTo>
                    <a:pt x="0" y="243840"/>
                  </a:lnTo>
                  <a:lnTo>
                    <a:pt x="1115695" y="243840"/>
                  </a:lnTo>
                  <a:lnTo>
                    <a:pt x="1656715" y="243840"/>
                  </a:lnTo>
                  <a:lnTo>
                    <a:pt x="4357751" y="243840"/>
                  </a:lnTo>
                  <a:lnTo>
                    <a:pt x="6728206" y="243840"/>
                  </a:lnTo>
                  <a:lnTo>
                    <a:pt x="6728206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1640" y="1819020"/>
              <a:ext cx="1115695" cy="2050414"/>
            </a:xfrm>
            <a:custGeom>
              <a:avLst/>
              <a:gdLst/>
              <a:ahLst/>
              <a:cxnLst/>
              <a:rect l="l" t="t" r="r" b="b"/>
              <a:pathLst>
                <a:path w="1115695" h="2050414">
                  <a:moveTo>
                    <a:pt x="1115695" y="0"/>
                  </a:moveTo>
                  <a:lnTo>
                    <a:pt x="0" y="0"/>
                  </a:lnTo>
                  <a:lnTo>
                    <a:pt x="0" y="2050414"/>
                  </a:lnTo>
                  <a:lnTo>
                    <a:pt x="1115695" y="2050414"/>
                  </a:lnTo>
                  <a:lnTo>
                    <a:pt x="111569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98157" y="2764154"/>
            <a:ext cx="972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00FF"/>
                </a:solidFill>
                <a:latin typeface="Comic Sans MS"/>
                <a:cs typeface="Comic Sans MS"/>
              </a:rPr>
              <a:t>APÓSTROFO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537335" y="1819020"/>
            <a:ext cx="541020" cy="2050414"/>
          </a:xfrm>
          <a:custGeom>
            <a:avLst/>
            <a:gdLst/>
            <a:ahLst/>
            <a:cxnLst/>
            <a:rect l="l" t="t" r="r" b="b"/>
            <a:pathLst>
              <a:path w="541019" h="2050414">
                <a:moveTo>
                  <a:pt x="541020" y="0"/>
                </a:moveTo>
                <a:lnTo>
                  <a:pt x="0" y="0"/>
                </a:lnTo>
                <a:lnTo>
                  <a:pt x="0" y="2050414"/>
                </a:lnTo>
                <a:lnTo>
                  <a:pt x="541020" y="2050414"/>
                </a:lnTo>
                <a:lnTo>
                  <a:pt x="54102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783714" y="2700654"/>
            <a:ext cx="622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0066"/>
                </a:solidFill>
                <a:latin typeface="Arial Black"/>
                <a:cs typeface="Arial Black"/>
              </a:rPr>
              <a:t>’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078354" y="1819020"/>
            <a:ext cx="5071745" cy="218440"/>
          </a:xfrm>
          <a:custGeom>
            <a:avLst/>
            <a:gdLst/>
            <a:ahLst/>
            <a:cxnLst/>
            <a:rect l="l" t="t" r="r" b="b"/>
            <a:pathLst>
              <a:path w="5071745" h="218439">
                <a:moveTo>
                  <a:pt x="5071491" y="0"/>
                </a:moveTo>
                <a:lnTo>
                  <a:pt x="0" y="0"/>
                </a:lnTo>
                <a:lnTo>
                  <a:pt x="0" y="218440"/>
                </a:lnTo>
                <a:lnTo>
                  <a:pt x="5071491" y="218440"/>
                </a:lnTo>
                <a:lnTo>
                  <a:pt x="50714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97217" y="1326133"/>
            <a:ext cx="5680710" cy="7042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latin typeface="Calibri"/>
                <a:cs typeface="Calibri"/>
              </a:rPr>
              <a:t>Sus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funciones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son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diversas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y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distintas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los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de acentuación.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Te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mostramos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las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principales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en</a:t>
            </a:r>
            <a:r>
              <a:rPr sz="1050" spc="-3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este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cuadro:</a:t>
            </a:r>
            <a:endParaRPr sz="1050">
              <a:latin typeface="Calibri"/>
              <a:cs typeface="Calibri"/>
            </a:endParaRPr>
          </a:p>
          <a:p>
            <a:pPr marR="67945" algn="r">
              <a:lnSpc>
                <a:spcPct val="100000"/>
              </a:lnSpc>
              <a:spcBef>
                <a:spcPts val="1050"/>
              </a:spcBef>
              <a:tabLst>
                <a:tab pos="759460" algn="l"/>
                <a:tab pos="2466975" algn="l"/>
                <a:tab pos="4888230" algn="l"/>
              </a:tabLst>
            </a:pPr>
            <a:r>
              <a:rPr sz="1000" b="1" spc="-10" dirty="0">
                <a:latin typeface="Calibri"/>
                <a:cs typeface="Calibri"/>
              </a:rPr>
              <a:t>Signo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500" b="1" spc="-15" baseline="5555" dirty="0">
                <a:latin typeface="Calibri"/>
                <a:cs typeface="Calibri"/>
              </a:rPr>
              <a:t>Símbolo</a:t>
            </a:r>
            <a:r>
              <a:rPr sz="1500" b="1" baseline="5555" dirty="0">
                <a:latin typeface="Calibri"/>
                <a:cs typeface="Calibri"/>
              </a:rPr>
              <a:t>	</a:t>
            </a:r>
            <a:r>
              <a:rPr sz="1000" b="1" spc="-20" dirty="0">
                <a:latin typeface="Calibri"/>
                <a:cs typeface="Calibri"/>
              </a:rPr>
              <a:t>Usos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000" b="1" spc="-10" dirty="0">
                <a:latin typeface="Calibri"/>
                <a:cs typeface="Calibri"/>
              </a:rPr>
              <a:t>Ejemplos</a:t>
            </a:r>
            <a:endParaRPr sz="1000">
              <a:latin typeface="Calibri"/>
              <a:cs typeface="Calibri"/>
            </a:endParaRPr>
          </a:p>
          <a:p>
            <a:pPr marL="2743835">
              <a:lnSpc>
                <a:spcPct val="100000"/>
              </a:lnSpc>
              <a:spcBef>
                <a:spcPts val="620"/>
              </a:spcBef>
            </a:pPr>
            <a:r>
              <a:rPr sz="1000" dirty="0">
                <a:latin typeface="Calibri"/>
                <a:cs typeface="Calibri"/>
              </a:rPr>
              <a:t>Tiene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forma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coma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alta.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Hoy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día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apenas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0" dirty="0">
                <a:latin typeface="Calibri"/>
                <a:cs typeface="Calibri"/>
              </a:rPr>
              <a:t> usa.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078354" y="2037397"/>
            <a:ext cx="2701290" cy="683895"/>
          </a:xfrm>
          <a:custGeom>
            <a:avLst/>
            <a:gdLst/>
            <a:ahLst/>
            <a:cxnLst/>
            <a:rect l="l" t="t" r="r" b="b"/>
            <a:pathLst>
              <a:path w="2701290" h="683894">
                <a:moveTo>
                  <a:pt x="2701036" y="0"/>
                </a:moveTo>
                <a:lnTo>
                  <a:pt x="0" y="0"/>
                </a:lnTo>
                <a:lnTo>
                  <a:pt x="0" y="683577"/>
                </a:lnTo>
                <a:lnTo>
                  <a:pt x="2701036" y="683577"/>
                </a:lnTo>
                <a:lnTo>
                  <a:pt x="270103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205354" y="2070734"/>
            <a:ext cx="2452370" cy="6426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2225" marR="5080" indent="-22860">
              <a:lnSpc>
                <a:spcPct val="101699"/>
              </a:lnSpc>
              <a:spcBef>
                <a:spcPts val="80"/>
              </a:spcBef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1.</a:t>
            </a:r>
            <a:r>
              <a:rPr sz="1000" b="1" spc="1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indicar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formas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antiguas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donde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0" dirty="0">
                <a:latin typeface="Calibri"/>
                <a:cs typeface="Calibri"/>
              </a:rPr>
              <a:t> unían </a:t>
            </a:r>
            <a:r>
              <a:rPr sz="1000" dirty="0">
                <a:latin typeface="Calibri"/>
                <a:cs typeface="Calibri"/>
              </a:rPr>
              <a:t>dos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palabras,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sustituyendo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vocal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inicial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 </a:t>
            </a:r>
            <a:r>
              <a:rPr sz="1000" spc="-25" dirty="0">
                <a:latin typeface="Calibri"/>
                <a:cs typeface="Calibri"/>
              </a:rPr>
              <a:t>la</a:t>
            </a:r>
            <a:r>
              <a:rPr sz="1000" dirty="0">
                <a:latin typeface="Calibri"/>
                <a:cs typeface="Calibri"/>
              </a:rPr>
              <a:t> segunda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por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apóstrofo.</a:t>
            </a:r>
            <a:r>
              <a:rPr sz="1000" spc="2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También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ocurre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en</a:t>
            </a:r>
            <a:r>
              <a:rPr sz="1000" spc="-10" dirty="0">
                <a:latin typeface="Calibri"/>
                <a:cs typeface="Calibri"/>
              </a:rPr>
              <a:t> expresiones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coloquiales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escasa</a:t>
            </a:r>
            <a:r>
              <a:rPr sz="1000" spc="-10" dirty="0">
                <a:latin typeface="Calibri"/>
                <a:cs typeface="Calibri"/>
              </a:rPr>
              <a:t> cultura.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779390" y="2037397"/>
            <a:ext cx="2370455" cy="683895"/>
          </a:xfrm>
          <a:custGeom>
            <a:avLst/>
            <a:gdLst/>
            <a:ahLst/>
            <a:cxnLst/>
            <a:rect l="l" t="t" r="r" b="b"/>
            <a:pathLst>
              <a:path w="2370454" h="683894">
                <a:moveTo>
                  <a:pt x="2370455" y="0"/>
                </a:moveTo>
                <a:lnTo>
                  <a:pt x="0" y="0"/>
                </a:lnTo>
                <a:lnTo>
                  <a:pt x="0" y="683577"/>
                </a:lnTo>
                <a:lnTo>
                  <a:pt x="2370455" y="683577"/>
                </a:lnTo>
                <a:lnTo>
                  <a:pt x="237045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860671" y="2069719"/>
            <a:ext cx="2218055" cy="56007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29565" marR="5080" indent="-330200">
              <a:lnSpc>
                <a:spcPts val="1180"/>
              </a:lnSpc>
              <a:spcBef>
                <a:spcPts val="160"/>
              </a:spcBef>
            </a:pP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1.</a:t>
            </a:r>
            <a:r>
              <a:rPr sz="1000" b="1" spc="1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d’aquel</a:t>
            </a:r>
            <a:r>
              <a:rPr sz="850" b="1" i="1" spc="-5" dirty="0">
                <a:latin typeface="Comic Sans MS"/>
                <a:cs typeface="Comic Sans MS"/>
              </a:rPr>
              <a:t> </a:t>
            </a:r>
            <a:r>
              <a:rPr sz="850" dirty="0">
                <a:latin typeface="Comic Sans MS"/>
                <a:cs typeface="Comic Sans MS"/>
              </a:rPr>
              <a:t>(por</a:t>
            </a:r>
            <a:r>
              <a:rPr sz="850" spc="-20" dirty="0">
                <a:latin typeface="Comic Sans MS"/>
                <a:cs typeface="Comic Sans MS"/>
              </a:rPr>
              <a:t> </a:t>
            </a:r>
            <a:r>
              <a:rPr sz="850" i="1" dirty="0">
                <a:latin typeface="Comic Sans MS"/>
                <a:cs typeface="Comic Sans MS"/>
              </a:rPr>
              <a:t>de</a:t>
            </a:r>
            <a:r>
              <a:rPr sz="850" i="1" spc="-25" dirty="0">
                <a:latin typeface="Comic Sans MS"/>
                <a:cs typeface="Comic Sans MS"/>
              </a:rPr>
              <a:t> </a:t>
            </a:r>
            <a:r>
              <a:rPr sz="850" i="1" dirty="0">
                <a:latin typeface="Comic Sans MS"/>
                <a:cs typeface="Comic Sans MS"/>
              </a:rPr>
              <a:t>aquel)</a:t>
            </a:r>
            <a:r>
              <a:rPr sz="850" dirty="0">
                <a:latin typeface="Comic Sans MS"/>
                <a:cs typeface="Comic Sans MS"/>
              </a:rPr>
              <a:t>,</a:t>
            </a:r>
            <a:r>
              <a:rPr sz="850" spc="10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l’aspereza</a:t>
            </a:r>
            <a:r>
              <a:rPr sz="850" b="1" i="1" spc="-25" dirty="0">
                <a:latin typeface="Comic Sans MS"/>
                <a:cs typeface="Comic Sans MS"/>
              </a:rPr>
              <a:t> </a:t>
            </a:r>
            <a:r>
              <a:rPr sz="850" dirty="0">
                <a:latin typeface="Comic Sans MS"/>
                <a:cs typeface="Comic Sans MS"/>
              </a:rPr>
              <a:t>(por</a:t>
            </a:r>
            <a:r>
              <a:rPr sz="850" spc="-25" dirty="0">
                <a:latin typeface="Comic Sans MS"/>
                <a:cs typeface="Comic Sans MS"/>
              </a:rPr>
              <a:t> </a:t>
            </a:r>
            <a:r>
              <a:rPr sz="850" i="1" spc="-25" dirty="0">
                <a:latin typeface="Comic Sans MS"/>
                <a:cs typeface="Comic Sans MS"/>
              </a:rPr>
              <a:t>la </a:t>
            </a:r>
            <a:r>
              <a:rPr sz="850" i="1" dirty="0">
                <a:latin typeface="Comic Sans MS"/>
                <a:cs typeface="Comic Sans MS"/>
              </a:rPr>
              <a:t>aspereza</a:t>
            </a:r>
            <a:r>
              <a:rPr sz="850" dirty="0">
                <a:latin typeface="Comic Sans MS"/>
                <a:cs typeface="Comic Sans MS"/>
              </a:rPr>
              <a:t>)</a:t>
            </a:r>
            <a:r>
              <a:rPr sz="850" b="1" dirty="0">
                <a:latin typeface="Comic Sans MS"/>
                <a:cs typeface="Comic Sans MS"/>
              </a:rPr>
              <a:t>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qu’es</a:t>
            </a:r>
            <a:r>
              <a:rPr sz="850" b="1" i="1" spc="-25" dirty="0">
                <a:latin typeface="Comic Sans MS"/>
                <a:cs typeface="Comic Sans MS"/>
              </a:rPr>
              <a:t> </a:t>
            </a:r>
            <a:r>
              <a:rPr sz="850" dirty="0">
                <a:latin typeface="Comic Sans MS"/>
                <a:cs typeface="Comic Sans MS"/>
              </a:rPr>
              <a:t>(por </a:t>
            </a:r>
            <a:r>
              <a:rPr sz="850" i="1" dirty="0">
                <a:latin typeface="Comic Sans MS"/>
                <a:cs typeface="Comic Sans MS"/>
              </a:rPr>
              <a:t>que</a:t>
            </a:r>
            <a:r>
              <a:rPr sz="850" i="1" spc="-20" dirty="0">
                <a:latin typeface="Comic Sans MS"/>
                <a:cs typeface="Comic Sans MS"/>
              </a:rPr>
              <a:t> es</a:t>
            </a:r>
            <a:r>
              <a:rPr sz="850" spc="-20" dirty="0">
                <a:latin typeface="Comic Sans MS"/>
                <a:cs typeface="Comic Sans MS"/>
              </a:rPr>
              <a:t>)…</a:t>
            </a:r>
            <a:endParaRPr sz="850">
              <a:latin typeface="Comic Sans MS"/>
              <a:cs typeface="Comic Sans MS"/>
            </a:endParaRPr>
          </a:p>
          <a:p>
            <a:pPr marL="136525">
              <a:lnSpc>
                <a:spcPct val="100000"/>
              </a:lnSpc>
              <a:spcBef>
                <a:spcPts val="585"/>
              </a:spcBef>
            </a:pPr>
            <a:r>
              <a:rPr sz="1000" dirty="0">
                <a:latin typeface="Calibri"/>
                <a:cs typeface="Calibri"/>
              </a:rPr>
              <a:t>En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Andalucía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típico: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pa’ya,</a:t>
            </a:r>
            <a:r>
              <a:rPr sz="850" b="1" spc="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pa’que…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078354" y="2720974"/>
            <a:ext cx="2251075" cy="373380"/>
          </a:xfrm>
          <a:custGeom>
            <a:avLst/>
            <a:gdLst/>
            <a:ahLst/>
            <a:cxnLst/>
            <a:rect l="l" t="t" r="r" b="b"/>
            <a:pathLst>
              <a:path w="2251075" h="373380">
                <a:moveTo>
                  <a:pt x="2251074" y="0"/>
                </a:moveTo>
                <a:lnTo>
                  <a:pt x="0" y="0"/>
                </a:lnTo>
                <a:lnTo>
                  <a:pt x="0" y="373379"/>
                </a:lnTo>
                <a:lnTo>
                  <a:pt x="2251074" y="373379"/>
                </a:lnTo>
                <a:lnTo>
                  <a:pt x="225107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428875" y="2908934"/>
            <a:ext cx="15595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alibri"/>
                <a:cs typeface="Calibri"/>
              </a:rPr>
              <a:t>el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inglés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francés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italiano</a:t>
            </a:r>
            <a:r>
              <a:rPr sz="1000" spc="-10" dirty="0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329429" y="2720974"/>
            <a:ext cx="2820670" cy="373380"/>
          </a:xfrm>
          <a:custGeom>
            <a:avLst/>
            <a:gdLst/>
            <a:ahLst/>
            <a:cxnLst/>
            <a:rect l="l" t="t" r="r" b="b"/>
            <a:pathLst>
              <a:path w="2820670" h="373380">
                <a:moveTo>
                  <a:pt x="2820416" y="0"/>
                </a:moveTo>
                <a:lnTo>
                  <a:pt x="0" y="0"/>
                </a:lnTo>
                <a:lnTo>
                  <a:pt x="0" y="373379"/>
                </a:lnTo>
                <a:lnTo>
                  <a:pt x="2820416" y="373379"/>
                </a:lnTo>
                <a:lnTo>
                  <a:pt x="282041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131695" y="2753994"/>
            <a:ext cx="48774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349500" algn="l"/>
              </a:tabLst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2.</a:t>
            </a:r>
            <a:r>
              <a:rPr sz="1000" b="1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formas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lenguas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como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catalán</a:t>
            </a:r>
            <a:r>
              <a:rPr sz="1000" spc="-10" dirty="0">
                <a:latin typeface="Calibri"/>
                <a:cs typeface="Calibri"/>
              </a:rPr>
              <a:t>,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2.</a:t>
            </a:r>
            <a:r>
              <a:rPr sz="1000" b="1" spc="1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L’Hospitalet</a:t>
            </a:r>
            <a:r>
              <a:rPr sz="850" b="1" spc="-4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Llobregat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dirty="0">
                <a:latin typeface="Comic Sans MS"/>
                <a:cs typeface="Comic Sans MS"/>
              </a:rPr>
              <a:t>(catalán)</a:t>
            </a:r>
            <a:r>
              <a:rPr sz="850" b="1" dirty="0">
                <a:latin typeface="Comic Sans MS"/>
                <a:cs typeface="Comic Sans MS"/>
              </a:rPr>
              <a:t>,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O’Connor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95470" y="2921634"/>
            <a:ext cx="2700655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850" dirty="0">
                <a:latin typeface="Comic Sans MS"/>
                <a:cs typeface="Comic Sans MS"/>
              </a:rPr>
              <a:t>(inglés),</a:t>
            </a:r>
            <a:r>
              <a:rPr sz="850" spc="7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c’est</a:t>
            </a:r>
            <a:r>
              <a:rPr sz="850" b="1" spc="-4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la</a:t>
            </a:r>
            <a:r>
              <a:rPr sz="850" b="1" spc="-4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vie</a:t>
            </a:r>
            <a:r>
              <a:rPr sz="850" b="1" spc="-35" dirty="0">
                <a:latin typeface="Comic Sans MS"/>
                <a:cs typeface="Comic Sans MS"/>
              </a:rPr>
              <a:t> </a:t>
            </a:r>
            <a:r>
              <a:rPr sz="850" dirty="0">
                <a:latin typeface="Comic Sans MS"/>
                <a:cs typeface="Comic Sans MS"/>
              </a:rPr>
              <a:t>(francés)</a:t>
            </a:r>
            <a:r>
              <a:rPr sz="850" b="1" dirty="0">
                <a:latin typeface="Comic Sans MS"/>
                <a:cs typeface="Comic Sans MS"/>
              </a:rPr>
              <a:t>,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D’Annunzio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spc="-10" dirty="0">
                <a:latin typeface="Comic Sans MS"/>
                <a:cs typeface="Comic Sans MS"/>
              </a:rPr>
              <a:t>(italiano).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078355" y="3094354"/>
            <a:ext cx="5071745" cy="775335"/>
          </a:xfrm>
          <a:custGeom>
            <a:avLst/>
            <a:gdLst/>
            <a:ahLst/>
            <a:cxnLst/>
            <a:rect l="l" t="t" r="r" b="b"/>
            <a:pathLst>
              <a:path w="5071745" h="775335">
                <a:moveTo>
                  <a:pt x="5071491" y="0"/>
                </a:moveTo>
                <a:lnTo>
                  <a:pt x="2612136" y="0"/>
                </a:lnTo>
                <a:lnTo>
                  <a:pt x="0" y="0"/>
                </a:lnTo>
                <a:lnTo>
                  <a:pt x="0" y="386016"/>
                </a:lnTo>
                <a:lnTo>
                  <a:pt x="0" y="774954"/>
                </a:lnTo>
                <a:lnTo>
                  <a:pt x="3602990" y="774954"/>
                </a:lnTo>
                <a:lnTo>
                  <a:pt x="5071491" y="774954"/>
                </a:lnTo>
                <a:lnTo>
                  <a:pt x="5071491" y="386080"/>
                </a:lnTo>
                <a:lnTo>
                  <a:pt x="50714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093595" y="3127375"/>
            <a:ext cx="5013325" cy="721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00"/>
              </a:spcBef>
              <a:tabLst>
                <a:tab pos="2677795" algn="l"/>
              </a:tabLst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OJO</a:t>
            </a:r>
            <a:r>
              <a:rPr sz="1000" dirty="0">
                <a:latin typeface="Calibri"/>
                <a:cs typeface="Calibri"/>
              </a:rPr>
              <a:t>: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RAE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advierte</a:t>
            </a:r>
            <a:r>
              <a:rPr sz="1000" spc="204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que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no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correcto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su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uso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Sería</a:t>
            </a:r>
            <a:r>
              <a:rPr sz="1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incorrecto:</a:t>
            </a:r>
            <a:r>
              <a:rPr sz="1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Mundial’82,</a:t>
            </a:r>
            <a:r>
              <a:rPr sz="850" b="1" spc="31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Barcelona’92…</a:t>
            </a:r>
            <a:endParaRPr sz="850">
              <a:latin typeface="Comic Sans MS"/>
              <a:cs typeface="Comic Sans MS"/>
            </a:endParaRPr>
          </a:p>
          <a:p>
            <a:pPr marL="73660">
              <a:lnSpc>
                <a:spcPct val="100000"/>
              </a:lnSpc>
              <a:spcBef>
                <a:spcPts val="20"/>
              </a:spcBef>
              <a:tabLst>
                <a:tab pos="2761615" algn="l"/>
              </a:tabLst>
            </a:pPr>
            <a:r>
              <a:rPr sz="1000" dirty="0">
                <a:latin typeface="Calibri"/>
                <a:cs typeface="Calibri"/>
              </a:rPr>
              <a:t>para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sustituir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dos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primeras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cifras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año.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500" baseline="-5555" dirty="0">
                <a:solidFill>
                  <a:srgbClr val="FF0000"/>
                </a:solidFill>
                <a:latin typeface="Calibri"/>
                <a:cs typeface="Calibri"/>
              </a:rPr>
              <a:t>Es</a:t>
            </a:r>
            <a:r>
              <a:rPr sz="1500" spc="7" baseline="-55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spc="-15" baseline="-5555" dirty="0">
                <a:solidFill>
                  <a:srgbClr val="FF0000"/>
                </a:solidFill>
                <a:latin typeface="Calibri"/>
                <a:cs typeface="Calibri"/>
              </a:rPr>
              <a:t>correcto: </a:t>
            </a:r>
            <a:r>
              <a:rPr sz="1275" b="1" baseline="-6535" dirty="0">
                <a:latin typeface="Comic Sans MS"/>
                <a:cs typeface="Comic Sans MS"/>
              </a:rPr>
              <a:t>Mundial</a:t>
            </a:r>
            <a:r>
              <a:rPr sz="1275" b="1" spc="37" baseline="-6535" dirty="0">
                <a:latin typeface="Comic Sans MS"/>
                <a:cs typeface="Comic Sans MS"/>
              </a:rPr>
              <a:t> </a:t>
            </a:r>
            <a:r>
              <a:rPr sz="1275" b="1" baseline="-6535" dirty="0">
                <a:latin typeface="Comic Sans MS"/>
                <a:cs typeface="Comic Sans MS"/>
              </a:rPr>
              <a:t>82</a:t>
            </a:r>
            <a:r>
              <a:rPr sz="1275" b="1" spc="-7" baseline="-6535" dirty="0">
                <a:latin typeface="Comic Sans MS"/>
                <a:cs typeface="Comic Sans MS"/>
              </a:rPr>
              <a:t> </a:t>
            </a:r>
            <a:r>
              <a:rPr sz="1275" b="1" baseline="-6535" dirty="0">
                <a:latin typeface="Comic Sans MS"/>
                <a:cs typeface="Comic Sans MS"/>
              </a:rPr>
              <a:t>o </a:t>
            </a:r>
            <a:r>
              <a:rPr sz="1275" b="1" spc="-15" baseline="-6535" dirty="0">
                <a:latin typeface="Comic Sans MS"/>
                <a:cs typeface="Comic Sans MS"/>
              </a:rPr>
              <a:t>Barcelona-</a:t>
            </a:r>
            <a:r>
              <a:rPr sz="1275" b="1" spc="-37" baseline="-6535" dirty="0">
                <a:latin typeface="Comic Sans MS"/>
                <a:cs typeface="Comic Sans MS"/>
              </a:rPr>
              <a:t>92…</a:t>
            </a:r>
            <a:endParaRPr sz="1275" baseline="-6535">
              <a:latin typeface="Comic Sans MS"/>
              <a:cs typeface="Comic Sans MS"/>
            </a:endParaRPr>
          </a:p>
          <a:p>
            <a:pPr marR="17780" algn="ctr">
              <a:lnSpc>
                <a:spcPct val="100000"/>
              </a:lnSpc>
              <a:spcBef>
                <a:spcPts val="620"/>
              </a:spcBef>
              <a:tabLst>
                <a:tab pos="3655695" algn="l"/>
              </a:tabLst>
            </a:pPr>
            <a:r>
              <a:rPr sz="1000" spc="-10" dirty="0">
                <a:latin typeface="Calibri"/>
                <a:cs typeface="Calibri"/>
              </a:rPr>
              <a:t>También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incorrecto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usarlo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formas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plural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siglas.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Su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Incorrecto:</a:t>
            </a:r>
            <a:r>
              <a:rPr sz="1000" spc="24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850" b="1" dirty="0">
                <a:latin typeface="Comic Sans MS"/>
                <a:cs typeface="Comic Sans MS"/>
              </a:rPr>
              <a:t>las</a:t>
            </a:r>
            <a:r>
              <a:rPr sz="850" b="1" spc="-10" dirty="0">
                <a:latin typeface="Comic Sans MS"/>
                <a:cs typeface="Comic Sans MS"/>
              </a:rPr>
              <a:t> ONG’s…</a:t>
            </a:r>
            <a:endParaRPr sz="850">
              <a:latin typeface="Comic Sans MS"/>
              <a:cs typeface="Comic Sans MS"/>
            </a:endParaRPr>
          </a:p>
          <a:p>
            <a:pPr marR="45720" algn="ctr">
              <a:lnSpc>
                <a:spcPct val="100000"/>
              </a:lnSpc>
              <a:spcBef>
                <a:spcPts val="40"/>
              </a:spcBef>
              <a:tabLst>
                <a:tab pos="3686175" algn="l"/>
              </a:tabLst>
            </a:pPr>
            <a:r>
              <a:rPr sz="1000" dirty="0">
                <a:latin typeface="Calibri"/>
                <a:cs typeface="Calibri"/>
              </a:rPr>
              <a:t>plural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tiene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misma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forma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que el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singular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acrónimos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varía).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500" baseline="-5555" dirty="0">
                <a:solidFill>
                  <a:srgbClr val="FF0000"/>
                </a:solidFill>
                <a:latin typeface="Calibri"/>
                <a:cs typeface="Calibri"/>
              </a:rPr>
              <a:t>Correcto:</a:t>
            </a:r>
            <a:r>
              <a:rPr sz="1500" spc="-22" baseline="-55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75" b="1" baseline="-6535" dirty="0">
                <a:latin typeface="Comic Sans MS"/>
                <a:cs typeface="Comic Sans MS"/>
              </a:rPr>
              <a:t>las</a:t>
            </a:r>
            <a:r>
              <a:rPr sz="1275" b="1" spc="-30" baseline="-6535" dirty="0">
                <a:latin typeface="Comic Sans MS"/>
                <a:cs typeface="Comic Sans MS"/>
              </a:rPr>
              <a:t> ONG…</a:t>
            </a:r>
            <a:endParaRPr sz="1275" baseline="-6535">
              <a:latin typeface="Comic Sans MS"/>
              <a:cs typeface="Comic Sans MS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21640" y="3869308"/>
            <a:ext cx="4899025" cy="424180"/>
          </a:xfrm>
          <a:custGeom>
            <a:avLst/>
            <a:gdLst/>
            <a:ahLst/>
            <a:cxnLst/>
            <a:rect l="l" t="t" r="r" b="b"/>
            <a:pathLst>
              <a:path w="4899025" h="424179">
                <a:moveTo>
                  <a:pt x="4898771" y="0"/>
                </a:moveTo>
                <a:lnTo>
                  <a:pt x="1656715" y="0"/>
                </a:lnTo>
                <a:lnTo>
                  <a:pt x="1115695" y="0"/>
                </a:lnTo>
                <a:lnTo>
                  <a:pt x="0" y="0"/>
                </a:lnTo>
                <a:lnTo>
                  <a:pt x="0" y="424180"/>
                </a:lnTo>
                <a:lnTo>
                  <a:pt x="1115695" y="424180"/>
                </a:lnTo>
                <a:lnTo>
                  <a:pt x="1656715" y="424180"/>
                </a:lnTo>
                <a:lnTo>
                  <a:pt x="4898771" y="424180"/>
                </a:lnTo>
                <a:lnTo>
                  <a:pt x="489877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121535" y="3902328"/>
            <a:ext cx="3165475" cy="3333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R="5080" indent="185420">
              <a:lnSpc>
                <a:spcPct val="101800"/>
              </a:lnSpc>
              <a:spcBef>
                <a:spcPts val="75"/>
              </a:spcBef>
            </a:pPr>
            <a:r>
              <a:rPr sz="1000" dirty="0">
                <a:latin typeface="Calibri"/>
                <a:cs typeface="Calibri"/>
              </a:rPr>
              <a:t>La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RAE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también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recomienda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no usar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apóstrofo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para </a:t>
            </a:r>
            <a:r>
              <a:rPr sz="1000" dirty="0">
                <a:latin typeface="Calibri"/>
                <a:cs typeface="Calibri"/>
              </a:rPr>
              <a:t>separar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horas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y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minutos</a:t>
            </a:r>
            <a:r>
              <a:rPr sz="1000" dirty="0">
                <a:latin typeface="Calibri"/>
                <a:cs typeface="Calibri"/>
              </a:rPr>
              <a:t>.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Tampoco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números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decimales</a:t>
            </a:r>
            <a:r>
              <a:rPr sz="1000" spc="-10" dirty="0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320410" y="3869308"/>
            <a:ext cx="1829435" cy="424180"/>
          </a:xfrm>
          <a:custGeom>
            <a:avLst/>
            <a:gdLst/>
            <a:ahLst/>
            <a:cxnLst/>
            <a:rect l="l" t="t" r="r" b="b"/>
            <a:pathLst>
              <a:path w="1829434" h="424179">
                <a:moveTo>
                  <a:pt x="1829435" y="0"/>
                </a:moveTo>
                <a:lnTo>
                  <a:pt x="0" y="0"/>
                </a:lnTo>
                <a:lnTo>
                  <a:pt x="0" y="424179"/>
                </a:lnTo>
                <a:lnTo>
                  <a:pt x="1829435" y="424179"/>
                </a:lnTo>
                <a:lnTo>
                  <a:pt x="182943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406644" y="3848987"/>
            <a:ext cx="1672589" cy="43688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Incorrecto:</a:t>
            </a:r>
            <a:r>
              <a:rPr sz="1000" spc="235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850" b="1" dirty="0">
                <a:latin typeface="Comic Sans MS"/>
                <a:cs typeface="Comic Sans MS"/>
              </a:rPr>
              <a:t>20’30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h.,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3’1416…</a:t>
            </a:r>
            <a:endParaRPr sz="850">
              <a:latin typeface="Comic Sans MS"/>
              <a:cs typeface="Comic Sans MS"/>
            </a:endParaRPr>
          </a:p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Correcto:</a:t>
            </a:r>
            <a:r>
              <a:rPr sz="1000" spc="4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20:30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h.,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3,1416…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21640" y="4293615"/>
            <a:ext cx="6728459" cy="243840"/>
          </a:xfrm>
          <a:custGeom>
            <a:avLst/>
            <a:gdLst/>
            <a:ahLst/>
            <a:cxnLst/>
            <a:rect l="l" t="t" r="r" b="b"/>
            <a:pathLst>
              <a:path w="6728459" h="243839">
                <a:moveTo>
                  <a:pt x="6728206" y="0"/>
                </a:moveTo>
                <a:lnTo>
                  <a:pt x="0" y="0"/>
                </a:lnTo>
                <a:lnTo>
                  <a:pt x="0" y="243839"/>
                </a:lnTo>
                <a:lnTo>
                  <a:pt x="6728206" y="243839"/>
                </a:lnTo>
                <a:lnTo>
                  <a:pt x="672820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47077" y="4326635"/>
            <a:ext cx="60871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¿Sabías</a:t>
            </a:r>
            <a:r>
              <a:rPr sz="10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que…?</a:t>
            </a:r>
            <a:r>
              <a:rPr sz="1000" b="1" spc="40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Apóstrofo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y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apóstrofe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son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palabras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distintas</a:t>
            </a:r>
            <a:r>
              <a:rPr sz="1000" dirty="0"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 Apóstrofe </a:t>
            </a:r>
            <a:r>
              <a:rPr sz="1000" dirty="0">
                <a:latin typeface="Calibri"/>
                <a:cs typeface="Calibri"/>
              </a:rPr>
              <a:t>significa: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‘invocación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vehemente’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‘insulto’.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5777" y="5116829"/>
            <a:ext cx="946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00FF"/>
                </a:solidFill>
                <a:latin typeface="Comic Sans MS"/>
                <a:cs typeface="Comic Sans MS"/>
              </a:rPr>
              <a:t>ASTERISCO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45614" y="5066029"/>
            <a:ext cx="124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0066"/>
                </a:solidFill>
                <a:latin typeface="Arial Black"/>
                <a:cs typeface="Arial Black"/>
              </a:rPr>
              <a:t>*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225675" y="4517135"/>
            <a:ext cx="4776470" cy="43688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520"/>
              </a:spcBef>
            </a:pPr>
            <a:r>
              <a:rPr sz="1000" spc="-10" dirty="0">
                <a:latin typeface="Calibri"/>
                <a:cs typeface="Calibri"/>
              </a:rPr>
              <a:t>Normalmente </a:t>
            </a:r>
            <a:r>
              <a:rPr sz="1000" dirty="0">
                <a:latin typeface="Calibri"/>
                <a:cs typeface="Calibri"/>
              </a:rPr>
              <a:t>su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indicar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notas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margen o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pie de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página,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dos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formas: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A.</a:t>
            </a:r>
            <a:r>
              <a:rPr sz="10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Si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queremos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hablar de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algún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concepto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o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palabra</a:t>
            </a:r>
            <a:r>
              <a:rPr sz="1000" b="1" spc="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texto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forma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más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amplia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le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169795" y="4878069"/>
            <a:ext cx="4884420" cy="59182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520"/>
              </a:spcBef>
            </a:pPr>
            <a:r>
              <a:rPr sz="1000" dirty="0">
                <a:latin typeface="Calibri"/>
                <a:cs typeface="Calibri"/>
              </a:rPr>
              <a:t>coloca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asterisco,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pie de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página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(raramente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margen)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habla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 forma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más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extensa.</a:t>
            </a:r>
            <a:endParaRPr sz="1000">
              <a:latin typeface="Calibri"/>
              <a:cs typeface="Calibri"/>
            </a:endParaRPr>
          </a:p>
          <a:p>
            <a:pPr marL="1089660" marR="5080" indent="-1077595">
              <a:lnSpc>
                <a:spcPct val="101699"/>
              </a:lnSpc>
              <a:spcBef>
                <a:spcPts val="400"/>
              </a:spcBef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B.</a:t>
            </a:r>
            <a:r>
              <a:rPr sz="10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También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podemos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citar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información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complementaria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colocando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asterisco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pie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página </a:t>
            </a:r>
            <a:r>
              <a:rPr sz="1000" dirty="0">
                <a:latin typeface="Calibri"/>
                <a:cs typeface="Calibri"/>
              </a:rPr>
              <a:t>(o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margen)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sin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haberlo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colocado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antes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texto.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367914" y="5510529"/>
            <a:ext cx="2118360" cy="3327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81280">
              <a:lnSpc>
                <a:spcPct val="101699"/>
              </a:lnSpc>
              <a:spcBef>
                <a:spcPts val="80"/>
              </a:spcBef>
            </a:pPr>
            <a:r>
              <a:rPr sz="1000" dirty="0">
                <a:latin typeface="Calibri"/>
                <a:cs typeface="Calibri"/>
              </a:rPr>
              <a:t>Su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otro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uso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indicar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palabras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50" dirty="0">
                <a:latin typeface="Calibri"/>
                <a:cs typeface="Calibri"/>
              </a:rPr>
              <a:t>o</a:t>
            </a:r>
            <a:r>
              <a:rPr sz="1000" spc="-10" dirty="0">
                <a:latin typeface="Calibri"/>
                <a:cs typeface="Calibri"/>
              </a:rPr>
              <a:t> construcciones</a:t>
            </a:r>
            <a:r>
              <a:rPr sz="1000" spc="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gramaticales</a:t>
            </a:r>
            <a:r>
              <a:rPr sz="1000" spc="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incorrectas.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188203" y="5504434"/>
            <a:ext cx="1548130" cy="3251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sz="850" b="1" dirty="0">
                <a:latin typeface="Comic Sans MS"/>
                <a:cs typeface="Comic Sans MS"/>
              </a:rPr>
              <a:t>*</a:t>
            </a:r>
            <a:r>
              <a:rPr sz="850" b="1" i="1" dirty="0">
                <a:latin typeface="Comic Sans MS"/>
                <a:cs typeface="Comic Sans MS"/>
              </a:rPr>
              <a:t>Sus</a:t>
            </a:r>
            <a:r>
              <a:rPr sz="850" b="1" i="1" spc="-1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estos</a:t>
            </a:r>
            <a:r>
              <a:rPr sz="850" b="1" i="1" spc="-30" dirty="0">
                <a:latin typeface="Comic Sans MS"/>
                <a:cs typeface="Comic Sans MS"/>
              </a:rPr>
              <a:t> </a:t>
            </a:r>
            <a:r>
              <a:rPr sz="850" b="1" i="1" spc="-10" dirty="0">
                <a:latin typeface="Comic Sans MS"/>
                <a:cs typeface="Comic Sans MS"/>
              </a:rPr>
              <a:t>ojos.</a:t>
            </a:r>
            <a:endParaRPr sz="85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sz="850" b="1" dirty="0">
                <a:latin typeface="Comic Sans MS"/>
                <a:cs typeface="Comic Sans MS"/>
              </a:rPr>
              <a:t>*</a:t>
            </a:r>
            <a:r>
              <a:rPr sz="850" b="1" i="1" dirty="0">
                <a:latin typeface="Comic Sans MS"/>
                <a:cs typeface="Comic Sans MS"/>
              </a:rPr>
              <a:t>Quiero que</a:t>
            </a:r>
            <a:r>
              <a:rPr sz="850" b="1" i="1" spc="-2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yo</a:t>
            </a:r>
            <a:r>
              <a:rPr sz="850" b="1" i="1" spc="-1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vaya</a:t>
            </a:r>
            <a:r>
              <a:rPr sz="850" b="1" i="1" spc="-25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a</a:t>
            </a:r>
            <a:r>
              <a:rPr sz="850" b="1" i="1" spc="-20" dirty="0">
                <a:latin typeface="Comic Sans MS"/>
                <a:cs typeface="Comic Sans MS"/>
              </a:rPr>
              <a:t> </a:t>
            </a:r>
            <a:r>
              <a:rPr sz="850" b="1" i="1" spc="-10" dirty="0">
                <a:latin typeface="Comic Sans MS"/>
                <a:cs typeface="Comic Sans MS"/>
              </a:rPr>
              <a:t>París.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21640" y="5866129"/>
            <a:ext cx="1115695" cy="1351915"/>
          </a:xfrm>
          <a:custGeom>
            <a:avLst/>
            <a:gdLst/>
            <a:ahLst/>
            <a:cxnLst/>
            <a:rect l="l" t="t" r="r" b="b"/>
            <a:pathLst>
              <a:path w="1115695" h="1351915">
                <a:moveTo>
                  <a:pt x="1115695" y="0"/>
                </a:moveTo>
                <a:lnTo>
                  <a:pt x="0" y="0"/>
                </a:lnTo>
                <a:lnTo>
                  <a:pt x="0" y="1351661"/>
                </a:lnTo>
                <a:lnTo>
                  <a:pt x="1115695" y="1351661"/>
                </a:lnTo>
                <a:lnTo>
                  <a:pt x="111569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721677" y="6448044"/>
            <a:ext cx="5257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00FF"/>
                </a:solidFill>
                <a:latin typeface="Comic Sans MS"/>
                <a:cs typeface="Comic Sans MS"/>
              </a:rPr>
              <a:t>BARRA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537335" y="5866129"/>
            <a:ext cx="541020" cy="1351915"/>
          </a:xfrm>
          <a:custGeom>
            <a:avLst/>
            <a:gdLst/>
            <a:ahLst/>
            <a:cxnLst/>
            <a:rect l="l" t="t" r="r" b="b"/>
            <a:pathLst>
              <a:path w="541019" h="1351915">
                <a:moveTo>
                  <a:pt x="541020" y="0"/>
                </a:moveTo>
                <a:lnTo>
                  <a:pt x="0" y="0"/>
                </a:lnTo>
                <a:lnTo>
                  <a:pt x="0" y="1351661"/>
                </a:lnTo>
                <a:lnTo>
                  <a:pt x="541020" y="1351661"/>
                </a:lnTo>
                <a:lnTo>
                  <a:pt x="54102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783714" y="6435344"/>
            <a:ext cx="622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0066"/>
                </a:solidFill>
                <a:latin typeface="Arial Black"/>
                <a:cs typeface="Arial Black"/>
              </a:rPr>
              <a:t>/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078354" y="5866193"/>
            <a:ext cx="2251075" cy="671195"/>
          </a:xfrm>
          <a:custGeom>
            <a:avLst/>
            <a:gdLst/>
            <a:ahLst/>
            <a:cxnLst/>
            <a:rect l="l" t="t" r="r" b="b"/>
            <a:pathLst>
              <a:path w="2251075" h="671195">
                <a:moveTo>
                  <a:pt x="2251074" y="0"/>
                </a:moveTo>
                <a:lnTo>
                  <a:pt x="0" y="0"/>
                </a:lnTo>
                <a:lnTo>
                  <a:pt x="0" y="670877"/>
                </a:lnTo>
                <a:lnTo>
                  <a:pt x="2251074" y="670877"/>
                </a:lnTo>
                <a:lnTo>
                  <a:pt x="225107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2157095" y="5845810"/>
            <a:ext cx="2101215" cy="59245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673100">
              <a:lnSpc>
                <a:spcPct val="100000"/>
              </a:lnSpc>
              <a:spcBef>
                <a:spcPts val="520"/>
              </a:spcBef>
            </a:pPr>
            <a:r>
              <a:rPr sz="1000" dirty="0">
                <a:latin typeface="Calibri"/>
                <a:cs typeface="Calibri"/>
              </a:rPr>
              <a:t>Usos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variados:</a:t>
            </a:r>
            <a:endParaRPr sz="1000">
              <a:latin typeface="Calibri"/>
              <a:cs typeface="Calibri"/>
            </a:endParaRPr>
          </a:p>
          <a:p>
            <a:pPr marR="5080" indent="241300">
              <a:lnSpc>
                <a:spcPct val="101800"/>
              </a:lnSpc>
              <a:spcBef>
                <a:spcPts val="395"/>
              </a:spcBef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1.</a:t>
            </a:r>
            <a:r>
              <a:rPr sz="1000" b="1" spc="1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fórmulas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determinadas </a:t>
            </a:r>
            <a:r>
              <a:rPr sz="1000" dirty="0">
                <a:latin typeface="Calibri"/>
                <a:cs typeface="Calibri"/>
              </a:rPr>
              <a:t>expresiones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sustituyendo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preposiciones.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078355" y="5866193"/>
            <a:ext cx="5071745" cy="889635"/>
          </a:xfrm>
          <a:custGeom>
            <a:avLst/>
            <a:gdLst/>
            <a:ahLst/>
            <a:cxnLst/>
            <a:rect l="l" t="t" r="r" b="b"/>
            <a:pathLst>
              <a:path w="5071745" h="889634">
                <a:moveTo>
                  <a:pt x="5071491" y="0"/>
                </a:moveTo>
                <a:lnTo>
                  <a:pt x="2251075" y="0"/>
                </a:lnTo>
                <a:lnTo>
                  <a:pt x="2251075" y="670750"/>
                </a:lnTo>
                <a:lnTo>
                  <a:pt x="0" y="670750"/>
                </a:lnTo>
                <a:lnTo>
                  <a:pt x="0" y="889190"/>
                </a:lnTo>
                <a:lnTo>
                  <a:pt x="2612136" y="889190"/>
                </a:lnTo>
                <a:lnTo>
                  <a:pt x="5071491" y="889190"/>
                </a:lnTo>
                <a:lnTo>
                  <a:pt x="5071491" y="670877"/>
                </a:lnTo>
                <a:lnTo>
                  <a:pt x="5071491" y="670750"/>
                </a:lnTo>
                <a:lnTo>
                  <a:pt x="50714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2190114" y="5895594"/>
            <a:ext cx="4933315" cy="852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691765" indent="-151130">
              <a:lnSpc>
                <a:spcPct val="100000"/>
              </a:lnSpc>
              <a:spcBef>
                <a:spcPts val="125"/>
              </a:spcBef>
              <a:buClr>
                <a:srgbClr val="FF0000"/>
              </a:buClr>
              <a:buSzPct val="117647"/>
              <a:buFont typeface="Calibri"/>
              <a:buAutoNum type="arabicPeriod"/>
              <a:tabLst>
                <a:tab pos="2691765" algn="l"/>
              </a:tabLst>
            </a:pPr>
            <a:r>
              <a:rPr sz="850" b="1" dirty="0">
                <a:latin typeface="Comic Sans MS"/>
                <a:cs typeface="Comic Sans MS"/>
              </a:rPr>
              <a:t>120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km/h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[=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kilómetros</a:t>
            </a:r>
            <a:r>
              <a:rPr sz="850" b="1" spc="-3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por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hora],</a:t>
            </a:r>
            <a:endParaRPr sz="850">
              <a:latin typeface="Comic Sans MS"/>
              <a:cs typeface="Comic Sans MS"/>
            </a:endParaRPr>
          </a:p>
          <a:p>
            <a:pPr marL="2771775" marR="113664" indent="-536575">
              <a:lnSpc>
                <a:spcPts val="1200"/>
              </a:lnSpc>
              <a:spcBef>
                <a:spcPts val="40"/>
              </a:spcBef>
            </a:pPr>
            <a:r>
              <a:rPr sz="850" b="1" dirty="0">
                <a:latin typeface="Comic Sans MS"/>
                <a:cs typeface="Comic Sans MS"/>
              </a:rPr>
              <a:t>Real</a:t>
            </a:r>
            <a:r>
              <a:rPr sz="850" b="1" spc="-3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Decreto</a:t>
            </a:r>
            <a:r>
              <a:rPr sz="850" b="1" spc="-3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Legislativo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1/1995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24</a:t>
            </a:r>
            <a:r>
              <a:rPr sz="850" b="1" spc="-4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</a:t>
            </a:r>
            <a:r>
              <a:rPr sz="850" b="1" spc="-35" dirty="0">
                <a:latin typeface="Comic Sans MS"/>
                <a:cs typeface="Comic Sans MS"/>
              </a:rPr>
              <a:t> </a:t>
            </a:r>
            <a:r>
              <a:rPr sz="850" b="1" spc="-20" dirty="0">
                <a:latin typeface="Comic Sans MS"/>
                <a:cs typeface="Comic Sans MS"/>
              </a:rPr>
              <a:t>marzo </a:t>
            </a:r>
            <a:r>
              <a:rPr sz="850" b="1" dirty="0">
                <a:latin typeface="Comic Sans MS"/>
                <a:cs typeface="Comic Sans MS"/>
              </a:rPr>
              <a:t>[=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primer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decreto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1995],</a:t>
            </a:r>
            <a:endParaRPr sz="850">
              <a:latin typeface="Comic Sans MS"/>
              <a:cs typeface="Comic Sans MS"/>
            </a:endParaRPr>
          </a:p>
          <a:p>
            <a:pPr marL="2299335">
              <a:lnSpc>
                <a:spcPct val="100000"/>
              </a:lnSpc>
              <a:spcBef>
                <a:spcPts val="95"/>
              </a:spcBef>
            </a:pPr>
            <a:r>
              <a:rPr sz="850" b="1" dirty="0">
                <a:latin typeface="Comic Sans MS"/>
                <a:cs typeface="Comic Sans MS"/>
              </a:rPr>
              <a:t>salario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bruto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1800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euros/mes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[=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euros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al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spc="-20" dirty="0">
                <a:latin typeface="Comic Sans MS"/>
                <a:cs typeface="Comic Sans MS"/>
              </a:rPr>
              <a:t>mes].</a:t>
            </a:r>
            <a:endParaRPr sz="850">
              <a:latin typeface="Comic Sans MS"/>
              <a:cs typeface="Comic Sans MS"/>
            </a:endParaRPr>
          </a:p>
          <a:p>
            <a:pPr marL="151130" indent="-151130">
              <a:lnSpc>
                <a:spcPct val="100000"/>
              </a:lnSpc>
              <a:spcBef>
                <a:spcPts val="530"/>
              </a:spcBef>
              <a:buClr>
                <a:srgbClr val="0000FF"/>
              </a:buClr>
              <a:buFont typeface="Calibri"/>
              <a:buAutoNum type="arabicPeriod" startAt="2"/>
              <a:tabLst>
                <a:tab pos="151130" algn="l"/>
                <a:tab pos="2538095" algn="l"/>
              </a:tabLst>
            </a:pPr>
            <a:r>
              <a:rPr sz="1000" dirty="0">
                <a:latin typeface="Calibri"/>
                <a:cs typeface="Calibri"/>
              </a:rPr>
              <a:t>Para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indicar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opciones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género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y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número</a:t>
            </a:r>
            <a:r>
              <a:rPr sz="1000" spc="-10" dirty="0">
                <a:latin typeface="Calibri"/>
                <a:cs typeface="Calibri"/>
              </a:rPr>
              <a:t>.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2.</a:t>
            </a:r>
            <a:r>
              <a:rPr sz="1000" b="1" spc="1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El/los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día/s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pasado/s;</a:t>
            </a:r>
            <a:r>
              <a:rPr sz="850" b="1" spc="-3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Querido/a</a:t>
            </a:r>
            <a:r>
              <a:rPr sz="850" b="1" spc="-2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amigo/a.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078355" y="6755510"/>
            <a:ext cx="5071745" cy="462280"/>
          </a:xfrm>
          <a:custGeom>
            <a:avLst/>
            <a:gdLst/>
            <a:ahLst/>
            <a:cxnLst/>
            <a:rect l="l" t="t" r="r" b="b"/>
            <a:pathLst>
              <a:path w="5071745" h="462279">
                <a:moveTo>
                  <a:pt x="5071491" y="0"/>
                </a:moveTo>
                <a:lnTo>
                  <a:pt x="2520696" y="0"/>
                </a:lnTo>
                <a:lnTo>
                  <a:pt x="2520696" y="218440"/>
                </a:lnTo>
                <a:lnTo>
                  <a:pt x="2520569" y="218440"/>
                </a:lnTo>
                <a:lnTo>
                  <a:pt x="2520569" y="0"/>
                </a:lnTo>
                <a:lnTo>
                  <a:pt x="0" y="0"/>
                </a:lnTo>
                <a:lnTo>
                  <a:pt x="0" y="218440"/>
                </a:lnTo>
                <a:lnTo>
                  <a:pt x="0" y="462280"/>
                </a:lnTo>
                <a:lnTo>
                  <a:pt x="2701036" y="462280"/>
                </a:lnTo>
                <a:lnTo>
                  <a:pt x="5071491" y="462280"/>
                </a:lnTo>
                <a:lnTo>
                  <a:pt x="5071491" y="218440"/>
                </a:lnTo>
                <a:lnTo>
                  <a:pt x="50714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2622295" y="6722236"/>
            <a:ext cx="4476750" cy="46291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53670" indent="-153670">
              <a:lnSpc>
                <a:spcPct val="100000"/>
              </a:lnSpc>
              <a:spcBef>
                <a:spcPts val="620"/>
              </a:spcBef>
              <a:buClr>
                <a:srgbClr val="0000FF"/>
              </a:buClr>
              <a:buFont typeface="Calibri"/>
              <a:buAutoNum type="arabicPeriod" startAt="3"/>
              <a:tabLst>
                <a:tab pos="153670" algn="l"/>
                <a:tab pos="2042160" algn="l"/>
              </a:tabLst>
            </a:pPr>
            <a:r>
              <a:rPr sz="1000" dirty="0">
                <a:latin typeface="Calibri"/>
                <a:cs typeface="Calibri"/>
              </a:rPr>
              <a:t>En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algunas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abreviaturas</a:t>
            </a:r>
            <a:r>
              <a:rPr sz="1000" spc="-10" dirty="0">
                <a:latin typeface="Calibri"/>
                <a:cs typeface="Calibri"/>
              </a:rPr>
              <a:t>.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3.</a:t>
            </a:r>
            <a:r>
              <a:rPr sz="1000" b="1" spc="1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c/</a:t>
            </a:r>
            <a:r>
              <a:rPr sz="850" b="1" i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(por </a:t>
            </a:r>
            <a:r>
              <a:rPr sz="850" b="1" i="1" dirty="0">
                <a:latin typeface="Comic Sans MS"/>
                <a:cs typeface="Comic Sans MS"/>
              </a:rPr>
              <a:t>calle</a:t>
            </a:r>
            <a:r>
              <a:rPr sz="850" b="1" dirty="0">
                <a:latin typeface="Comic Sans MS"/>
                <a:cs typeface="Comic Sans MS"/>
              </a:rPr>
              <a:t>),</a:t>
            </a:r>
            <a:r>
              <a:rPr sz="850" b="1" spc="34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c/c</a:t>
            </a:r>
            <a:r>
              <a:rPr sz="850" b="1" i="1" spc="-2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(por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i="1" dirty="0">
                <a:latin typeface="Comic Sans MS"/>
                <a:cs typeface="Comic Sans MS"/>
              </a:rPr>
              <a:t>cuenta</a:t>
            </a:r>
            <a:r>
              <a:rPr sz="850" b="1" i="1" spc="-25" dirty="0">
                <a:latin typeface="Comic Sans MS"/>
                <a:cs typeface="Comic Sans MS"/>
              </a:rPr>
              <a:t> </a:t>
            </a:r>
            <a:r>
              <a:rPr sz="850" b="1" i="1" spc="-10" dirty="0">
                <a:latin typeface="Comic Sans MS"/>
                <a:cs typeface="Comic Sans MS"/>
              </a:rPr>
              <a:t>corriente</a:t>
            </a:r>
            <a:r>
              <a:rPr sz="850" b="1" spc="-10" dirty="0">
                <a:latin typeface="Comic Sans MS"/>
                <a:cs typeface="Comic Sans MS"/>
              </a:rPr>
              <a:t>)…</a:t>
            </a:r>
            <a:endParaRPr sz="850">
              <a:latin typeface="Comic Sans MS"/>
              <a:cs typeface="Comic Sans MS"/>
            </a:endParaRPr>
          </a:p>
          <a:p>
            <a:pPr marL="214629" indent="-153670">
              <a:lnSpc>
                <a:spcPct val="100000"/>
              </a:lnSpc>
              <a:spcBef>
                <a:spcPts val="520"/>
              </a:spcBef>
              <a:buClr>
                <a:srgbClr val="0000FF"/>
              </a:buClr>
              <a:buFont typeface="Calibri"/>
              <a:buAutoNum type="arabicPeriod" startAt="3"/>
              <a:tabLst>
                <a:tab pos="214629" algn="l"/>
                <a:tab pos="2905760" algn="l"/>
              </a:tabLst>
            </a:pPr>
            <a:r>
              <a:rPr sz="1000" dirty="0">
                <a:latin typeface="Calibri"/>
                <a:cs typeface="Calibri"/>
              </a:rPr>
              <a:t>En</a:t>
            </a:r>
            <a:r>
              <a:rPr sz="1000" spc="-4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expresiones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fechas</a:t>
            </a:r>
            <a:r>
              <a:rPr sz="1000" spc="-10" dirty="0">
                <a:latin typeface="Calibri"/>
                <a:cs typeface="Calibri"/>
              </a:rPr>
              <a:t>.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4.</a:t>
            </a:r>
            <a:r>
              <a:rPr sz="1000" b="1" spc="1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11/02/1975…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79437" y="7535290"/>
            <a:ext cx="798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00FF"/>
                </a:solidFill>
                <a:latin typeface="Comic Sans MS"/>
                <a:cs typeface="Comic Sans MS"/>
              </a:rPr>
              <a:t>DIÉRESIS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765935" y="7484490"/>
            <a:ext cx="850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0066"/>
                </a:solidFill>
                <a:latin typeface="Arial Black"/>
                <a:cs typeface="Arial Black"/>
              </a:rPr>
              <a:t>¨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139314" y="7250683"/>
            <a:ext cx="2548890" cy="86169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9230" marR="5080" indent="-151130">
              <a:lnSpc>
                <a:spcPct val="101800"/>
              </a:lnSpc>
              <a:spcBef>
                <a:spcPts val="75"/>
              </a:spcBef>
              <a:buClr>
                <a:srgbClr val="0000FF"/>
              </a:buClr>
              <a:buFont typeface="Calibri"/>
              <a:buAutoNum type="arabicPeriod"/>
              <a:tabLst>
                <a:tab pos="302260" algn="l"/>
              </a:tabLst>
            </a:pPr>
            <a:r>
              <a:rPr sz="1000" dirty="0">
                <a:latin typeface="Calibri"/>
                <a:cs typeface="Calibri"/>
              </a:rPr>
              <a:t>Su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uso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principal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indicar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que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la</a:t>
            </a:r>
            <a:r>
              <a:rPr sz="1000" b="1" spc="15" dirty="0">
                <a:latin typeface="Calibri"/>
                <a:cs typeface="Calibri"/>
              </a:rPr>
              <a:t> </a:t>
            </a:r>
            <a:r>
              <a:rPr sz="1000" b="1" i="1" dirty="0">
                <a:latin typeface="Calibri"/>
                <a:cs typeface="Calibri"/>
              </a:rPr>
              <a:t>u</a:t>
            </a:r>
            <a:r>
              <a:rPr sz="1000" b="1" i="1" spc="-20" dirty="0">
                <a:latin typeface="Calibri"/>
                <a:cs typeface="Calibri"/>
              </a:rPr>
              <a:t> </a:t>
            </a:r>
            <a:r>
              <a:rPr sz="1000" b="1" spc="-20" dirty="0">
                <a:latin typeface="Calibri"/>
                <a:cs typeface="Calibri"/>
              </a:rPr>
              <a:t>debe 	</a:t>
            </a:r>
            <a:r>
              <a:rPr sz="1000" b="1" dirty="0">
                <a:latin typeface="Calibri"/>
                <a:cs typeface="Calibri"/>
              </a:rPr>
              <a:t>pronunciarse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cuando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va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entre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b="1" i="1" dirty="0">
                <a:latin typeface="Calibri"/>
                <a:cs typeface="Calibri"/>
              </a:rPr>
              <a:t>g</a:t>
            </a:r>
            <a:r>
              <a:rPr sz="1000" b="1" i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y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i="1" spc="-20" dirty="0">
                <a:latin typeface="Calibri"/>
                <a:cs typeface="Calibri"/>
              </a:rPr>
              <a:t>e/i</a:t>
            </a:r>
            <a:r>
              <a:rPr sz="1000" spc="-20" dirty="0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  <a:p>
            <a:pPr marL="50800" marR="69215" indent="-38100">
              <a:lnSpc>
                <a:spcPct val="101800"/>
              </a:lnSpc>
              <a:spcBef>
                <a:spcPts val="500"/>
              </a:spcBef>
              <a:buClr>
                <a:srgbClr val="0000FF"/>
              </a:buClr>
              <a:buFont typeface="Calibri"/>
              <a:buAutoNum type="arabicPeriod"/>
              <a:tabLst>
                <a:tab pos="50800" algn="l"/>
                <a:tab pos="163830" algn="l"/>
              </a:tabLst>
            </a:pPr>
            <a:r>
              <a:rPr sz="1000" dirty="0">
                <a:latin typeface="Calibri"/>
                <a:cs typeface="Calibri"/>
              </a:rPr>
              <a:t>	Se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admite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su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uso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en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textos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poéticos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sobre </a:t>
            </a:r>
            <a:r>
              <a:rPr sz="1000" spc="-25" dirty="0">
                <a:latin typeface="Calibri"/>
                <a:cs typeface="Calibri"/>
              </a:rPr>
              <a:t>la</a:t>
            </a:r>
            <a:r>
              <a:rPr sz="1000" dirty="0">
                <a:latin typeface="Calibri"/>
                <a:cs typeface="Calibri"/>
              </a:rPr>
              <a:t> primera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vocal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diptongo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indicar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que</a:t>
            </a:r>
            <a:endParaRPr sz="1000">
              <a:latin typeface="Calibri"/>
              <a:cs typeface="Calibri"/>
            </a:endParaRPr>
          </a:p>
          <a:p>
            <a:pPr marL="203200">
              <a:lnSpc>
                <a:spcPct val="100000"/>
              </a:lnSpc>
              <a:spcBef>
                <a:spcPts val="20"/>
              </a:spcBef>
            </a:pPr>
            <a:r>
              <a:rPr sz="1000" dirty="0">
                <a:latin typeface="Calibri"/>
                <a:cs typeface="Calibri"/>
              </a:rPr>
              <a:t>dichas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vocales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pronuncien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separadas.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774184" y="7247000"/>
            <a:ext cx="2341880" cy="8540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76200" marR="5080" indent="-25400">
              <a:lnSpc>
                <a:spcPts val="1200"/>
              </a:lnSpc>
              <a:spcBef>
                <a:spcPts val="170"/>
              </a:spcBef>
              <a:buClr>
                <a:srgbClr val="FF0000"/>
              </a:buClr>
              <a:buSzPct val="117647"/>
              <a:buFont typeface="Calibri"/>
              <a:buAutoNum type="arabicPeriod"/>
              <a:tabLst>
                <a:tab pos="76200" algn="l"/>
                <a:tab pos="201930" algn="l"/>
              </a:tabLst>
            </a:pPr>
            <a:r>
              <a:rPr sz="850" b="1" dirty="0">
                <a:latin typeface="Comic Sans MS"/>
                <a:cs typeface="Comic Sans MS"/>
              </a:rPr>
              <a:t>	Agüita,</a:t>
            </a:r>
            <a:r>
              <a:rPr sz="850" b="1" spc="36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antigüedad,</a:t>
            </a:r>
            <a:r>
              <a:rPr sz="850" b="1" spc="3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bilingüe,</a:t>
            </a:r>
            <a:r>
              <a:rPr sz="850" b="1" spc="32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cigüeña, </a:t>
            </a:r>
            <a:r>
              <a:rPr sz="850" b="1" dirty="0">
                <a:latin typeface="Comic Sans MS"/>
                <a:cs typeface="Comic Sans MS"/>
              </a:rPr>
              <a:t>desagüe,</a:t>
            </a:r>
            <a:r>
              <a:rPr sz="850" b="1" spc="3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halagüeño,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paragüero,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pingüino…</a:t>
            </a:r>
            <a:endParaRPr sz="850">
              <a:latin typeface="Comic Sans MS"/>
              <a:cs typeface="Comic Sans MS"/>
            </a:endParaRPr>
          </a:p>
          <a:p>
            <a:pPr marL="163830" marR="56515" indent="-151130">
              <a:lnSpc>
                <a:spcPct val="112700"/>
              </a:lnSpc>
              <a:spcBef>
                <a:spcPts val="345"/>
              </a:spcBef>
              <a:buClr>
                <a:srgbClr val="FF0000"/>
              </a:buClr>
              <a:buSzPct val="117647"/>
              <a:buFont typeface="Calibri"/>
              <a:buAutoNum type="arabicPeriod"/>
              <a:tabLst>
                <a:tab pos="355600" algn="l"/>
              </a:tabLst>
            </a:pPr>
            <a:r>
              <a:rPr sz="850" b="1" dirty="0">
                <a:latin typeface="Comic Sans MS"/>
                <a:cs typeface="Comic Sans MS"/>
              </a:rPr>
              <a:t>«¡Oh!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¡Cuán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süave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resonó en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mi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oído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/ </a:t>
            </a:r>
            <a:r>
              <a:rPr sz="850" b="1" spc="-25" dirty="0">
                <a:latin typeface="Comic Sans MS"/>
                <a:cs typeface="Comic Sans MS"/>
              </a:rPr>
              <a:t>el 	</a:t>
            </a:r>
            <a:r>
              <a:rPr sz="850" b="1" dirty="0">
                <a:latin typeface="Comic Sans MS"/>
                <a:cs typeface="Comic Sans MS"/>
              </a:rPr>
              <a:t>bullicio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del</a:t>
            </a:r>
            <a:r>
              <a:rPr sz="850" b="1" spc="-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mundo</a:t>
            </a:r>
            <a:r>
              <a:rPr sz="850" b="1" spc="-4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y su</a:t>
            </a:r>
            <a:r>
              <a:rPr sz="850" b="1" spc="-5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rüido!»</a:t>
            </a:r>
            <a:endParaRPr sz="850">
              <a:latin typeface="Comic Sans MS"/>
              <a:cs typeface="Comic Sans MS"/>
            </a:endParaRPr>
          </a:p>
          <a:p>
            <a:pPr marL="203200">
              <a:lnSpc>
                <a:spcPct val="100000"/>
              </a:lnSpc>
              <a:spcBef>
                <a:spcPts val="160"/>
              </a:spcBef>
            </a:pPr>
            <a:r>
              <a:rPr sz="850" b="1" dirty="0">
                <a:latin typeface="Comic Sans MS"/>
                <a:cs typeface="Comic Sans MS"/>
              </a:rPr>
              <a:t>(Espronceda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Diablo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[Esp.</a:t>
            </a:r>
            <a:r>
              <a:rPr sz="850" b="1" spc="-10" dirty="0">
                <a:latin typeface="Comic Sans MS"/>
                <a:cs typeface="Comic Sans MS"/>
              </a:rPr>
              <a:t> </a:t>
            </a:r>
            <a:r>
              <a:rPr sz="850" b="1" spc="-20" dirty="0">
                <a:latin typeface="Comic Sans MS"/>
                <a:cs typeface="Comic Sans MS"/>
              </a:rPr>
              <a:t>1840-41]).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421640" y="8145208"/>
            <a:ext cx="1115695" cy="1171575"/>
          </a:xfrm>
          <a:custGeom>
            <a:avLst/>
            <a:gdLst/>
            <a:ahLst/>
            <a:cxnLst/>
            <a:rect l="l" t="t" r="r" b="b"/>
            <a:pathLst>
              <a:path w="1115695" h="1171575">
                <a:moveTo>
                  <a:pt x="1115695" y="0"/>
                </a:moveTo>
                <a:lnTo>
                  <a:pt x="0" y="0"/>
                </a:lnTo>
                <a:lnTo>
                  <a:pt x="0" y="1171257"/>
                </a:lnTo>
                <a:lnTo>
                  <a:pt x="1115695" y="1171257"/>
                </a:lnTo>
                <a:lnTo>
                  <a:pt x="111569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706437" y="8513444"/>
            <a:ext cx="558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00FF"/>
                </a:solidFill>
                <a:latin typeface="Comic Sans MS"/>
                <a:cs typeface="Comic Sans MS"/>
              </a:rPr>
              <a:t>GUION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537335" y="8145208"/>
            <a:ext cx="541020" cy="1171575"/>
          </a:xfrm>
          <a:custGeom>
            <a:avLst/>
            <a:gdLst/>
            <a:ahLst/>
            <a:cxnLst/>
            <a:rect l="l" t="t" r="r" b="b"/>
            <a:pathLst>
              <a:path w="541019" h="1171575">
                <a:moveTo>
                  <a:pt x="541020" y="0"/>
                </a:moveTo>
                <a:lnTo>
                  <a:pt x="0" y="0"/>
                </a:lnTo>
                <a:lnTo>
                  <a:pt x="0" y="1171257"/>
                </a:lnTo>
                <a:lnTo>
                  <a:pt x="541020" y="1171257"/>
                </a:lnTo>
                <a:lnTo>
                  <a:pt x="54102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1778635" y="8449944"/>
            <a:ext cx="723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66"/>
                </a:solidFill>
                <a:latin typeface="Arial Black"/>
                <a:cs typeface="Arial Black"/>
              </a:rPr>
              <a:t>-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2078355" y="8145144"/>
            <a:ext cx="5071745" cy="739140"/>
          </a:xfrm>
          <a:custGeom>
            <a:avLst/>
            <a:gdLst/>
            <a:ahLst/>
            <a:cxnLst/>
            <a:rect l="l" t="t" r="r" b="b"/>
            <a:pathLst>
              <a:path w="5071745" h="739140">
                <a:moveTo>
                  <a:pt x="5071491" y="0"/>
                </a:moveTo>
                <a:lnTo>
                  <a:pt x="0" y="0"/>
                </a:lnTo>
                <a:lnTo>
                  <a:pt x="0" y="218440"/>
                </a:lnTo>
                <a:lnTo>
                  <a:pt x="0" y="739140"/>
                </a:lnTo>
                <a:lnTo>
                  <a:pt x="2339975" y="739140"/>
                </a:lnTo>
                <a:lnTo>
                  <a:pt x="2339975" y="218440"/>
                </a:lnTo>
                <a:lnTo>
                  <a:pt x="5071491" y="218440"/>
                </a:lnTo>
                <a:lnTo>
                  <a:pt x="50714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2202814" y="8551544"/>
            <a:ext cx="21018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Calibri"/>
                <a:cs typeface="Calibri"/>
              </a:rPr>
              <a:t>compuesta</a:t>
            </a:r>
            <a:r>
              <a:rPr sz="1000" dirty="0">
                <a:latin typeface="Calibri"/>
                <a:cs typeface="Calibri"/>
              </a:rPr>
              <a:t>,</a:t>
            </a:r>
            <a:r>
              <a:rPr sz="1000" spc="-4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muchas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formas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distintas.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4418329" y="8363584"/>
            <a:ext cx="2731770" cy="520700"/>
          </a:xfrm>
          <a:custGeom>
            <a:avLst/>
            <a:gdLst/>
            <a:ahLst/>
            <a:cxnLst/>
            <a:rect l="l" t="t" r="r" b="b"/>
            <a:pathLst>
              <a:path w="2731770" h="520700">
                <a:moveTo>
                  <a:pt x="2731516" y="0"/>
                </a:moveTo>
                <a:lnTo>
                  <a:pt x="0" y="0"/>
                </a:lnTo>
                <a:lnTo>
                  <a:pt x="0" y="520700"/>
                </a:lnTo>
                <a:lnTo>
                  <a:pt x="2731516" y="520700"/>
                </a:lnTo>
                <a:lnTo>
                  <a:pt x="273151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2146935" y="8112125"/>
            <a:ext cx="4820920" cy="46228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620"/>
              </a:spcBef>
            </a:pPr>
            <a:r>
              <a:rPr sz="1000" dirty="0">
                <a:latin typeface="Calibri"/>
                <a:cs typeface="Calibri"/>
              </a:rPr>
              <a:t>Tiene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muchísimos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usos.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Agruparemos </a:t>
            </a:r>
            <a:r>
              <a:rPr sz="1000" dirty="0">
                <a:latin typeface="Calibri"/>
                <a:cs typeface="Calibri"/>
              </a:rPr>
              <a:t>sus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funciones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poder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entenderlas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mejor.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0"/>
              </a:spcBef>
              <a:tabLst>
                <a:tab pos="2469515" algn="l"/>
              </a:tabLst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1.</a:t>
            </a:r>
            <a:r>
              <a:rPr sz="1000" b="1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unir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dos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palabras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que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forman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spc="-25" dirty="0">
                <a:latin typeface="Calibri"/>
                <a:cs typeface="Calibri"/>
              </a:rPr>
              <a:t>una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1.</a:t>
            </a:r>
            <a:r>
              <a:rPr sz="1000" b="1" spc="2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franco-</a:t>
            </a:r>
            <a:r>
              <a:rPr sz="850" b="1" dirty="0">
                <a:latin typeface="Comic Sans MS"/>
                <a:cs typeface="Comic Sans MS"/>
              </a:rPr>
              <a:t>alemán,</a:t>
            </a:r>
            <a:r>
              <a:rPr sz="850" b="1" spc="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histórico-</a:t>
            </a:r>
            <a:r>
              <a:rPr sz="850" b="1" dirty="0">
                <a:latin typeface="Comic Sans MS"/>
                <a:cs typeface="Comic Sans MS"/>
              </a:rPr>
              <a:t>crítico,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bomba-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4474209" y="8545448"/>
            <a:ext cx="26358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5080" indent="-25400">
              <a:lnSpc>
                <a:spcPct val="117600"/>
              </a:lnSpc>
              <a:spcBef>
                <a:spcPts val="95"/>
              </a:spcBef>
            </a:pPr>
            <a:r>
              <a:rPr sz="850" b="1" dirty="0">
                <a:latin typeface="Comic Sans MS"/>
                <a:cs typeface="Comic Sans MS"/>
              </a:rPr>
              <a:t>trampa,</a:t>
            </a:r>
            <a:r>
              <a:rPr sz="850" b="1" spc="-3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relación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calidad-</a:t>
            </a:r>
            <a:r>
              <a:rPr sz="850" b="1" dirty="0">
                <a:latin typeface="Comic Sans MS"/>
                <a:cs typeface="Comic Sans MS"/>
              </a:rPr>
              <a:t>precio,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dirección</a:t>
            </a:r>
            <a:r>
              <a:rPr sz="850" b="1" spc="-3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Norte-</a:t>
            </a:r>
            <a:r>
              <a:rPr sz="850" b="1" dirty="0">
                <a:latin typeface="Comic Sans MS"/>
                <a:cs typeface="Comic Sans MS"/>
              </a:rPr>
              <a:t>Sur,</a:t>
            </a:r>
            <a:r>
              <a:rPr sz="850" b="1" spc="-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ferrocarril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Madrid-</a:t>
            </a:r>
            <a:r>
              <a:rPr sz="850" b="1" dirty="0">
                <a:latin typeface="Comic Sans MS"/>
                <a:cs typeface="Comic Sans MS"/>
              </a:rPr>
              <a:t>Málaga,</a:t>
            </a:r>
            <a:r>
              <a:rPr sz="850" b="1" spc="-1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Sánchez-</a:t>
            </a:r>
            <a:r>
              <a:rPr sz="850" b="1" spc="-20" dirty="0">
                <a:latin typeface="Comic Sans MS"/>
                <a:cs typeface="Comic Sans MS"/>
              </a:rPr>
              <a:t>Cano…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2078355" y="8884348"/>
            <a:ext cx="5071745" cy="432434"/>
          </a:xfrm>
          <a:custGeom>
            <a:avLst/>
            <a:gdLst/>
            <a:ahLst/>
            <a:cxnLst/>
            <a:rect l="l" t="t" r="r" b="b"/>
            <a:pathLst>
              <a:path w="5071745" h="432434">
                <a:moveTo>
                  <a:pt x="5071491" y="0"/>
                </a:moveTo>
                <a:lnTo>
                  <a:pt x="3511550" y="0"/>
                </a:lnTo>
                <a:lnTo>
                  <a:pt x="0" y="0"/>
                </a:lnTo>
                <a:lnTo>
                  <a:pt x="0" y="432117"/>
                </a:lnTo>
                <a:lnTo>
                  <a:pt x="3511550" y="432117"/>
                </a:lnTo>
                <a:lnTo>
                  <a:pt x="5071491" y="432117"/>
                </a:lnTo>
                <a:lnTo>
                  <a:pt x="5071491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2141854" y="8917305"/>
            <a:ext cx="4977130" cy="33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2.</a:t>
            </a:r>
            <a:r>
              <a:rPr sz="1000" b="1" spc="19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separar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sílabas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al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final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 renglón,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separar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lexemas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200" dirty="0">
                <a:latin typeface="Calibri"/>
                <a:cs typeface="Calibri"/>
              </a:rPr>
              <a:t>  </a:t>
            </a:r>
            <a:r>
              <a:rPr sz="1000" b="1" dirty="0">
                <a:solidFill>
                  <a:srgbClr val="FF0000"/>
                </a:solidFill>
                <a:latin typeface="Calibri"/>
                <a:cs typeface="Calibri"/>
              </a:rPr>
              <a:t>2.</a:t>
            </a:r>
            <a:r>
              <a:rPr sz="1000" b="1" spc="1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agr-ícola,</a:t>
            </a:r>
            <a:r>
              <a:rPr sz="850" b="1" spc="330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sub-acuático,</a:t>
            </a:r>
            <a:endParaRPr sz="850">
              <a:latin typeface="Comic Sans MS"/>
              <a:cs typeface="Comic Sans MS"/>
            </a:endParaRPr>
          </a:p>
          <a:p>
            <a:pPr marR="13970" algn="r">
              <a:lnSpc>
                <a:spcPct val="100000"/>
              </a:lnSpc>
              <a:spcBef>
                <a:spcPts val="20"/>
              </a:spcBef>
              <a:tabLst>
                <a:tab pos="3414395" algn="l"/>
              </a:tabLst>
            </a:pPr>
            <a:r>
              <a:rPr sz="1000" dirty="0">
                <a:latin typeface="Calibri"/>
                <a:cs typeface="Calibri"/>
              </a:rPr>
              <a:t>morfemas,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separar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sílabas,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prefijos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sufijos,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expresar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fechas…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850" b="1" spc="-10" dirty="0">
                <a:latin typeface="Comic Sans MS"/>
                <a:cs typeface="Comic Sans MS"/>
              </a:rPr>
              <a:t>te-lé-</a:t>
            </a:r>
            <a:r>
              <a:rPr sz="850" b="1" spc="-25" dirty="0">
                <a:latin typeface="Comic Sans MS"/>
                <a:cs typeface="Comic Sans MS"/>
              </a:rPr>
              <a:t>fo-</a:t>
            </a:r>
            <a:r>
              <a:rPr sz="850" b="1" dirty="0">
                <a:latin typeface="Comic Sans MS"/>
                <a:cs typeface="Comic Sans MS"/>
              </a:rPr>
              <a:t>no,</a:t>
            </a:r>
            <a:r>
              <a:rPr sz="850" b="1" spc="100" dirty="0">
                <a:latin typeface="Comic Sans MS"/>
                <a:cs typeface="Comic Sans MS"/>
              </a:rPr>
              <a:t> </a:t>
            </a:r>
            <a:r>
              <a:rPr sz="850" b="1" spc="-20" dirty="0">
                <a:latin typeface="Comic Sans MS"/>
                <a:cs typeface="Comic Sans MS"/>
              </a:rPr>
              <a:t>11-02-</a:t>
            </a:r>
            <a:r>
              <a:rPr sz="850" b="1" spc="-10" dirty="0">
                <a:latin typeface="Comic Sans MS"/>
                <a:cs typeface="Comic Sans MS"/>
              </a:rPr>
              <a:t>1975…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6757" y="9395142"/>
            <a:ext cx="50228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00FF"/>
                </a:solidFill>
                <a:latin typeface="Comic Sans MS"/>
                <a:cs typeface="Comic Sans MS"/>
              </a:rPr>
              <a:t>LLAVE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697354" y="9369742"/>
            <a:ext cx="2222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66"/>
                </a:solidFill>
                <a:latin typeface="Arial Black"/>
                <a:cs typeface="Arial Black"/>
              </a:rPr>
              <a:t>{</a:t>
            </a:r>
            <a:r>
              <a:rPr sz="1400" spc="-25" dirty="0">
                <a:solidFill>
                  <a:srgbClr val="FF0066"/>
                </a:solidFill>
                <a:latin typeface="Arial Black"/>
                <a:cs typeface="Arial Black"/>
              </a:rPr>
              <a:t> </a:t>
            </a:r>
            <a:r>
              <a:rPr sz="1400" spc="-50" dirty="0">
                <a:solidFill>
                  <a:srgbClr val="FF0066"/>
                </a:solidFill>
                <a:latin typeface="Arial Black"/>
                <a:cs typeface="Arial Black"/>
              </a:rPr>
              <a:t>}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126614" y="9349422"/>
            <a:ext cx="4970145" cy="3327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640080" marR="5080" indent="-628015">
              <a:lnSpc>
                <a:spcPct val="101699"/>
              </a:lnSpc>
              <a:spcBef>
                <a:spcPts val="80"/>
              </a:spcBef>
            </a:pPr>
            <a:r>
              <a:rPr sz="1000" dirty="0">
                <a:latin typeface="Calibri"/>
                <a:cs typeface="Calibri"/>
              </a:rPr>
              <a:t>Aunque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signo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doble,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puede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usar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los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dos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uno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solo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ellos. </a:t>
            </a:r>
            <a:r>
              <a:rPr sz="1000" b="1" dirty="0">
                <a:latin typeface="Calibri"/>
                <a:cs typeface="Calibri"/>
              </a:rPr>
              <a:t>Su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uso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principal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limita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spc="-50" dirty="0">
                <a:latin typeface="Calibri"/>
                <a:cs typeface="Calibri"/>
              </a:rPr>
              <a:t>a</a:t>
            </a:r>
            <a:r>
              <a:rPr sz="1000" b="1" dirty="0">
                <a:latin typeface="Calibri"/>
                <a:cs typeface="Calibri"/>
              </a:rPr>
              <a:t> esquemas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y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cuadros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sinópticos</a:t>
            </a:r>
            <a:r>
              <a:rPr sz="1000" dirty="0">
                <a:latin typeface="Calibri"/>
                <a:cs typeface="Calibri"/>
              </a:rPr>
              <a:t>.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Puede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utilizarse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con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diversos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tamaños.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421640" y="9753282"/>
            <a:ext cx="1115695" cy="373380"/>
          </a:xfrm>
          <a:custGeom>
            <a:avLst/>
            <a:gdLst/>
            <a:ahLst/>
            <a:cxnLst/>
            <a:rect l="l" t="t" r="r" b="b"/>
            <a:pathLst>
              <a:path w="1115695" h="373379">
                <a:moveTo>
                  <a:pt x="1115695" y="0"/>
                </a:moveTo>
                <a:lnTo>
                  <a:pt x="0" y="0"/>
                </a:lnTo>
                <a:lnTo>
                  <a:pt x="0" y="373380"/>
                </a:lnTo>
                <a:lnTo>
                  <a:pt x="1115695" y="373380"/>
                </a:lnTo>
                <a:lnTo>
                  <a:pt x="111569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622617" y="9832022"/>
            <a:ext cx="7239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00FF"/>
                </a:solidFill>
                <a:latin typeface="Comic Sans MS"/>
                <a:cs typeface="Comic Sans MS"/>
              </a:rPr>
              <a:t>PÁRRAFO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537335" y="9753282"/>
            <a:ext cx="541020" cy="373380"/>
          </a:xfrm>
          <a:custGeom>
            <a:avLst/>
            <a:gdLst/>
            <a:ahLst/>
            <a:cxnLst/>
            <a:rect l="l" t="t" r="r" b="b"/>
            <a:pathLst>
              <a:path w="541019" h="373379">
                <a:moveTo>
                  <a:pt x="541020" y="0"/>
                </a:moveTo>
                <a:lnTo>
                  <a:pt x="0" y="0"/>
                </a:lnTo>
                <a:lnTo>
                  <a:pt x="0" y="373380"/>
                </a:lnTo>
                <a:lnTo>
                  <a:pt x="541020" y="373380"/>
                </a:lnTo>
                <a:lnTo>
                  <a:pt x="54102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1748154" y="9755822"/>
            <a:ext cx="131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0066"/>
                </a:solidFill>
                <a:latin typeface="Arial Black"/>
                <a:cs typeface="Arial Black"/>
              </a:rPr>
              <a:t>§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2078355" y="9753295"/>
            <a:ext cx="5071745" cy="373380"/>
          </a:xfrm>
          <a:custGeom>
            <a:avLst/>
            <a:gdLst/>
            <a:ahLst/>
            <a:cxnLst/>
            <a:rect l="l" t="t" r="r" b="b"/>
            <a:pathLst>
              <a:path w="5071745" h="373379">
                <a:moveTo>
                  <a:pt x="5071427" y="0"/>
                </a:moveTo>
                <a:lnTo>
                  <a:pt x="4232910" y="0"/>
                </a:lnTo>
                <a:lnTo>
                  <a:pt x="4230370" y="0"/>
                </a:lnTo>
                <a:lnTo>
                  <a:pt x="0" y="0"/>
                </a:lnTo>
                <a:lnTo>
                  <a:pt x="0" y="373367"/>
                </a:lnTo>
                <a:lnTo>
                  <a:pt x="4230370" y="373367"/>
                </a:lnTo>
                <a:lnTo>
                  <a:pt x="4232910" y="373367"/>
                </a:lnTo>
                <a:lnTo>
                  <a:pt x="5071427" y="373367"/>
                </a:lnTo>
                <a:lnTo>
                  <a:pt x="507142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2154554" y="9786302"/>
            <a:ext cx="4840605" cy="33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428490" algn="l"/>
              </a:tabLst>
            </a:pPr>
            <a:r>
              <a:rPr sz="1000" dirty="0">
                <a:latin typeface="Calibri"/>
                <a:cs typeface="Calibri"/>
              </a:rPr>
              <a:t>Apenas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usado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actualmente.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seguido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</a:t>
            </a:r>
            <a:r>
              <a:rPr sz="1000" spc="-10" dirty="0">
                <a:latin typeface="Calibri"/>
                <a:cs typeface="Calibri"/>
              </a:rPr>
              <a:t> número,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o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series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números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850" b="1" dirty="0">
                <a:latin typeface="Comic Sans MS"/>
                <a:cs typeface="Comic Sans MS"/>
              </a:rPr>
              <a:t>§</a:t>
            </a:r>
            <a:r>
              <a:rPr sz="850" b="1" spc="5" dirty="0">
                <a:latin typeface="Comic Sans MS"/>
                <a:cs typeface="Comic Sans MS"/>
              </a:rPr>
              <a:t> </a:t>
            </a:r>
            <a:r>
              <a:rPr sz="850" b="1" spc="-25" dirty="0">
                <a:latin typeface="Comic Sans MS"/>
                <a:cs typeface="Comic Sans MS"/>
              </a:rPr>
              <a:t>12,</a:t>
            </a:r>
            <a:endParaRPr sz="850">
              <a:latin typeface="Comic Sans MS"/>
              <a:cs typeface="Comic Sans MS"/>
            </a:endParaRPr>
          </a:p>
          <a:p>
            <a:pPr marL="60325">
              <a:lnSpc>
                <a:spcPct val="100000"/>
              </a:lnSpc>
              <a:spcBef>
                <a:spcPts val="20"/>
              </a:spcBef>
              <a:tabLst>
                <a:tab pos="4326255" algn="l"/>
              </a:tabLst>
            </a:pPr>
            <a:r>
              <a:rPr sz="1000" dirty="0">
                <a:latin typeface="Calibri"/>
                <a:cs typeface="Calibri"/>
              </a:rPr>
              <a:t>y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letras,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para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indicar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divisiones internas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dentro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 los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capítulos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de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una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obra:</a:t>
            </a:r>
            <a:r>
              <a:rPr sz="1000" dirty="0">
                <a:latin typeface="Calibri"/>
                <a:cs typeface="Calibri"/>
              </a:rPr>
              <a:t>	</a:t>
            </a:r>
            <a:r>
              <a:rPr sz="1275" b="1" baseline="3267" dirty="0">
                <a:latin typeface="Comic Sans MS"/>
                <a:cs typeface="Comic Sans MS"/>
              </a:rPr>
              <a:t>§</a:t>
            </a:r>
            <a:r>
              <a:rPr sz="1275" b="1" spc="7" baseline="3267" dirty="0">
                <a:latin typeface="Comic Sans MS"/>
                <a:cs typeface="Comic Sans MS"/>
              </a:rPr>
              <a:t> </a:t>
            </a:r>
            <a:r>
              <a:rPr sz="1275" b="1" spc="-15" baseline="3267" dirty="0">
                <a:latin typeface="Comic Sans MS"/>
                <a:cs typeface="Comic Sans MS"/>
              </a:rPr>
              <a:t>32.2ª…</a:t>
            </a:r>
            <a:endParaRPr sz="1275" baseline="3267">
              <a:latin typeface="Comic Sans MS"/>
              <a:cs typeface="Comic Sans M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26757" y="10205402"/>
            <a:ext cx="5041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00FF"/>
                </a:solidFill>
                <a:latin typeface="Comic Sans MS"/>
                <a:cs typeface="Comic Sans MS"/>
              </a:rPr>
              <a:t>TILDE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765935" y="10167302"/>
            <a:ext cx="850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FF0066"/>
                </a:solidFill>
                <a:latin typeface="Arial Black"/>
                <a:cs typeface="Arial Black"/>
              </a:rPr>
              <a:t>´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378075" y="10314622"/>
            <a:ext cx="24580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Calibri"/>
                <a:cs typeface="Calibri"/>
              </a:rPr>
              <a:t>o</a:t>
            </a:r>
            <a:r>
              <a:rPr sz="1000" b="1" spc="-3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diacríticamente</a:t>
            </a:r>
            <a:r>
              <a:rPr sz="1000" dirty="0">
                <a:latin typeface="Calibri"/>
                <a:cs typeface="Calibri"/>
              </a:rPr>
              <a:t>.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Siempre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recae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en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una</a:t>
            </a:r>
            <a:r>
              <a:rPr sz="1000" spc="-4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vocal.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131695" y="10159682"/>
            <a:ext cx="49326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04515" algn="l"/>
              </a:tabLst>
            </a:pPr>
            <a:r>
              <a:rPr sz="1000" dirty="0">
                <a:latin typeface="Calibri"/>
                <a:cs typeface="Calibri"/>
              </a:rPr>
              <a:t>Su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único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uso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es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el</a:t>
            </a:r>
            <a:r>
              <a:rPr sz="1000" spc="-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indicar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sílabas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acentuadas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ortográfica</a:t>
            </a:r>
            <a:r>
              <a:rPr sz="1000" b="1" dirty="0">
                <a:latin typeface="Calibri"/>
                <a:cs typeface="Calibri"/>
              </a:rPr>
              <a:t>	</a:t>
            </a:r>
            <a:r>
              <a:rPr sz="850" b="1" dirty="0">
                <a:latin typeface="Comic Sans MS"/>
                <a:cs typeface="Comic Sans MS"/>
              </a:rPr>
              <a:t>matemáticas,</a:t>
            </a:r>
            <a:r>
              <a:rPr sz="850" b="1" spc="315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verídico,</a:t>
            </a:r>
            <a:r>
              <a:rPr sz="850" b="1" spc="315" dirty="0">
                <a:latin typeface="Comic Sans MS"/>
                <a:cs typeface="Comic Sans MS"/>
              </a:rPr>
              <a:t> </a:t>
            </a:r>
            <a:r>
              <a:rPr sz="850" b="1" spc="-10" dirty="0">
                <a:latin typeface="Comic Sans MS"/>
                <a:cs typeface="Comic Sans MS"/>
              </a:rPr>
              <a:t>pirámide,</a:t>
            </a:r>
            <a:endParaRPr sz="850">
              <a:latin typeface="Comic Sans MS"/>
              <a:cs typeface="Comic Sans M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465064" y="10324782"/>
            <a:ext cx="136271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b="1" dirty="0">
                <a:latin typeface="Comic Sans MS"/>
                <a:cs typeface="Comic Sans MS"/>
              </a:rPr>
              <a:t>Andalucía,</a:t>
            </a:r>
            <a:r>
              <a:rPr sz="850" b="1" spc="320" dirty="0">
                <a:latin typeface="Comic Sans MS"/>
                <a:cs typeface="Comic Sans MS"/>
              </a:rPr>
              <a:t> </a:t>
            </a:r>
            <a:r>
              <a:rPr sz="850" b="1" dirty="0">
                <a:latin typeface="Comic Sans MS"/>
                <a:cs typeface="Comic Sans MS"/>
              </a:rPr>
              <a:t>Rocío,</a:t>
            </a:r>
            <a:r>
              <a:rPr sz="850" b="1" spc="325" dirty="0">
                <a:latin typeface="Comic Sans MS"/>
                <a:cs typeface="Comic Sans MS"/>
              </a:rPr>
              <a:t> </a:t>
            </a:r>
            <a:r>
              <a:rPr sz="850" b="1" spc="-20" dirty="0">
                <a:latin typeface="Comic Sans MS"/>
                <a:cs typeface="Comic Sans MS"/>
              </a:rPr>
              <a:t>Saúl…</a:t>
            </a:r>
            <a:endParaRPr sz="850">
              <a:latin typeface="Comic Sans MS"/>
              <a:cs typeface="Comic Sans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251459"/>
            <a:ext cx="19037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CONOCE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LA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1F5F"/>
                </a:solidFill>
                <a:latin typeface="Calibri"/>
                <a:cs typeface="Calibri"/>
              </a:rPr>
              <a:t>LENGUA</a:t>
            </a:r>
            <a:r>
              <a:rPr sz="1100" b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1F5F"/>
                </a:solidFill>
                <a:latin typeface="Calibri"/>
                <a:cs typeface="Calibri"/>
              </a:rPr>
              <a:t>ESPAÑOLA.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3230" y="276859"/>
            <a:ext cx="21139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CEIP</a:t>
            </a:r>
            <a:r>
              <a:rPr sz="900" b="1" i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Manuel</a:t>
            </a:r>
            <a:r>
              <a:rPr sz="900" b="1" i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Siurot</a:t>
            </a:r>
            <a:r>
              <a:rPr sz="900" b="1" i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(La</a:t>
            </a:r>
            <a:r>
              <a:rPr sz="900" b="1" i="1" spc="-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Palma</a:t>
            </a:r>
            <a:r>
              <a:rPr sz="900" b="1" i="1" spc="-1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dirty="0">
                <a:solidFill>
                  <a:srgbClr val="001F5F"/>
                </a:solidFill>
                <a:latin typeface="Calibri"/>
                <a:cs typeface="Calibri"/>
              </a:rPr>
              <a:t>del</a:t>
            </a:r>
            <a:r>
              <a:rPr sz="900" b="1" i="1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900" b="1" i="1" spc="-10" dirty="0">
                <a:solidFill>
                  <a:srgbClr val="001F5F"/>
                </a:solidFill>
                <a:latin typeface="Calibri"/>
                <a:cs typeface="Calibri"/>
              </a:rPr>
              <a:t>Condado).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834" y="1493646"/>
            <a:ext cx="6591934" cy="719455"/>
            <a:chOff x="457834" y="1493646"/>
            <a:chExt cx="6591934" cy="719455"/>
          </a:xfrm>
        </p:grpSpPr>
        <p:sp>
          <p:nvSpPr>
            <p:cNvPr id="5" name="object 5"/>
            <p:cNvSpPr/>
            <p:nvPr/>
          </p:nvSpPr>
          <p:spPr>
            <a:xfrm>
              <a:off x="2637663" y="1820925"/>
              <a:ext cx="591820" cy="102870"/>
            </a:xfrm>
            <a:custGeom>
              <a:avLst/>
              <a:gdLst/>
              <a:ahLst/>
              <a:cxnLst/>
              <a:rect l="l" t="t" r="r" b="b"/>
              <a:pathLst>
                <a:path w="591819" h="102869">
                  <a:moveTo>
                    <a:pt x="280797" y="12192"/>
                  </a:moveTo>
                  <a:lnTo>
                    <a:pt x="280733" y="9398"/>
                  </a:lnTo>
                  <a:lnTo>
                    <a:pt x="280670" y="6350"/>
                  </a:lnTo>
                  <a:lnTo>
                    <a:pt x="277114" y="1651"/>
                  </a:lnTo>
                  <a:lnTo>
                    <a:pt x="271653" y="0"/>
                  </a:lnTo>
                  <a:lnTo>
                    <a:pt x="122809" y="0"/>
                  </a:lnTo>
                  <a:lnTo>
                    <a:pt x="117475" y="1651"/>
                  </a:lnTo>
                  <a:lnTo>
                    <a:pt x="3810" y="79375"/>
                  </a:lnTo>
                  <a:lnTo>
                    <a:pt x="127" y="84074"/>
                  </a:lnTo>
                  <a:lnTo>
                    <a:pt x="0" y="89916"/>
                  </a:lnTo>
                  <a:lnTo>
                    <a:pt x="3429" y="94742"/>
                  </a:lnTo>
                  <a:lnTo>
                    <a:pt x="5969" y="96139"/>
                  </a:lnTo>
                  <a:lnTo>
                    <a:pt x="9017" y="96647"/>
                  </a:lnTo>
                  <a:lnTo>
                    <a:pt x="75184" y="97409"/>
                  </a:lnTo>
                  <a:lnTo>
                    <a:pt x="80899" y="95631"/>
                  </a:lnTo>
                  <a:lnTo>
                    <a:pt x="91554" y="87884"/>
                  </a:lnTo>
                  <a:lnTo>
                    <a:pt x="125476" y="63246"/>
                  </a:lnTo>
                  <a:lnTo>
                    <a:pt x="202057" y="63881"/>
                  </a:lnTo>
                  <a:lnTo>
                    <a:pt x="205232" y="63500"/>
                  </a:lnTo>
                  <a:lnTo>
                    <a:pt x="205638" y="63246"/>
                  </a:lnTo>
                  <a:lnTo>
                    <a:pt x="207899" y="61849"/>
                  </a:lnTo>
                  <a:lnTo>
                    <a:pt x="217512" y="54229"/>
                  </a:lnTo>
                  <a:lnTo>
                    <a:pt x="228092" y="45847"/>
                  </a:lnTo>
                  <a:lnTo>
                    <a:pt x="231267" y="41021"/>
                  </a:lnTo>
                  <a:lnTo>
                    <a:pt x="231749" y="38354"/>
                  </a:lnTo>
                  <a:lnTo>
                    <a:pt x="231140" y="35306"/>
                  </a:lnTo>
                  <a:lnTo>
                    <a:pt x="230632" y="34671"/>
                  </a:lnTo>
                  <a:lnTo>
                    <a:pt x="252095" y="34671"/>
                  </a:lnTo>
                  <a:lnTo>
                    <a:pt x="255270" y="34290"/>
                  </a:lnTo>
                  <a:lnTo>
                    <a:pt x="258064" y="32639"/>
                  </a:lnTo>
                  <a:lnTo>
                    <a:pt x="267360" y="25146"/>
                  </a:lnTo>
                  <a:lnTo>
                    <a:pt x="277622" y="16891"/>
                  </a:lnTo>
                  <a:lnTo>
                    <a:pt x="280797" y="12192"/>
                  </a:lnTo>
                  <a:close/>
                </a:path>
                <a:path w="591819" h="102869">
                  <a:moveTo>
                    <a:pt x="591312" y="10541"/>
                  </a:moveTo>
                  <a:lnTo>
                    <a:pt x="591108" y="9398"/>
                  </a:lnTo>
                  <a:lnTo>
                    <a:pt x="590499" y="5842"/>
                  </a:lnTo>
                  <a:lnTo>
                    <a:pt x="590423" y="5334"/>
                  </a:lnTo>
                  <a:lnTo>
                    <a:pt x="586867" y="1524"/>
                  </a:lnTo>
                  <a:lnTo>
                    <a:pt x="581787" y="0"/>
                  </a:lnTo>
                  <a:lnTo>
                    <a:pt x="521589" y="0"/>
                  </a:lnTo>
                  <a:lnTo>
                    <a:pt x="517652" y="889"/>
                  </a:lnTo>
                  <a:lnTo>
                    <a:pt x="514477" y="3302"/>
                  </a:lnTo>
                  <a:lnTo>
                    <a:pt x="473329" y="49911"/>
                  </a:lnTo>
                  <a:lnTo>
                    <a:pt x="457327" y="59055"/>
                  </a:lnTo>
                  <a:lnTo>
                    <a:pt x="430403" y="62357"/>
                  </a:lnTo>
                  <a:lnTo>
                    <a:pt x="418846" y="60198"/>
                  </a:lnTo>
                  <a:lnTo>
                    <a:pt x="461899" y="16129"/>
                  </a:lnTo>
                  <a:lnTo>
                    <a:pt x="464312" y="11176"/>
                  </a:lnTo>
                  <a:lnTo>
                    <a:pt x="464248" y="10541"/>
                  </a:lnTo>
                  <a:lnTo>
                    <a:pt x="464134" y="9398"/>
                  </a:lnTo>
                  <a:lnTo>
                    <a:pt x="463804" y="5842"/>
                  </a:lnTo>
                  <a:lnTo>
                    <a:pt x="460375" y="1524"/>
                  </a:lnTo>
                  <a:lnTo>
                    <a:pt x="455168" y="0"/>
                  </a:lnTo>
                  <a:lnTo>
                    <a:pt x="395097" y="0"/>
                  </a:lnTo>
                  <a:lnTo>
                    <a:pt x="339344" y="48641"/>
                  </a:lnTo>
                  <a:lnTo>
                    <a:pt x="327571" y="67945"/>
                  </a:lnTo>
                  <a:lnTo>
                    <a:pt x="327647" y="71882"/>
                  </a:lnTo>
                  <a:lnTo>
                    <a:pt x="382397" y="101219"/>
                  </a:lnTo>
                  <a:lnTo>
                    <a:pt x="416814" y="102362"/>
                  </a:lnTo>
                  <a:lnTo>
                    <a:pt x="466344" y="99822"/>
                  </a:lnTo>
                  <a:lnTo>
                    <a:pt x="467995" y="99441"/>
                  </a:lnTo>
                  <a:lnTo>
                    <a:pt x="498233" y="92837"/>
                  </a:lnTo>
                  <a:lnTo>
                    <a:pt x="533527" y="78105"/>
                  </a:lnTo>
                  <a:lnTo>
                    <a:pt x="589280" y="15494"/>
                  </a:lnTo>
                  <a:lnTo>
                    <a:pt x="591312" y="10541"/>
                  </a:lnTo>
                  <a:close/>
                </a:path>
              </a:pathLst>
            </a:custGeom>
            <a:solidFill>
              <a:srgbClr val="865B0D">
                <a:alpha val="6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0442" y="1821052"/>
              <a:ext cx="230124" cy="1031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3658" y="1821052"/>
              <a:ext cx="228520" cy="1036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1919" y="1821052"/>
              <a:ext cx="212089" cy="1031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2529" y="1819782"/>
              <a:ext cx="674243" cy="1032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1559" y="1938781"/>
              <a:ext cx="2244598" cy="27419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50081" y="1980056"/>
              <a:ext cx="3048254" cy="2255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7359" y="1503171"/>
              <a:ext cx="276136" cy="2782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9038" y="1544954"/>
              <a:ext cx="84747" cy="27762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5652" y="1561337"/>
              <a:ext cx="240118" cy="30208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07604" y="1592960"/>
              <a:ext cx="86398" cy="29959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47723" y="1607438"/>
              <a:ext cx="86613" cy="30607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56959" y="1733970"/>
              <a:ext cx="242401" cy="33362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75612" y="1709687"/>
              <a:ext cx="251079" cy="23414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56129" y="1757298"/>
              <a:ext cx="437133" cy="27533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12567" y="1695187"/>
              <a:ext cx="175259" cy="34735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01543" y="1700656"/>
              <a:ext cx="114681" cy="3524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29940" y="1804399"/>
              <a:ext cx="253364" cy="26392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123311" y="1973452"/>
              <a:ext cx="90931" cy="19583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82899" y="1819274"/>
              <a:ext cx="665734" cy="26809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083176" y="1724278"/>
              <a:ext cx="243077" cy="35674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26609" y="1958339"/>
              <a:ext cx="90677" cy="19634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352036" y="1807578"/>
              <a:ext cx="234187" cy="26442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99151" y="1781327"/>
              <a:ext cx="253746" cy="25974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189981" y="1759457"/>
              <a:ext cx="234187" cy="25690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459221" y="1658746"/>
              <a:ext cx="166624" cy="32704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651373" y="1722844"/>
              <a:ext cx="251332" cy="23791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942838" y="1671313"/>
              <a:ext cx="435990" cy="26086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673342" y="1726945"/>
              <a:ext cx="89153" cy="8877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402705" y="1636970"/>
              <a:ext cx="230886" cy="21532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812533" y="1702688"/>
              <a:ext cx="88900" cy="8699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951599" y="1677415"/>
              <a:ext cx="88519" cy="8509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7359" y="1503171"/>
              <a:ext cx="276225" cy="278765"/>
            </a:xfrm>
            <a:custGeom>
              <a:avLst/>
              <a:gdLst/>
              <a:ahLst/>
              <a:cxnLst/>
              <a:rect l="l" t="t" r="r" b="b"/>
              <a:pathLst>
                <a:path w="276225" h="278764">
                  <a:moveTo>
                    <a:pt x="0" y="0"/>
                  </a:moveTo>
                  <a:lnTo>
                    <a:pt x="43272" y="5857"/>
                  </a:lnTo>
                  <a:lnTo>
                    <a:pt x="86575" y="11620"/>
                  </a:lnTo>
                  <a:lnTo>
                    <a:pt x="129898" y="17287"/>
                  </a:lnTo>
                  <a:lnTo>
                    <a:pt x="173228" y="22860"/>
                  </a:lnTo>
                  <a:lnTo>
                    <a:pt x="193660" y="26658"/>
                  </a:lnTo>
                  <a:lnTo>
                    <a:pt x="239826" y="49911"/>
                  </a:lnTo>
                  <a:lnTo>
                    <a:pt x="261397" y="85397"/>
                  </a:lnTo>
                  <a:lnTo>
                    <a:pt x="262801" y="98679"/>
                  </a:lnTo>
                  <a:lnTo>
                    <a:pt x="261691" y="109612"/>
                  </a:lnTo>
                  <a:lnTo>
                    <a:pt x="232416" y="143224"/>
                  </a:lnTo>
                  <a:lnTo>
                    <a:pt x="213753" y="147701"/>
                  </a:lnTo>
                  <a:lnTo>
                    <a:pt x="228766" y="154015"/>
                  </a:lnTo>
                  <a:lnTo>
                    <a:pt x="261188" y="178054"/>
                  </a:lnTo>
                  <a:lnTo>
                    <a:pt x="276136" y="221742"/>
                  </a:lnTo>
                  <a:lnTo>
                    <a:pt x="275370" y="231439"/>
                  </a:lnTo>
                  <a:lnTo>
                    <a:pt x="252253" y="268144"/>
                  </a:lnTo>
                  <a:lnTo>
                    <a:pt x="211389" y="278292"/>
                  </a:lnTo>
                  <a:lnTo>
                    <a:pt x="200406" y="277749"/>
                  </a:lnTo>
                  <a:lnTo>
                    <a:pt x="158978" y="273177"/>
                  </a:lnTo>
                  <a:lnTo>
                    <a:pt x="119200" y="265338"/>
                  </a:lnTo>
                  <a:lnTo>
                    <a:pt x="79451" y="257429"/>
                  </a:lnTo>
                  <a:lnTo>
                    <a:pt x="39720" y="249424"/>
                  </a:lnTo>
                  <a:lnTo>
                    <a:pt x="0" y="241300"/>
                  </a:lnTo>
                  <a:lnTo>
                    <a:pt x="0" y="193052"/>
                  </a:lnTo>
                  <a:lnTo>
                    <a:pt x="0" y="144786"/>
                  </a:lnTo>
                  <a:lnTo>
                    <a:pt x="0" y="96513"/>
                  </a:lnTo>
                  <a:lnTo>
                    <a:pt x="0" y="4824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50811" y="1650364"/>
              <a:ext cx="109626" cy="7981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51014" y="1556384"/>
              <a:ext cx="97891" cy="7358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79513" y="1535429"/>
              <a:ext cx="103797" cy="29667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16127" y="1551812"/>
              <a:ext cx="2307640" cy="62699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382899" y="1819274"/>
              <a:ext cx="666115" cy="268605"/>
            </a:xfrm>
            <a:custGeom>
              <a:avLst/>
              <a:gdLst/>
              <a:ahLst/>
              <a:cxnLst/>
              <a:rect l="l" t="t" r="r" b="b"/>
              <a:pathLst>
                <a:path w="666114" h="268605">
                  <a:moveTo>
                    <a:pt x="0" y="3048"/>
                  </a:moveTo>
                  <a:lnTo>
                    <a:pt x="20383" y="3407"/>
                  </a:lnTo>
                  <a:lnTo>
                    <a:pt x="40767" y="3730"/>
                  </a:lnTo>
                  <a:lnTo>
                    <a:pt x="61150" y="4030"/>
                  </a:lnTo>
                  <a:lnTo>
                    <a:pt x="81534" y="4317"/>
                  </a:lnTo>
                  <a:lnTo>
                    <a:pt x="90205" y="44781"/>
                  </a:lnTo>
                  <a:lnTo>
                    <a:pt x="98996" y="85232"/>
                  </a:lnTo>
                  <a:lnTo>
                    <a:pt x="107787" y="125708"/>
                  </a:lnTo>
                  <a:lnTo>
                    <a:pt x="116459" y="166242"/>
                  </a:lnTo>
                  <a:lnTo>
                    <a:pt x="127646" y="126043"/>
                  </a:lnTo>
                  <a:lnTo>
                    <a:pt x="139001" y="85820"/>
                  </a:lnTo>
                  <a:lnTo>
                    <a:pt x="150356" y="45549"/>
                  </a:lnTo>
                  <a:lnTo>
                    <a:pt x="161543" y="5206"/>
                  </a:lnTo>
                  <a:lnTo>
                    <a:pt x="180667" y="5451"/>
                  </a:lnTo>
                  <a:lnTo>
                    <a:pt x="199755" y="5635"/>
                  </a:lnTo>
                  <a:lnTo>
                    <a:pt x="218819" y="5796"/>
                  </a:lnTo>
                  <a:lnTo>
                    <a:pt x="237871" y="5968"/>
                  </a:lnTo>
                  <a:lnTo>
                    <a:pt x="249418" y="46547"/>
                  </a:lnTo>
                  <a:lnTo>
                    <a:pt x="261096" y="87137"/>
                  </a:lnTo>
                  <a:lnTo>
                    <a:pt x="272750" y="127752"/>
                  </a:lnTo>
                  <a:lnTo>
                    <a:pt x="284225" y="168401"/>
                  </a:lnTo>
                  <a:lnTo>
                    <a:pt x="293088" y="127863"/>
                  </a:lnTo>
                  <a:lnTo>
                    <a:pt x="302069" y="87360"/>
                  </a:lnTo>
                  <a:lnTo>
                    <a:pt x="311050" y="46833"/>
                  </a:lnTo>
                  <a:lnTo>
                    <a:pt x="319913" y="6223"/>
                  </a:lnTo>
                  <a:lnTo>
                    <a:pt x="340203" y="6296"/>
                  </a:lnTo>
                  <a:lnTo>
                    <a:pt x="360505" y="6334"/>
                  </a:lnTo>
                  <a:lnTo>
                    <a:pt x="380831" y="6348"/>
                  </a:lnTo>
                  <a:lnTo>
                    <a:pt x="401192" y="6350"/>
                  </a:lnTo>
                  <a:lnTo>
                    <a:pt x="385044" y="57744"/>
                  </a:lnTo>
                  <a:lnTo>
                    <a:pt x="368689" y="109077"/>
                  </a:lnTo>
                  <a:lnTo>
                    <a:pt x="352254" y="160380"/>
                  </a:lnTo>
                  <a:lnTo>
                    <a:pt x="335868" y="211683"/>
                  </a:lnTo>
                  <a:lnTo>
                    <a:pt x="319659" y="263016"/>
                  </a:lnTo>
                  <a:lnTo>
                    <a:pt x="300874" y="262939"/>
                  </a:lnTo>
                  <a:lnTo>
                    <a:pt x="282066" y="262874"/>
                  </a:lnTo>
                  <a:lnTo>
                    <a:pt x="263259" y="262784"/>
                  </a:lnTo>
                  <a:lnTo>
                    <a:pt x="244475" y="262635"/>
                  </a:lnTo>
                  <a:lnTo>
                    <a:pt x="233404" y="223908"/>
                  </a:lnTo>
                  <a:lnTo>
                    <a:pt x="222202" y="185229"/>
                  </a:lnTo>
                  <a:lnTo>
                    <a:pt x="211024" y="146550"/>
                  </a:lnTo>
                  <a:lnTo>
                    <a:pt x="200025" y="107823"/>
                  </a:lnTo>
                  <a:lnTo>
                    <a:pt x="189237" y="146357"/>
                  </a:lnTo>
                  <a:lnTo>
                    <a:pt x="178307" y="184832"/>
                  </a:lnTo>
                  <a:lnTo>
                    <a:pt x="167378" y="223283"/>
                  </a:lnTo>
                  <a:lnTo>
                    <a:pt x="156590" y="261746"/>
                  </a:lnTo>
                  <a:lnTo>
                    <a:pt x="137709" y="261461"/>
                  </a:lnTo>
                  <a:lnTo>
                    <a:pt x="118792" y="261175"/>
                  </a:lnTo>
                  <a:lnTo>
                    <a:pt x="99851" y="260889"/>
                  </a:lnTo>
                  <a:lnTo>
                    <a:pt x="80899" y="260603"/>
                  </a:lnTo>
                  <a:lnTo>
                    <a:pt x="64877" y="209007"/>
                  </a:lnTo>
                  <a:lnTo>
                    <a:pt x="48618" y="157508"/>
                  </a:lnTo>
                  <a:lnTo>
                    <a:pt x="32280" y="106052"/>
                  </a:lnTo>
                  <a:lnTo>
                    <a:pt x="16021" y="54583"/>
                  </a:lnTo>
                  <a:lnTo>
                    <a:pt x="0" y="3048"/>
                  </a:lnTo>
                  <a:close/>
                </a:path>
                <a:path w="666114" h="268605">
                  <a:moveTo>
                    <a:pt x="665734" y="156717"/>
                  </a:moveTo>
                  <a:lnTo>
                    <a:pt x="623367" y="157356"/>
                  </a:lnTo>
                  <a:lnTo>
                    <a:pt x="581025" y="157924"/>
                  </a:lnTo>
                  <a:lnTo>
                    <a:pt x="538682" y="158396"/>
                  </a:lnTo>
                  <a:lnTo>
                    <a:pt x="496315" y="158750"/>
                  </a:lnTo>
                  <a:lnTo>
                    <a:pt x="497828" y="169800"/>
                  </a:lnTo>
                  <a:lnTo>
                    <a:pt x="521414" y="206359"/>
                  </a:lnTo>
                  <a:lnTo>
                    <a:pt x="539368" y="210311"/>
                  </a:lnTo>
                  <a:lnTo>
                    <a:pt x="547624" y="210184"/>
                  </a:lnTo>
                  <a:lnTo>
                    <a:pt x="577723" y="186435"/>
                  </a:lnTo>
                  <a:lnTo>
                    <a:pt x="598562" y="188414"/>
                  </a:lnTo>
                  <a:lnTo>
                    <a:pt x="619379" y="190357"/>
                  </a:lnTo>
                  <a:lnTo>
                    <a:pt x="640195" y="192276"/>
                  </a:lnTo>
                  <a:lnTo>
                    <a:pt x="661035" y="194182"/>
                  </a:lnTo>
                  <a:lnTo>
                    <a:pt x="651117" y="212345"/>
                  </a:lnTo>
                  <a:lnTo>
                    <a:pt x="614934" y="250189"/>
                  </a:lnTo>
                  <a:lnTo>
                    <a:pt x="561302" y="266799"/>
                  </a:lnTo>
                  <a:lnTo>
                    <a:pt x="537463" y="268096"/>
                  </a:lnTo>
                  <a:lnTo>
                    <a:pt x="516723" y="267396"/>
                  </a:lnTo>
                  <a:lnTo>
                    <a:pt x="468502" y="254126"/>
                  </a:lnTo>
                  <a:lnTo>
                    <a:pt x="435606" y="223337"/>
                  </a:lnTo>
                  <a:lnTo>
                    <a:pt x="414543" y="174704"/>
                  </a:lnTo>
                  <a:lnTo>
                    <a:pt x="410337" y="135127"/>
                  </a:lnTo>
                  <a:lnTo>
                    <a:pt x="412426" y="106513"/>
                  </a:lnTo>
                  <a:lnTo>
                    <a:pt x="429035" y="57904"/>
                  </a:lnTo>
                  <a:lnTo>
                    <a:pt x="461464" y="21199"/>
                  </a:lnTo>
                  <a:lnTo>
                    <a:pt x="507188" y="2446"/>
                  </a:lnTo>
                  <a:lnTo>
                    <a:pt x="534670" y="0"/>
                  </a:lnTo>
                  <a:lnTo>
                    <a:pt x="557145" y="765"/>
                  </a:lnTo>
                  <a:lnTo>
                    <a:pt x="594570" y="8679"/>
                  </a:lnTo>
                  <a:lnTo>
                    <a:pt x="633650" y="36020"/>
                  </a:lnTo>
                  <a:lnTo>
                    <a:pt x="657465" y="80426"/>
                  </a:lnTo>
                  <a:lnTo>
                    <a:pt x="664739" y="121471"/>
                  </a:lnTo>
                  <a:lnTo>
                    <a:pt x="665734" y="145541"/>
                  </a:lnTo>
                  <a:lnTo>
                    <a:pt x="665734" y="149351"/>
                  </a:lnTo>
                  <a:lnTo>
                    <a:pt x="665734" y="153034"/>
                  </a:lnTo>
                  <a:lnTo>
                    <a:pt x="665734" y="156717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69817" y="1867915"/>
              <a:ext cx="102362" cy="7251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083176" y="1724278"/>
              <a:ext cx="243204" cy="356870"/>
            </a:xfrm>
            <a:custGeom>
              <a:avLst/>
              <a:gdLst/>
              <a:ahLst/>
              <a:cxnLst/>
              <a:rect l="l" t="t" r="r" b="b"/>
              <a:pathLst>
                <a:path w="243204" h="356869">
                  <a:moveTo>
                    <a:pt x="0" y="1397"/>
                  </a:moveTo>
                  <a:lnTo>
                    <a:pt x="21316" y="1089"/>
                  </a:lnTo>
                  <a:lnTo>
                    <a:pt x="42608" y="746"/>
                  </a:lnTo>
                  <a:lnTo>
                    <a:pt x="63900" y="379"/>
                  </a:lnTo>
                  <a:lnTo>
                    <a:pt x="85217" y="0"/>
                  </a:lnTo>
                  <a:lnTo>
                    <a:pt x="85292" y="30573"/>
                  </a:lnTo>
                  <a:lnTo>
                    <a:pt x="85344" y="61134"/>
                  </a:lnTo>
                  <a:lnTo>
                    <a:pt x="85395" y="91672"/>
                  </a:lnTo>
                  <a:lnTo>
                    <a:pt x="85471" y="122174"/>
                  </a:lnTo>
                  <a:lnTo>
                    <a:pt x="92047" y="114857"/>
                  </a:lnTo>
                  <a:lnTo>
                    <a:pt x="99028" y="108505"/>
                  </a:lnTo>
                  <a:lnTo>
                    <a:pt x="140160" y="90836"/>
                  </a:lnTo>
                  <a:lnTo>
                    <a:pt x="149733" y="90170"/>
                  </a:lnTo>
                  <a:lnTo>
                    <a:pt x="168991" y="91753"/>
                  </a:lnTo>
                  <a:lnTo>
                    <a:pt x="216408" y="121792"/>
                  </a:lnTo>
                  <a:lnTo>
                    <a:pt x="236220" y="162099"/>
                  </a:lnTo>
                  <a:lnTo>
                    <a:pt x="243077" y="217170"/>
                  </a:lnTo>
                  <a:lnTo>
                    <a:pt x="242413" y="237341"/>
                  </a:lnTo>
                  <a:lnTo>
                    <a:pt x="231394" y="290829"/>
                  </a:lnTo>
                  <a:lnTo>
                    <a:pt x="208248" y="330192"/>
                  </a:lnTo>
                  <a:lnTo>
                    <a:pt x="175815" y="351996"/>
                  </a:lnTo>
                  <a:lnTo>
                    <a:pt x="151002" y="356742"/>
                  </a:lnTo>
                  <a:lnTo>
                    <a:pt x="140132" y="356373"/>
                  </a:lnTo>
                  <a:lnTo>
                    <a:pt x="103098" y="341733"/>
                  </a:lnTo>
                  <a:lnTo>
                    <a:pt x="79756" y="315086"/>
                  </a:lnTo>
                  <a:lnTo>
                    <a:pt x="79829" y="324572"/>
                  </a:lnTo>
                  <a:lnTo>
                    <a:pt x="79867" y="334009"/>
                  </a:lnTo>
                  <a:lnTo>
                    <a:pt x="79881" y="343447"/>
                  </a:lnTo>
                  <a:lnTo>
                    <a:pt x="79883" y="352932"/>
                  </a:lnTo>
                  <a:lnTo>
                    <a:pt x="60090" y="353407"/>
                  </a:lnTo>
                  <a:lnTo>
                    <a:pt x="40322" y="353869"/>
                  </a:lnTo>
                  <a:lnTo>
                    <a:pt x="20554" y="354308"/>
                  </a:lnTo>
                  <a:lnTo>
                    <a:pt x="762" y="354710"/>
                  </a:lnTo>
                  <a:lnTo>
                    <a:pt x="653" y="304255"/>
                  </a:lnTo>
                  <a:lnTo>
                    <a:pt x="544" y="253797"/>
                  </a:lnTo>
                  <a:lnTo>
                    <a:pt x="435" y="203335"/>
                  </a:lnTo>
                  <a:lnTo>
                    <a:pt x="326" y="152866"/>
                  </a:lnTo>
                  <a:lnTo>
                    <a:pt x="217" y="102388"/>
                  </a:lnTo>
                  <a:lnTo>
                    <a:pt x="108" y="51899"/>
                  </a:lnTo>
                  <a:lnTo>
                    <a:pt x="0" y="1397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158869" y="1878456"/>
              <a:ext cx="92455" cy="14122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352036" y="1807578"/>
              <a:ext cx="234315" cy="264795"/>
            </a:xfrm>
            <a:custGeom>
              <a:avLst/>
              <a:gdLst/>
              <a:ahLst/>
              <a:cxnLst/>
              <a:rect l="l" t="t" r="r" b="b"/>
              <a:pathLst>
                <a:path w="234314" h="264794">
                  <a:moveTo>
                    <a:pt x="0" y="193051"/>
                  </a:moveTo>
                  <a:lnTo>
                    <a:pt x="20954" y="190021"/>
                  </a:lnTo>
                  <a:lnTo>
                    <a:pt x="41909" y="187003"/>
                  </a:lnTo>
                  <a:lnTo>
                    <a:pt x="62864" y="183961"/>
                  </a:lnTo>
                  <a:lnTo>
                    <a:pt x="83819" y="180859"/>
                  </a:lnTo>
                  <a:lnTo>
                    <a:pt x="86746" y="188700"/>
                  </a:lnTo>
                  <a:lnTo>
                    <a:pt x="90185" y="195290"/>
                  </a:lnTo>
                  <a:lnTo>
                    <a:pt x="123316" y="211212"/>
                  </a:lnTo>
                  <a:lnTo>
                    <a:pt x="131391" y="210371"/>
                  </a:lnTo>
                  <a:lnTo>
                    <a:pt x="156972" y="192289"/>
                  </a:lnTo>
                  <a:lnTo>
                    <a:pt x="156844" y="186193"/>
                  </a:lnTo>
                  <a:lnTo>
                    <a:pt x="156844" y="179208"/>
                  </a:lnTo>
                  <a:lnTo>
                    <a:pt x="110871" y="161936"/>
                  </a:lnTo>
                  <a:lnTo>
                    <a:pt x="90628" y="158285"/>
                  </a:lnTo>
                  <a:lnTo>
                    <a:pt x="49784" y="147712"/>
                  </a:lnTo>
                  <a:lnTo>
                    <a:pt x="15694" y="114286"/>
                  </a:lnTo>
                  <a:lnTo>
                    <a:pt x="8889" y="82942"/>
                  </a:lnTo>
                  <a:lnTo>
                    <a:pt x="9620" y="70814"/>
                  </a:lnTo>
                  <a:lnTo>
                    <a:pt x="28235" y="30543"/>
                  </a:lnTo>
                  <a:lnTo>
                    <a:pt x="68028" y="6641"/>
                  </a:lnTo>
                  <a:lnTo>
                    <a:pt x="115569" y="265"/>
                  </a:lnTo>
                  <a:lnTo>
                    <a:pt x="133983" y="0"/>
                  </a:lnTo>
                  <a:lnTo>
                    <a:pt x="149812" y="710"/>
                  </a:lnTo>
                  <a:lnTo>
                    <a:pt x="191071" y="13156"/>
                  </a:lnTo>
                  <a:lnTo>
                    <a:pt x="216709" y="41858"/>
                  </a:lnTo>
                  <a:lnTo>
                    <a:pt x="226187" y="63511"/>
                  </a:lnTo>
                  <a:lnTo>
                    <a:pt x="206184" y="66613"/>
                  </a:lnTo>
                  <a:lnTo>
                    <a:pt x="186182" y="69655"/>
                  </a:lnTo>
                  <a:lnTo>
                    <a:pt x="166179" y="72673"/>
                  </a:lnTo>
                  <a:lnTo>
                    <a:pt x="146176" y="75703"/>
                  </a:lnTo>
                  <a:lnTo>
                    <a:pt x="120903" y="51319"/>
                  </a:lnTo>
                  <a:lnTo>
                    <a:pt x="111633" y="51573"/>
                  </a:lnTo>
                  <a:lnTo>
                    <a:pt x="102108" y="51827"/>
                  </a:lnTo>
                  <a:lnTo>
                    <a:pt x="95123" y="53986"/>
                  </a:lnTo>
                  <a:lnTo>
                    <a:pt x="90931" y="58050"/>
                  </a:lnTo>
                  <a:lnTo>
                    <a:pt x="86613" y="62241"/>
                  </a:lnTo>
                  <a:lnTo>
                    <a:pt x="84327" y="67067"/>
                  </a:lnTo>
                  <a:lnTo>
                    <a:pt x="84327" y="72528"/>
                  </a:lnTo>
                  <a:lnTo>
                    <a:pt x="84327" y="78751"/>
                  </a:lnTo>
                  <a:lnTo>
                    <a:pt x="128904" y="93610"/>
                  </a:lnTo>
                  <a:lnTo>
                    <a:pt x="148546" y="95825"/>
                  </a:lnTo>
                  <a:lnTo>
                    <a:pt x="165544" y="98659"/>
                  </a:lnTo>
                  <a:lnTo>
                    <a:pt x="209756" y="117201"/>
                  </a:lnTo>
                  <a:lnTo>
                    <a:pt x="231330" y="151141"/>
                  </a:lnTo>
                  <a:lnTo>
                    <a:pt x="234187" y="171588"/>
                  </a:lnTo>
                  <a:lnTo>
                    <a:pt x="233549" y="182423"/>
                  </a:lnTo>
                  <a:lnTo>
                    <a:pt x="216499" y="224772"/>
                  </a:lnTo>
                  <a:lnTo>
                    <a:pt x="186816" y="249185"/>
                  </a:lnTo>
                  <a:lnTo>
                    <a:pt x="139507" y="262759"/>
                  </a:lnTo>
                  <a:lnTo>
                    <a:pt x="119252" y="264425"/>
                  </a:lnTo>
                  <a:lnTo>
                    <a:pt x="91207" y="264423"/>
                  </a:lnTo>
                  <a:lnTo>
                    <a:pt x="48119" y="256371"/>
                  </a:lnTo>
                  <a:lnTo>
                    <a:pt x="11953" y="225008"/>
                  </a:lnTo>
                  <a:lnTo>
                    <a:pt x="4804" y="210131"/>
                  </a:lnTo>
                  <a:lnTo>
                    <a:pt x="0" y="193051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617084" y="1948814"/>
              <a:ext cx="109727" cy="21539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889626" y="1627445"/>
              <a:ext cx="2160016" cy="423148"/>
            </a:xfrm>
            <a:prstGeom prst="rect">
              <a:avLst/>
            </a:prstGeom>
          </p:spPr>
        </p:pic>
      </p:grpSp>
      <p:grpSp>
        <p:nvGrpSpPr>
          <p:cNvPr id="49" name="object 49"/>
          <p:cNvGrpSpPr/>
          <p:nvPr/>
        </p:nvGrpSpPr>
        <p:grpSpPr>
          <a:xfrm>
            <a:off x="2173858" y="1019555"/>
            <a:ext cx="253365" cy="351155"/>
            <a:chOff x="2173858" y="1019555"/>
            <a:chExt cx="253365" cy="351155"/>
          </a:xfrm>
        </p:grpSpPr>
        <p:pic>
          <p:nvPicPr>
            <p:cNvPr id="50" name="object 5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183383" y="1029080"/>
              <a:ext cx="234061" cy="33159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183383" y="1029080"/>
              <a:ext cx="234315" cy="332105"/>
            </a:xfrm>
            <a:custGeom>
              <a:avLst/>
              <a:gdLst/>
              <a:ahLst/>
              <a:cxnLst/>
              <a:rect l="l" t="t" r="r" b="b"/>
              <a:pathLst>
                <a:path w="234314" h="332105">
                  <a:moveTo>
                    <a:pt x="3048" y="0"/>
                  </a:moveTo>
                  <a:lnTo>
                    <a:pt x="49287" y="62"/>
                  </a:lnTo>
                  <a:lnTo>
                    <a:pt x="95501" y="107"/>
                  </a:lnTo>
                  <a:lnTo>
                    <a:pt x="141698" y="146"/>
                  </a:lnTo>
                  <a:lnTo>
                    <a:pt x="187882" y="191"/>
                  </a:lnTo>
                  <a:lnTo>
                    <a:pt x="234061" y="253"/>
                  </a:lnTo>
                  <a:lnTo>
                    <a:pt x="233943" y="18256"/>
                  </a:lnTo>
                  <a:lnTo>
                    <a:pt x="233791" y="36258"/>
                  </a:lnTo>
                  <a:lnTo>
                    <a:pt x="233614" y="54260"/>
                  </a:lnTo>
                  <a:lnTo>
                    <a:pt x="233426" y="72262"/>
                  </a:lnTo>
                  <a:lnTo>
                    <a:pt x="199136" y="72052"/>
                  </a:lnTo>
                  <a:lnTo>
                    <a:pt x="164845" y="71818"/>
                  </a:lnTo>
                  <a:lnTo>
                    <a:pt x="130556" y="71584"/>
                  </a:lnTo>
                  <a:lnTo>
                    <a:pt x="96266" y="71374"/>
                  </a:lnTo>
                  <a:lnTo>
                    <a:pt x="96168" y="85851"/>
                  </a:lnTo>
                  <a:lnTo>
                    <a:pt x="96059" y="100329"/>
                  </a:lnTo>
                  <a:lnTo>
                    <a:pt x="95926" y="114807"/>
                  </a:lnTo>
                  <a:lnTo>
                    <a:pt x="95758" y="129285"/>
                  </a:lnTo>
                  <a:lnTo>
                    <a:pt x="125021" y="129665"/>
                  </a:lnTo>
                  <a:lnTo>
                    <a:pt x="154320" y="130032"/>
                  </a:lnTo>
                  <a:lnTo>
                    <a:pt x="183643" y="130375"/>
                  </a:lnTo>
                  <a:lnTo>
                    <a:pt x="212979" y="130682"/>
                  </a:lnTo>
                  <a:lnTo>
                    <a:pt x="212810" y="147562"/>
                  </a:lnTo>
                  <a:lnTo>
                    <a:pt x="212677" y="164464"/>
                  </a:lnTo>
                  <a:lnTo>
                    <a:pt x="212568" y="181367"/>
                  </a:lnTo>
                  <a:lnTo>
                    <a:pt x="212471" y="198247"/>
                  </a:lnTo>
                  <a:lnTo>
                    <a:pt x="183134" y="197748"/>
                  </a:lnTo>
                  <a:lnTo>
                    <a:pt x="153797" y="197215"/>
                  </a:lnTo>
                  <a:lnTo>
                    <a:pt x="124460" y="196657"/>
                  </a:lnTo>
                  <a:lnTo>
                    <a:pt x="95123" y="196087"/>
                  </a:lnTo>
                  <a:lnTo>
                    <a:pt x="94835" y="229977"/>
                  </a:lnTo>
                  <a:lnTo>
                    <a:pt x="94535" y="263842"/>
                  </a:lnTo>
                  <a:lnTo>
                    <a:pt x="94212" y="297707"/>
                  </a:lnTo>
                  <a:lnTo>
                    <a:pt x="93853" y="331597"/>
                  </a:lnTo>
                  <a:lnTo>
                    <a:pt x="70401" y="330834"/>
                  </a:lnTo>
                  <a:lnTo>
                    <a:pt x="46926" y="330072"/>
                  </a:lnTo>
                  <a:lnTo>
                    <a:pt x="23451" y="329310"/>
                  </a:lnTo>
                  <a:lnTo>
                    <a:pt x="0" y="328549"/>
                  </a:lnTo>
                  <a:lnTo>
                    <a:pt x="507" y="273811"/>
                  </a:lnTo>
                  <a:lnTo>
                    <a:pt x="1015" y="219070"/>
                  </a:lnTo>
                  <a:lnTo>
                    <a:pt x="1523" y="164322"/>
                  </a:lnTo>
                  <a:lnTo>
                    <a:pt x="2031" y="109563"/>
                  </a:lnTo>
                  <a:lnTo>
                    <a:pt x="2539" y="54790"/>
                  </a:lnTo>
                  <a:lnTo>
                    <a:pt x="3048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2597785" y="1019809"/>
            <a:ext cx="310515" cy="369570"/>
            <a:chOff x="2597785" y="1019809"/>
            <a:chExt cx="310515" cy="369570"/>
          </a:xfrm>
        </p:grpSpPr>
        <p:pic>
          <p:nvPicPr>
            <p:cNvPr id="53" name="object 5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607310" y="1029334"/>
              <a:ext cx="291464" cy="35001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607310" y="1029334"/>
              <a:ext cx="291465" cy="350520"/>
            </a:xfrm>
            <a:custGeom>
              <a:avLst/>
              <a:gdLst/>
              <a:ahLst/>
              <a:cxnLst/>
              <a:rect l="l" t="t" r="r" b="b"/>
              <a:pathLst>
                <a:path w="291464" h="350519">
                  <a:moveTo>
                    <a:pt x="198119" y="126"/>
                  </a:moveTo>
                  <a:lnTo>
                    <a:pt x="221456" y="126"/>
                  </a:lnTo>
                  <a:lnTo>
                    <a:pt x="244792" y="126"/>
                  </a:lnTo>
                  <a:lnTo>
                    <a:pt x="268128" y="126"/>
                  </a:lnTo>
                  <a:lnTo>
                    <a:pt x="291464" y="126"/>
                  </a:lnTo>
                  <a:lnTo>
                    <a:pt x="291103" y="51774"/>
                  </a:lnTo>
                  <a:lnTo>
                    <a:pt x="290766" y="103457"/>
                  </a:lnTo>
                  <a:lnTo>
                    <a:pt x="290429" y="155164"/>
                  </a:lnTo>
                  <a:lnTo>
                    <a:pt x="290067" y="206882"/>
                  </a:lnTo>
                  <a:lnTo>
                    <a:pt x="285192" y="250852"/>
                  </a:lnTo>
                  <a:lnTo>
                    <a:pt x="270557" y="290099"/>
                  </a:lnTo>
                  <a:lnTo>
                    <a:pt x="245905" y="321351"/>
                  </a:lnTo>
                  <a:lnTo>
                    <a:pt x="202840" y="344725"/>
                  </a:lnTo>
                  <a:lnTo>
                    <a:pt x="151637" y="350011"/>
                  </a:lnTo>
                  <a:lnTo>
                    <a:pt x="140331" y="349515"/>
                  </a:lnTo>
                  <a:lnTo>
                    <a:pt x="90928" y="343207"/>
                  </a:lnTo>
                  <a:lnTo>
                    <a:pt x="51248" y="324735"/>
                  </a:lnTo>
                  <a:lnTo>
                    <a:pt x="21417" y="290734"/>
                  </a:lnTo>
                  <a:lnTo>
                    <a:pt x="4643" y="244953"/>
                  </a:lnTo>
                  <a:lnTo>
                    <a:pt x="0" y="203073"/>
                  </a:lnTo>
                  <a:lnTo>
                    <a:pt x="382" y="152304"/>
                  </a:lnTo>
                  <a:lnTo>
                    <a:pt x="777" y="101536"/>
                  </a:lnTo>
                  <a:lnTo>
                    <a:pt x="1196" y="50768"/>
                  </a:lnTo>
                  <a:lnTo>
                    <a:pt x="1650" y="0"/>
                  </a:lnTo>
                  <a:lnTo>
                    <a:pt x="24913" y="73"/>
                  </a:lnTo>
                  <a:lnTo>
                    <a:pt x="48212" y="111"/>
                  </a:lnTo>
                  <a:lnTo>
                    <a:pt x="71534" y="125"/>
                  </a:lnTo>
                  <a:lnTo>
                    <a:pt x="94868" y="126"/>
                  </a:lnTo>
                  <a:lnTo>
                    <a:pt x="94487" y="52419"/>
                  </a:lnTo>
                  <a:lnTo>
                    <a:pt x="94106" y="104711"/>
                  </a:lnTo>
                  <a:lnTo>
                    <a:pt x="93725" y="157003"/>
                  </a:lnTo>
                  <a:lnTo>
                    <a:pt x="93344" y="209296"/>
                  </a:lnTo>
                  <a:lnTo>
                    <a:pt x="106806" y="253238"/>
                  </a:lnTo>
                  <a:lnTo>
                    <a:pt x="144779" y="269621"/>
                  </a:lnTo>
                  <a:lnTo>
                    <a:pt x="156180" y="268851"/>
                  </a:lnTo>
                  <a:lnTo>
                    <a:pt x="188829" y="246161"/>
                  </a:lnTo>
                  <a:lnTo>
                    <a:pt x="197102" y="158093"/>
                  </a:lnTo>
                  <a:lnTo>
                    <a:pt x="197469" y="105457"/>
                  </a:lnTo>
                  <a:lnTo>
                    <a:pt x="197812" y="52798"/>
                  </a:lnTo>
                  <a:lnTo>
                    <a:pt x="198119" y="126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3090036" y="1020063"/>
            <a:ext cx="274955" cy="372110"/>
            <a:chOff x="3090036" y="1020063"/>
            <a:chExt cx="274955" cy="372110"/>
          </a:xfrm>
        </p:grpSpPr>
        <p:pic>
          <p:nvPicPr>
            <p:cNvPr id="56" name="object 5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099561" y="1029588"/>
              <a:ext cx="255777" cy="352805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099561" y="1029588"/>
              <a:ext cx="255904" cy="353060"/>
            </a:xfrm>
            <a:custGeom>
              <a:avLst/>
              <a:gdLst/>
              <a:ahLst/>
              <a:cxnLst/>
              <a:rect l="l" t="t" r="r" b="b"/>
              <a:pathLst>
                <a:path w="255904" h="353059">
                  <a:moveTo>
                    <a:pt x="1650" y="0"/>
                  </a:moveTo>
                  <a:lnTo>
                    <a:pt x="1650" y="0"/>
                  </a:lnTo>
                  <a:lnTo>
                    <a:pt x="252095" y="0"/>
                  </a:lnTo>
                  <a:lnTo>
                    <a:pt x="252073" y="18839"/>
                  </a:lnTo>
                  <a:lnTo>
                    <a:pt x="252015" y="37655"/>
                  </a:lnTo>
                  <a:lnTo>
                    <a:pt x="251934" y="56471"/>
                  </a:lnTo>
                  <a:lnTo>
                    <a:pt x="251840" y="75311"/>
                  </a:lnTo>
                  <a:lnTo>
                    <a:pt x="212619" y="75215"/>
                  </a:lnTo>
                  <a:lnTo>
                    <a:pt x="173434" y="75120"/>
                  </a:lnTo>
                  <a:lnTo>
                    <a:pt x="134272" y="75025"/>
                  </a:lnTo>
                  <a:lnTo>
                    <a:pt x="95123" y="74929"/>
                  </a:lnTo>
                  <a:lnTo>
                    <a:pt x="95027" y="88856"/>
                  </a:lnTo>
                  <a:lnTo>
                    <a:pt x="94932" y="102806"/>
                  </a:lnTo>
                  <a:lnTo>
                    <a:pt x="94837" y="116756"/>
                  </a:lnTo>
                  <a:lnTo>
                    <a:pt x="94742" y="130682"/>
                  </a:lnTo>
                  <a:lnTo>
                    <a:pt x="131145" y="130871"/>
                  </a:lnTo>
                  <a:lnTo>
                    <a:pt x="167560" y="131048"/>
                  </a:lnTo>
                  <a:lnTo>
                    <a:pt x="203952" y="131200"/>
                  </a:lnTo>
                  <a:lnTo>
                    <a:pt x="240284" y="131318"/>
                  </a:lnTo>
                  <a:lnTo>
                    <a:pt x="240264" y="149320"/>
                  </a:lnTo>
                  <a:lnTo>
                    <a:pt x="240220" y="167322"/>
                  </a:lnTo>
                  <a:lnTo>
                    <a:pt x="240176" y="185324"/>
                  </a:lnTo>
                  <a:lnTo>
                    <a:pt x="240157" y="203326"/>
                  </a:lnTo>
                  <a:lnTo>
                    <a:pt x="203698" y="203061"/>
                  </a:lnTo>
                  <a:lnTo>
                    <a:pt x="167274" y="202819"/>
                  </a:lnTo>
                  <a:lnTo>
                    <a:pt x="130875" y="202576"/>
                  </a:lnTo>
                  <a:lnTo>
                    <a:pt x="94487" y="202311"/>
                  </a:lnTo>
                  <a:lnTo>
                    <a:pt x="94392" y="219644"/>
                  </a:lnTo>
                  <a:lnTo>
                    <a:pt x="94297" y="236966"/>
                  </a:lnTo>
                  <a:lnTo>
                    <a:pt x="94202" y="254263"/>
                  </a:lnTo>
                  <a:lnTo>
                    <a:pt x="94106" y="271525"/>
                  </a:lnTo>
                  <a:lnTo>
                    <a:pt x="134566" y="271905"/>
                  </a:lnTo>
                  <a:lnTo>
                    <a:pt x="174990" y="272272"/>
                  </a:lnTo>
                  <a:lnTo>
                    <a:pt x="215390" y="272615"/>
                  </a:lnTo>
                  <a:lnTo>
                    <a:pt x="255777" y="272923"/>
                  </a:lnTo>
                  <a:lnTo>
                    <a:pt x="255756" y="292905"/>
                  </a:lnTo>
                  <a:lnTo>
                    <a:pt x="255698" y="312864"/>
                  </a:lnTo>
                  <a:lnTo>
                    <a:pt x="255617" y="332823"/>
                  </a:lnTo>
                  <a:lnTo>
                    <a:pt x="255524" y="352805"/>
                  </a:lnTo>
                  <a:lnTo>
                    <a:pt x="204455" y="352331"/>
                  </a:lnTo>
                  <a:lnTo>
                    <a:pt x="153363" y="351814"/>
                  </a:lnTo>
                  <a:lnTo>
                    <a:pt x="102252" y="351242"/>
                  </a:lnTo>
                  <a:lnTo>
                    <a:pt x="51129" y="350603"/>
                  </a:lnTo>
                  <a:lnTo>
                    <a:pt x="0" y="349885"/>
                  </a:lnTo>
                  <a:lnTo>
                    <a:pt x="264" y="299912"/>
                  </a:lnTo>
                  <a:lnTo>
                    <a:pt x="516" y="249928"/>
                  </a:lnTo>
                  <a:lnTo>
                    <a:pt x="756" y="199938"/>
                  </a:lnTo>
                  <a:lnTo>
                    <a:pt x="987" y="149946"/>
                  </a:lnTo>
                  <a:lnTo>
                    <a:pt x="1212" y="99956"/>
                  </a:lnTo>
                  <a:lnTo>
                    <a:pt x="1432" y="49972"/>
                  </a:lnTo>
                  <a:lnTo>
                    <a:pt x="165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3537839" y="1020063"/>
            <a:ext cx="309245" cy="374015"/>
            <a:chOff x="3537839" y="1020063"/>
            <a:chExt cx="309245" cy="374015"/>
          </a:xfrm>
        </p:grpSpPr>
        <p:pic>
          <p:nvPicPr>
            <p:cNvPr id="59" name="object 5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547364" y="1029588"/>
              <a:ext cx="290068" cy="354584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547364" y="1029588"/>
              <a:ext cx="290195" cy="354965"/>
            </a:xfrm>
            <a:custGeom>
              <a:avLst/>
              <a:gdLst/>
              <a:ahLst/>
              <a:cxnLst/>
              <a:rect l="l" t="t" r="r" b="b"/>
              <a:pathLst>
                <a:path w="290195" h="354965">
                  <a:moveTo>
                    <a:pt x="635" y="0"/>
                  </a:moveTo>
                  <a:lnTo>
                    <a:pt x="22447" y="0"/>
                  </a:lnTo>
                  <a:lnTo>
                    <a:pt x="44259" y="0"/>
                  </a:lnTo>
                  <a:lnTo>
                    <a:pt x="66071" y="0"/>
                  </a:lnTo>
                  <a:lnTo>
                    <a:pt x="87884" y="0"/>
                  </a:lnTo>
                  <a:lnTo>
                    <a:pt x="116167" y="49180"/>
                  </a:lnTo>
                  <a:lnTo>
                    <a:pt x="144795" y="98171"/>
                  </a:lnTo>
                  <a:lnTo>
                    <a:pt x="173448" y="147161"/>
                  </a:lnTo>
                  <a:lnTo>
                    <a:pt x="201802" y="196342"/>
                  </a:lnTo>
                  <a:lnTo>
                    <a:pt x="201802" y="147268"/>
                  </a:lnTo>
                  <a:lnTo>
                    <a:pt x="201802" y="98171"/>
                  </a:lnTo>
                  <a:lnTo>
                    <a:pt x="201802" y="49073"/>
                  </a:lnTo>
                  <a:lnTo>
                    <a:pt x="201802" y="0"/>
                  </a:lnTo>
                  <a:lnTo>
                    <a:pt x="223805" y="0"/>
                  </a:lnTo>
                  <a:lnTo>
                    <a:pt x="245808" y="0"/>
                  </a:lnTo>
                  <a:lnTo>
                    <a:pt x="267811" y="0"/>
                  </a:lnTo>
                  <a:lnTo>
                    <a:pt x="289813" y="0"/>
                  </a:lnTo>
                  <a:lnTo>
                    <a:pt x="289861" y="50658"/>
                  </a:lnTo>
                  <a:lnTo>
                    <a:pt x="289897" y="101295"/>
                  </a:lnTo>
                  <a:lnTo>
                    <a:pt x="289927" y="151919"/>
                  </a:lnTo>
                  <a:lnTo>
                    <a:pt x="289954" y="202537"/>
                  </a:lnTo>
                  <a:lnTo>
                    <a:pt x="289984" y="253161"/>
                  </a:lnTo>
                  <a:lnTo>
                    <a:pt x="290020" y="303798"/>
                  </a:lnTo>
                  <a:lnTo>
                    <a:pt x="290068" y="354456"/>
                  </a:lnTo>
                  <a:lnTo>
                    <a:pt x="267916" y="354530"/>
                  </a:lnTo>
                  <a:lnTo>
                    <a:pt x="245824" y="354568"/>
                  </a:lnTo>
                  <a:lnTo>
                    <a:pt x="223756" y="354582"/>
                  </a:lnTo>
                  <a:lnTo>
                    <a:pt x="201675" y="354584"/>
                  </a:lnTo>
                  <a:lnTo>
                    <a:pt x="173489" y="305806"/>
                  </a:lnTo>
                  <a:lnTo>
                    <a:pt x="144970" y="257254"/>
                  </a:lnTo>
                  <a:lnTo>
                    <a:pt x="116451" y="208726"/>
                  </a:lnTo>
                  <a:lnTo>
                    <a:pt x="88264" y="160020"/>
                  </a:lnTo>
                  <a:lnTo>
                    <a:pt x="88245" y="208615"/>
                  </a:lnTo>
                  <a:lnTo>
                    <a:pt x="88201" y="257222"/>
                  </a:lnTo>
                  <a:lnTo>
                    <a:pt x="88157" y="305806"/>
                  </a:lnTo>
                  <a:lnTo>
                    <a:pt x="88137" y="354329"/>
                  </a:lnTo>
                  <a:lnTo>
                    <a:pt x="66133" y="354308"/>
                  </a:lnTo>
                  <a:lnTo>
                    <a:pt x="44116" y="354250"/>
                  </a:lnTo>
                  <a:lnTo>
                    <a:pt x="22076" y="354169"/>
                  </a:lnTo>
                  <a:lnTo>
                    <a:pt x="0" y="354075"/>
                  </a:lnTo>
                  <a:lnTo>
                    <a:pt x="101" y="303504"/>
                  </a:lnTo>
                  <a:lnTo>
                    <a:pt x="192" y="252922"/>
                  </a:lnTo>
                  <a:lnTo>
                    <a:pt x="276" y="202333"/>
                  </a:lnTo>
                  <a:lnTo>
                    <a:pt x="358" y="151742"/>
                  </a:lnTo>
                  <a:lnTo>
                    <a:pt x="442" y="101153"/>
                  </a:lnTo>
                  <a:lnTo>
                    <a:pt x="533" y="50571"/>
                  </a:lnTo>
                  <a:lnTo>
                    <a:pt x="635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4009390" y="1020063"/>
            <a:ext cx="303530" cy="372110"/>
            <a:chOff x="4009390" y="1020063"/>
            <a:chExt cx="303530" cy="372110"/>
          </a:xfrm>
        </p:grpSpPr>
        <p:pic>
          <p:nvPicPr>
            <p:cNvPr id="62" name="object 6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114736" y="1117599"/>
              <a:ext cx="93536" cy="26542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018978" y="1029969"/>
              <a:ext cx="284163" cy="8762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018915" y="1029588"/>
              <a:ext cx="284480" cy="353060"/>
            </a:xfrm>
            <a:custGeom>
              <a:avLst/>
              <a:gdLst/>
              <a:ahLst/>
              <a:cxnLst/>
              <a:rect l="l" t="t" r="r" b="b"/>
              <a:pathLst>
                <a:path w="284479" h="353059">
                  <a:moveTo>
                    <a:pt x="0" y="0"/>
                  </a:moveTo>
                  <a:lnTo>
                    <a:pt x="0" y="0"/>
                  </a:lnTo>
                  <a:lnTo>
                    <a:pt x="284099" y="0"/>
                  </a:lnTo>
                  <a:lnTo>
                    <a:pt x="284174" y="21643"/>
                  </a:lnTo>
                  <a:lnTo>
                    <a:pt x="284225" y="43322"/>
                  </a:lnTo>
                  <a:lnTo>
                    <a:pt x="284277" y="65025"/>
                  </a:lnTo>
                  <a:lnTo>
                    <a:pt x="284352" y="86741"/>
                  </a:lnTo>
                  <a:lnTo>
                    <a:pt x="260520" y="86816"/>
                  </a:lnTo>
                  <a:lnTo>
                    <a:pt x="236664" y="86868"/>
                  </a:lnTo>
                  <a:lnTo>
                    <a:pt x="212808" y="86919"/>
                  </a:lnTo>
                  <a:lnTo>
                    <a:pt x="188975" y="86995"/>
                  </a:lnTo>
                  <a:lnTo>
                    <a:pt x="189128" y="140043"/>
                  </a:lnTo>
                  <a:lnTo>
                    <a:pt x="189280" y="193110"/>
                  </a:lnTo>
                  <a:lnTo>
                    <a:pt x="189433" y="246182"/>
                  </a:lnTo>
                  <a:lnTo>
                    <a:pt x="189585" y="299249"/>
                  </a:lnTo>
                  <a:lnTo>
                    <a:pt x="189737" y="352298"/>
                  </a:lnTo>
                  <a:lnTo>
                    <a:pt x="166362" y="352542"/>
                  </a:lnTo>
                  <a:lnTo>
                    <a:pt x="142938" y="352726"/>
                  </a:lnTo>
                  <a:lnTo>
                    <a:pt x="119514" y="352887"/>
                  </a:lnTo>
                  <a:lnTo>
                    <a:pt x="96138" y="353060"/>
                  </a:lnTo>
                  <a:lnTo>
                    <a:pt x="95999" y="299885"/>
                  </a:lnTo>
                  <a:lnTo>
                    <a:pt x="95878" y="246729"/>
                  </a:lnTo>
                  <a:lnTo>
                    <a:pt x="95764" y="193579"/>
                  </a:lnTo>
                  <a:lnTo>
                    <a:pt x="95643" y="140423"/>
                  </a:lnTo>
                  <a:lnTo>
                    <a:pt x="95504" y="87249"/>
                  </a:lnTo>
                  <a:lnTo>
                    <a:pt x="71671" y="87268"/>
                  </a:lnTo>
                  <a:lnTo>
                    <a:pt x="47815" y="87312"/>
                  </a:lnTo>
                  <a:lnTo>
                    <a:pt x="23959" y="87356"/>
                  </a:lnTo>
                  <a:lnTo>
                    <a:pt x="126" y="87375"/>
                  </a:lnTo>
                  <a:lnTo>
                    <a:pt x="107" y="65490"/>
                  </a:lnTo>
                  <a:lnTo>
                    <a:pt x="63" y="43640"/>
                  </a:lnTo>
                  <a:lnTo>
                    <a:pt x="19" y="21814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4476369" y="1019936"/>
            <a:ext cx="276225" cy="368300"/>
            <a:chOff x="4476369" y="1019936"/>
            <a:chExt cx="276225" cy="368300"/>
          </a:xfrm>
        </p:grpSpPr>
        <p:pic>
          <p:nvPicPr>
            <p:cNvPr id="66" name="object 6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485894" y="1029461"/>
              <a:ext cx="257175" cy="348869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4485894" y="1029461"/>
              <a:ext cx="257175" cy="349250"/>
            </a:xfrm>
            <a:custGeom>
              <a:avLst/>
              <a:gdLst/>
              <a:ahLst/>
              <a:cxnLst/>
              <a:rect l="l" t="t" r="r" b="b"/>
              <a:pathLst>
                <a:path w="257175" h="349250">
                  <a:moveTo>
                    <a:pt x="0" y="126"/>
                  </a:moveTo>
                  <a:lnTo>
                    <a:pt x="50076" y="113"/>
                  </a:lnTo>
                  <a:lnTo>
                    <a:pt x="100171" y="82"/>
                  </a:lnTo>
                  <a:lnTo>
                    <a:pt x="150272" y="44"/>
                  </a:lnTo>
                  <a:lnTo>
                    <a:pt x="200367" y="13"/>
                  </a:lnTo>
                  <a:lnTo>
                    <a:pt x="250443" y="0"/>
                  </a:lnTo>
                  <a:lnTo>
                    <a:pt x="250487" y="18383"/>
                  </a:lnTo>
                  <a:lnTo>
                    <a:pt x="250602" y="36766"/>
                  </a:lnTo>
                  <a:lnTo>
                    <a:pt x="250765" y="55149"/>
                  </a:lnTo>
                  <a:lnTo>
                    <a:pt x="250951" y="73532"/>
                  </a:lnTo>
                  <a:lnTo>
                    <a:pt x="211655" y="73667"/>
                  </a:lnTo>
                  <a:lnTo>
                    <a:pt x="172418" y="73850"/>
                  </a:lnTo>
                  <a:lnTo>
                    <a:pt x="133205" y="74033"/>
                  </a:lnTo>
                  <a:lnTo>
                    <a:pt x="93979" y="74168"/>
                  </a:lnTo>
                  <a:lnTo>
                    <a:pt x="94075" y="87961"/>
                  </a:lnTo>
                  <a:lnTo>
                    <a:pt x="94170" y="101742"/>
                  </a:lnTo>
                  <a:lnTo>
                    <a:pt x="94265" y="115548"/>
                  </a:lnTo>
                  <a:lnTo>
                    <a:pt x="94360" y="129413"/>
                  </a:lnTo>
                  <a:lnTo>
                    <a:pt x="130728" y="129127"/>
                  </a:lnTo>
                  <a:lnTo>
                    <a:pt x="167084" y="128841"/>
                  </a:lnTo>
                  <a:lnTo>
                    <a:pt x="203463" y="128555"/>
                  </a:lnTo>
                  <a:lnTo>
                    <a:pt x="239902" y="128270"/>
                  </a:lnTo>
                  <a:lnTo>
                    <a:pt x="239998" y="145871"/>
                  </a:lnTo>
                  <a:lnTo>
                    <a:pt x="240093" y="163449"/>
                  </a:lnTo>
                  <a:lnTo>
                    <a:pt x="240188" y="181026"/>
                  </a:lnTo>
                  <a:lnTo>
                    <a:pt x="240283" y="198627"/>
                  </a:lnTo>
                  <a:lnTo>
                    <a:pt x="203898" y="199009"/>
                  </a:lnTo>
                  <a:lnTo>
                    <a:pt x="167512" y="199390"/>
                  </a:lnTo>
                  <a:lnTo>
                    <a:pt x="131127" y="199771"/>
                  </a:lnTo>
                  <a:lnTo>
                    <a:pt x="94741" y="200151"/>
                  </a:lnTo>
                  <a:lnTo>
                    <a:pt x="94819" y="217295"/>
                  </a:lnTo>
                  <a:lnTo>
                    <a:pt x="94884" y="234426"/>
                  </a:lnTo>
                  <a:lnTo>
                    <a:pt x="94974" y="251533"/>
                  </a:lnTo>
                  <a:lnTo>
                    <a:pt x="95122" y="268604"/>
                  </a:lnTo>
                  <a:lnTo>
                    <a:pt x="135508" y="268031"/>
                  </a:lnTo>
                  <a:lnTo>
                    <a:pt x="175894" y="267446"/>
                  </a:lnTo>
                  <a:lnTo>
                    <a:pt x="216280" y="266836"/>
                  </a:lnTo>
                  <a:lnTo>
                    <a:pt x="256666" y="266192"/>
                  </a:lnTo>
                  <a:lnTo>
                    <a:pt x="256764" y="285644"/>
                  </a:lnTo>
                  <a:lnTo>
                    <a:pt x="256873" y="305133"/>
                  </a:lnTo>
                  <a:lnTo>
                    <a:pt x="257006" y="324645"/>
                  </a:lnTo>
                  <a:lnTo>
                    <a:pt x="257175" y="344170"/>
                  </a:lnTo>
                  <a:lnTo>
                    <a:pt x="206058" y="345207"/>
                  </a:lnTo>
                  <a:lnTo>
                    <a:pt x="154959" y="346189"/>
                  </a:lnTo>
                  <a:lnTo>
                    <a:pt x="103866" y="347123"/>
                  </a:lnTo>
                  <a:lnTo>
                    <a:pt x="52767" y="348014"/>
                  </a:lnTo>
                  <a:lnTo>
                    <a:pt x="1650" y="348869"/>
                  </a:lnTo>
                  <a:lnTo>
                    <a:pt x="1426" y="299019"/>
                  </a:lnTo>
                  <a:lnTo>
                    <a:pt x="1190" y="249183"/>
                  </a:lnTo>
                  <a:lnTo>
                    <a:pt x="947" y="199359"/>
                  </a:lnTo>
                  <a:lnTo>
                    <a:pt x="703" y="149543"/>
                  </a:lnTo>
                  <a:lnTo>
                    <a:pt x="460" y="99734"/>
                  </a:lnTo>
                  <a:lnTo>
                    <a:pt x="224" y="49929"/>
                  </a:lnTo>
                  <a:lnTo>
                    <a:pt x="0" y="126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4907915" y="1014094"/>
            <a:ext cx="426084" cy="367030"/>
            <a:chOff x="4907915" y="1014094"/>
            <a:chExt cx="426084" cy="367030"/>
          </a:xfrm>
        </p:grpSpPr>
        <p:pic>
          <p:nvPicPr>
            <p:cNvPr id="69" name="object 6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917440" y="1023619"/>
              <a:ext cx="274574" cy="34798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232527" y="1119758"/>
              <a:ext cx="91821" cy="240792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4917440" y="1023619"/>
              <a:ext cx="407034" cy="347980"/>
            </a:xfrm>
            <a:custGeom>
              <a:avLst/>
              <a:gdLst/>
              <a:ahLst/>
              <a:cxnLst/>
              <a:rect l="l" t="t" r="r" b="b"/>
              <a:pathLst>
                <a:path w="407035" h="347980">
                  <a:moveTo>
                    <a:pt x="0" y="233425"/>
                  </a:moveTo>
                  <a:lnTo>
                    <a:pt x="22213" y="231445"/>
                  </a:lnTo>
                  <a:lnTo>
                    <a:pt x="44450" y="229489"/>
                  </a:lnTo>
                  <a:lnTo>
                    <a:pt x="66686" y="227532"/>
                  </a:lnTo>
                  <a:lnTo>
                    <a:pt x="88900" y="225551"/>
                  </a:lnTo>
                  <a:lnTo>
                    <a:pt x="90803" y="236894"/>
                  </a:lnTo>
                  <a:lnTo>
                    <a:pt x="93456" y="246761"/>
                  </a:lnTo>
                  <a:lnTo>
                    <a:pt x="118586" y="277225"/>
                  </a:lnTo>
                  <a:lnTo>
                    <a:pt x="142494" y="281813"/>
                  </a:lnTo>
                  <a:lnTo>
                    <a:pt x="151941" y="280922"/>
                  </a:lnTo>
                  <a:lnTo>
                    <a:pt x="183284" y="252900"/>
                  </a:lnTo>
                  <a:lnTo>
                    <a:pt x="183896" y="246253"/>
                  </a:lnTo>
                  <a:lnTo>
                    <a:pt x="183159" y="239944"/>
                  </a:lnTo>
                  <a:lnTo>
                    <a:pt x="142333" y="208905"/>
                  </a:lnTo>
                  <a:lnTo>
                    <a:pt x="125222" y="204470"/>
                  </a:lnTo>
                  <a:lnTo>
                    <a:pt x="96629" y="196472"/>
                  </a:lnTo>
                  <a:lnTo>
                    <a:pt x="52587" y="176716"/>
                  </a:lnTo>
                  <a:lnTo>
                    <a:pt x="17319" y="135699"/>
                  </a:lnTo>
                  <a:lnTo>
                    <a:pt x="10287" y="99441"/>
                  </a:lnTo>
                  <a:lnTo>
                    <a:pt x="11120" y="86538"/>
                  </a:lnTo>
                  <a:lnTo>
                    <a:pt x="23622" y="49784"/>
                  </a:lnTo>
                  <a:lnTo>
                    <a:pt x="51250" y="20476"/>
                  </a:lnTo>
                  <a:lnTo>
                    <a:pt x="95885" y="3206"/>
                  </a:lnTo>
                  <a:lnTo>
                    <a:pt x="138175" y="0"/>
                  </a:lnTo>
                  <a:lnTo>
                    <a:pt x="165385" y="1458"/>
                  </a:lnTo>
                  <a:lnTo>
                    <a:pt x="209756" y="13233"/>
                  </a:lnTo>
                  <a:lnTo>
                    <a:pt x="240486" y="37375"/>
                  </a:lnTo>
                  <a:lnTo>
                    <a:pt x="258861" y="75074"/>
                  </a:lnTo>
                  <a:lnTo>
                    <a:pt x="263525" y="99187"/>
                  </a:lnTo>
                  <a:lnTo>
                    <a:pt x="241520" y="100806"/>
                  </a:lnTo>
                  <a:lnTo>
                    <a:pt x="219503" y="102425"/>
                  </a:lnTo>
                  <a:lnTo>
                    <a:pt x="197463" y="104044"/>
                  </a:lnTo>
                  <a:lnTo>
                    <a:pt x="175387" y="105664"/>
                  </a:lnTo>
                  <a:lnTo>
                    <a:pt x="173138" y="95130"/>
                  </a:lnTo>
                  <a:lnTo>
                    <a:pt x="169878" y="86169"/>
                  </a:lnTo>
                  <a:lnTo>
                    <a:pt x="138670" y="63287"/>
                  </a:lnTo>
                  <a:lnTo>
                    <a:pt x="129286" y="62738"/>
                  </a:lnTo>
                  <a:lnTo>
                    <a:pt x="121634" y="63196"/>
                  </a:lnTo>
                  <a:lnTo>
                    <a:pt x="96647" y="81915"/>
                  </a:lnTo>
                  <a:lnTo>
                    <a:pt x="96647" y="89281"/>
                  </a:lnTo>
                  <a:lnTo>
                    <a:pt x="135127" y="115950"/>
                  </a:lnTo>
                  <a:lnTo>
                    <a:pt x="163597" y="123110"/>
                  </a:lnTo>
                  <a:lnTo>
                    <a:pt x="187817" y="130175"/>
                  </a:lnTo>
                  <a:lnTo>
                    <a:pt x="223265" y="144399"/>
                  </a:lnTo>
                  <a:lnTo>
                    <a:pt x="255198" y="170437"/>
                  </a:lnTo>
                  <a:lnTo>
                    <a:pt x="273720" y="216747"/>
                  </a:lnTo>
                  <a:lnTo>
                    <a:pt x="274574" y="229997"/>
                  </a:lnTo>
                  <a:lnTo>
                    <a:pt x="273651" y="245713"/>
                  </a:lnTo>
                  <a:lnTo>
                    <a:pt x="258952" y="289433"/>
                  </a:lnTo>
                  <a:lnTo>
                    <a:pt x="227806" y="323347"/>
                  </a:lnTo>
                  <a:lnTo>
                    <a:pt x="181721" y="343265"/>
                  </a:lnTo>
                  <a:lnTo>
                    <a:pt x="141477" y="347980"/>
                  </a:lnTo>
                  <a:lnTo>
                    <a:pt x="105796" y="346896"/>
                  </a:lnTo>
                  <a:lnTo>
                    <a:pt x="52056" y="331727"/>
                  </a:lnTo>
                  <a:lnTo>
                    <a:pt x="20913" y="299916"/>
                  </a:lnTo>
                  <a:lnTo>
                    <a:pt x="3748" y="257938"/>
                  </a:lnTo>
                  <a:lnTo>
                    <a:pt x="0" y="233425"/>
                  </a:lnTo>
                  <a:close/>
                </a:path>
                <a:path w="407035" h="347980">
                  <a:moveTo>
                    <a:pt x="315087" y="96900"/>
                  </a:moveTo>
                  <a:lnTo>
                    <a:pt x="337492" y="96710"/>
                  </a:lnTo>
                  <a:lnTo>
                    <a:pt x="359933" y="96520"/>
                  </a:lnTo>
                  <a:lnTo>
                    <a:pt x="382398" y="96329"/>
                  </a:lnTo>
                  <a:lnTo>
                    <a:pt x="404875" y="96139"/>
                  </a:lnTo>
                  <a:lnTo>
                    <a:pt x="405066" y="118925"/>
                  </a:lnTo>
                  <a:lnTo>
                    <a:pt x="405257" y="141747"/>
                  </a:lnTo>
                  <a:lnTo>
                    <a:pt x="405447" y="164593"/>
                  </a:lnTo>
                  <a:lnTo>
                    <a:pt x="405638" y="187451"/>
                  </a:lnTo>
                  <a:lnTo>
                    <a:pt x="383232" y="187906"/>
                  </a:lnTo>
                  <a:lnTo>
                    <a:pt x="360791" y="188325"/>
                  </a:lnTo>
                  <a:lnTo>
                    <a:pt x="338326" y="188720"/>
                  </a:lnTo>
                  <a:lnTo>
                    <a:pt x="315849" y="189103"/>
                  </a:lnTo>
                  <a:lnTo>
                    <a:pt x="315712" y="166052"/>
                  </a:lnTo>
                  <a:lnTo>
                    <a:pt x="315515" y="143001"/>
                  </a:lnTo>
                  <a:lnTo>
                    <a:pt x="315295" y="119951"/>
                  </a:lnTo>
                  <a:lnTo>
                    <a:pt x="315087" y="96900"/>
                  </a:lnTo>
                  <a:close/>
                </a:path>
                <a:path w="407035" h="347980">
                  <a:moveTo>
                    <a:pt x="316357" y="244729"/>
                  </a:moveTo>
                  <a:lnTo>
                    <a:pt x="338780" y="244230"/>
                  </a:lnTo>
                  <a:lnTo>
                    <a:pt x="361251" y="243697"/>
                  </a:lnTo>
                  <a:lnTo>
                    <a:pt x="383722" y="243139"/>
                  </a:lnTo>
                  <a:lnTo>
                    <a:pt x="406146" y="242570"/>
                  </a:lnTo>
                  <a:lnTo>
                    <a:pt x="406354" y="265429"/>
                  </a:lnTo>
                  <a:lnTo>
                    <a:pt x="406574" y="288290"/>
                  </a:lnTo>
                  <a:lnTo>
                    <a:pt x="406771" y="311150"/>
                  </a:lnTo>
                  <a:lnTo>
                    <a:pt x="406908" y="334010"/>
                  </a:lnTo>
                  <a:lnTo>
                    <a:pt x="384520" y="334770"/>
                  </a:lnTo>
                  <a:lnTo>
                    <a:pt x="362108" y="335518"/>
                  </a:lnTo>
                  <a:lnTo>
                    <a:pt x="339649" y="336242"/>
                  </a:lnTo>
                  <a:lnTo>
                    <a:pt x="317119" y="336931"/>
                  </a:lnTo>
                  <a:lnTo>
                    <a:pt x="316928" y="313880"/>
                  </a:lnTo>
                  <a:lnTo>
                    <a:pt x="316738" y="290829"/>
                  </a:lnTo>
                  <a:lnTo>
                    <a:pt x="316547" y="267779"/>
                  </a:lnTo>
                  <a:lnTo>
                    <a:pt x="316357" y="244729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/>
          <p:nvPr/>
        </p:nvSpPr>
        <p:spPr>
          <a:xfrm>
            <a:off x="523557" y="2837814"/>
            <a:ext cx="2980055" cy="157480"/>
          </a:xfrm>
          <a:custGeom>
            <a:avLst/>
            <a:gdLst/>
            <a:ahLst/>
            <a:cxnLst/>
            <a:rect l="l" t="t" r="r" b="b"/>
            <a:pathLst>
              <a:path w="2980054" h="157480">
                <a:moveTo>
                  <a:pt x="2980055" y="0"/>
                </a:moveTo>
                <a:lnTo>
                  <a:pt x="0" y="0"/>
                </a:lnTo>
                <a:lnTo>
                  <a:pt x="0" y="157479"/>
                </a:lnTo>
                <a:lnTo>
                  <a:pt x="2980055" y="157479"/>
                </a:lnTo>
                <a:lnTo>
                  <a:pt x="298005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444500" y="2820034"/>
            <a:ext cx="6429375" cy="7306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740" indent="-66040">
              <a:lnSpc>
                <a:spcPct val="100000"/>
              </a:lnSpc>
              <a:spcBef>
                <a:spcPts val="100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SIGNOS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ORTOGRÁFICOS: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PUNTUACIÓN</a:t>
            </a:r>
            <a:r>
              <a:rPr sz="1000" b="1" spc="-1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Y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AUXILIARES:</a:t>
            </a:r>
            <a:r>
              <a:rPr sz="1000" b="1" spc="-5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Calibri"/>
                <a:cs typeface="Calibri"/>
                <a:hlinkClick r:id="rId50"/>
              </a:rPr>
              <a:t>http://lema.rae.es/dpd/srv/search?id=qXGSxldBKD6hqrTMMo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buFont typeface="Calibri"/>
              <a:buChar char="-"/>
            </a:pPr>
            <a:endParaRPr sz="1000">
              <a:latin typeface="Calibri"/>
              <a:cs typeface="Calibri"/>
            </a:endParaRPr>
          </a:p>
          <a:p>
            <a:pPr marL="252729" algn="ctr">
              <a:lnSpc>
                <a:spcPct val="100000"/>
              </a:lnSpc>
              <a:spcBef>
                <a:spcPts val="5"/>
              </a:spcBef>
            </a:pPr>
            <a:r>
              <a:rPr sz="1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SIGNOS</a:t>
            </a:r>
            <a:r>
              <a:rPr sz="1000" b="1" u="sng" spc="4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DE</a:t>
            </a:r>
            <a:r>
              <a:rPr sz="1000" b="1" u="sng" spc="40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PUNTUACIÓN:</a:t>
            </a:r>
            <a:endParaRPr sz="1000">
              <a:latin typeface="Comic Sans MS"/>
              <a:cs typeface="Comic Sans MS"/>
            </a:endParaRPr>
          </a:p>
          <a:p>
            <a:pPr marL="106045" indent="-93345">
              <a:lnSpc>
                <a:spcPct val="100000"/>
              </a:lnSpc>
              <a:spcBef>
                <a:spcPts val="840"/>
              </a:spcBef>
              <a:buChar char="-"/>
              <a:tabLst>
                <a:tab pos="106045" algn="l"/>
              </a:tabLst>
            </a:pPr>
            <a:r>
              <a:rPr sz="1000" b="1" dirty="0">
                <a:latin typeface="Calibri"/>
                <a:cs typeface="Calibri"/>
              </a:rPr>
              <a:t>COMA:</a:t>
            </a:r>
            <a:r>
              <a:rPr sz="1000" b="1" spc="21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1"/>
              </a:rPr>
              <a:t>http://lema.rae.es/dpd/srv/search?id=V1EqcYbX4D61AWBBrd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00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PUNTO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y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COMA:</a:t>
            </a:r>
            <a:r>
              <a:rPr sz="1000" b="1" spc="20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2"/>
              </a:rPr>
              <a:t>http://lema.rae.es/dpd/srv/search?id=XAD3nkRJmD6NjdyDQ0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00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PUNTO:</a:t>
            </a:r>
            <a:r>
              <a:rPr sz="1000" b="1" spc="204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3"/>
              </a:rPr>
              <a:t>http://lema.rae.es/dpd/srv/search?id=PxrAnmVfND6FK0uGdT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00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PUNTOS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SUSPENSIVOS:</a:t>
            </a:r>
            <a:r>
              <a:rPr sz="1000" b="1" spc="18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4"/>
              </a:rPr>
              <a:t>http://lema.rae.es/dpd/srv/search?id=c5GublcDAD6kWvCUUy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19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DOS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PUNTOS:</a:t>
            </a:r>
            <a:r>
              <a:rPr sz="1000" b="1" spc="20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5"/>
              </a:rPr>
              <a:t>http://lema.rae.es/dpd/srv/search?id=2a3yRXFBiD6rvDOMtq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00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PARÉNTESIS:</a:t>
            </a:r>
            <a:r>
              <a:rPr sz="1000" b="1" spc="16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6"/>
              </a:rPr>
              <a:t>http://lema.rae.es/dpd/srv/search?id=XFiqsCjr2D68AoepU2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05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CORCHETE:</a:t>
            </a:r>
            <a:r>
              <a:rPr sz="1000" b="1" spc="185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7"/>
              </a:rPr>
              <a:t>http://lema.rae.es/dpd/srv/search?id=MRAqO4YYwD6MxEN8g8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00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COMILLAS:</a:t>
            </a:r>
            <a:r>
              <a:rPr sz="1000" b="1" spc="19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8"/>
              </a:rPr>
              <a:t>http://lema.rae.es/dpd/srv/search?id=SSTAZ5sDyD6h59vijX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00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RAYA:</a:t>
            </a:r>
            <a:r>
              <a:rPr sz="1000" b="1" spc="204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9"/>
              </a:rPr>
              <a:t>http://lema.rae.es/dpd/srv/search?id=kyRrDVgsOD6Xup8Dpt</a:t>
            </a:r>
            <a:endParaRPr sz="1000">
              <a:latin typeface="Calibri"/>
              <a:cs typeface="Calibri"/>
            </a:endParaRPr>
          </a:p>
          <a:p>
            <a:pPr marL="12700" marR="476884" indent="66040">
              <a:lnSpc>
                <a:spcPct val="118300"/>
              </a:lnSpc>
              <a:spcBef>
                <a:spcPts val="580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SIGNOS</a:t>
            </a:r>
            <a:r>
              <a:rPr sz="1000" b="1" spc="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10" dirty="0">
                <a:latin typeface="Calibri"/>
                <a:cs typeface="Calibri"/>
              </a:rPr>
              <a:t> </a:t>
            </a:r>
            <a:r>
              <a:rPr sz="1000" b="1" spc="-10" dirty="0">
                <a:latin typeface="Calibri"/>
                <a:cs typeface="Calibri"/>
              </a:rPr>
              <a:t>INTERROGACIÓN</a:t>
            </a:r>
            <a:r>
              <a:rPr sz="1000" b="1" spc="2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Y</a:t>
            </a:r>
            <a:r>
              <a:rPr sz="1000" b="1" spc="4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EXCLAMACIÓN:</a:t>
            </a:r>
            <a:r>
              <a:rPr sz="1000" b="1" spc="31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0"/>
              </a:rPr>
              <a:t>http://lema.rae.es/dpd/srv/search?id=bH8aKhoE1D6eF5Wp4C</a:t>
            </a:r>
            <a:r>
              <a:rPr sz="1000" spc="3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50" dirty="0">
                <a:latin typeface="Calibri"/>
                <a:cs typeface="Calibri"/>
              </a:rPr>
              <a:t>y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1"/>
              </a:rPr>
              <a:t>http://www.rae.es/consultas/ortografia-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1"/>
              </a:rPr>
              <a:t>de-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1"/>
              </a:rPr>
              <a:t>los-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1"/>
              </a:rPr>
              <a:t>signos-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1"/>
              </a:rPr>
              <a:t>de-interrogacion-</a:t>
            </a:r>
            <a:r>
              <a:rPr sz="10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1"/>
              </a:rPr>
              <a:t>y-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1"/>
              </a:rPr>
              <a:t>exclamacion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Char char="-"/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0"/>
              </a:spcBef>
              <a:buFont typeface="Calibri"/>
              <a:buChar char="-"/>
            </a:pPr>
            <a:endParaRPr sz="1000">
              <a:latin typeface="Calibri"/>
              <a:cs typeface="Calibri"/>
            </a:endParaRPr>
          </a:p>
          <a:p>
            <a:pPr marL="254635" algn="ctr">
              <a:lnSpc>
                <a:spcPct val="100000"/>
              </a:lnSpc>
            </a:pPr>
            <a:r>
              <a:rPr sz="1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SIGNOS</a:t>
            </a:r>
            <a:r>
              <a:rPr sz="1000" b="1" u="sng" spc="4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1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AUXILIARES:</a:t>
            </a:r>
            <a:endParaRPr sz="1000">
              <a:latin typeface="Comic Sans MS"/>
              <a:cs typeface="Comic Sans MS"/>
            </a:endParaRPr>
          </a:p>
          <a:p>
            <a:pPr marL="78740" indent="-66040">
              <a:lnSpc>
                <a:spcPct val="100000"/>
              </a:lnSpc>
              <a:spcBef>
                <a:spcPts val="840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APÓSTRO:</a:t>
            </a:r>
            <a:r>
              <a:rPr sz="1000" b="1" spc="20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2"/>
              </a:rPr>
              <a:t>http://lema.rae.es/dpd/srv/search?id=wV8heEHVFD64FHx2Ng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00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ASTERISCO:</a:t>
            </a:r>
            <a:r>
              <a:rPr sz="1000" b="1" spc="195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3"/>
              </a:rPr>
              <a:t>http://lema.rae.es/dpd/srv/search?id=RBqDJGYsPD6BEpD3YE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19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BARRA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(INCLINADA):</a:t>
            </a:r>
            <a:r>
              <a:rPr sz="1000" b="1" spc="204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4"/>
              </a:rPr>
              <a:t>http://lema.rae.es/dpd/srv/search?id=bYvzHZDvGD6fr29gvU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00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DIÉRESIS:</a:t>
            </a:r>
            <a:r>
              <a:rPr sz="1000" b="1" spc="20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5"/>
              </a:rPr>
              <a:t>http://lema.rae.es/dpd/srv/search?id=ZgS9DXJ6bD6ya6OXra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00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GUION:</a:t>
            </a:r>
            <a:r>
              <a:rPr sz="1000" b="1" spc="20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6"/>
              </a:rPr>
              <a:t>http://lema.rae.es/dpd/srv/search?id=cvqPbpreSD6esL3ahc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00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LLAVE:</a:t>
            </a:r>
            <a:r>
              <a:rPr sz="1000" b="1" spc="20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7"/>
              </a:rPr>
              <a:t>http://lema.rae.es/dpd/srv/search?id=JVNlAMVa8D6nx1VPnE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00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PÁRRAFO:</a:t>
            </a:r>
            <a:r>
              <a:rPr sz="1000" b="1" spc="185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8"/>
              </a:rPr>
              <a:t>http://lema.rae.es/dpd/srv/search?id=WTKkbBs3JD6oJLCoQN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00"/>
              </a:spcBef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TILDE:</a:t>
            </a:r>
            <a:r>
              <a:rPr sz="1000" b="1" spc="185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9"/>
              </a:rPr>
              <a:t>http://lema.rae.es/dpd/srv/search?id=Adwesaq4ND64VT09xQ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Char char="-"/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Calibri"/>
              <a:buChar char="-"/>
            </a:pPr>
            <a:endParaRPr sz="1000">
              <a:latin typeface="Calibri"/>
              <a:cs typeface="Calibri"/>
            </a:endParaRPr>
          </a:p>
          <a:p>
            <a:pPr marL="252729" algn="ctr">
              <a:lnSpc>
                <a:spcPct val="100000"/>
              </a:lnSpc>
            </a:pPr>
            <a:r>
              <a:rPr sz="1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OTROS:</a:t>
            </a:r>
            <a:endParaRPr sz="1000">
              <a:latin typeface="Comic Sans MS"/>
              <a:cs typeface="Comic Sans MS"/>
            </a:endParaRPr>
          </a:p>
          <a:p>
            <a:pPr marL="12700" marR="5080" indent="93345">
              <a:lnSpc>
                <a:spcPct val="116599"/>
              </a:lnSpc>
              <a:spcBef>
                <a:spcPts val="645"/>
              </a:spcBef>
              <a:buFont typeface="Calibri"/>
              <a:buChar char="-"/>
              <a:tabLst>
                <a:tab pos="106045" algn="l"/>
              </a:tabLst>
            </a:pPr>
            <a:r>
              <a:rPr sz="1000" b="1" dirty="0">
                <a:latin typeface="Calibri"/>
                <a:cs typeface="Calibri"/>
              </a:rPr>
              <a:t>SÍMBOLOS Y SIGNOS NO ALFABETIZABLES</a:t>
            </a:r>
            <a:r>
              <a:rPr sz="1000" dirty="0">
                <a:latin typeface="Calibri"/>
                <a:cs typeface="Calibri"/>
              </a:rPr>
              <a:t>: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0"/>
              </a:rPr>
              <a:t>http://www.rae.es/diccionario-panhispanico-de-dudas/apendices/simbolos-</a:t>
            </a:r>
            <a:r>
              <a:rPr sz="100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0"/>
              </a:rPr>
              <a:t>o-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0"/>
              </a:rPr>
              <a:t>signos-no-alfabetizables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00"/>
              </a:spcBef>
              <a:buFont typeface="Calibri"/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Diccionario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RAE</a:t>
            </a:r>
            <a:r>
              <a:rPr sz="1000" dirty="0">
                <a:latin typeface="Calibri"/>
                <a:cs typeface="Calibri"/>
              </a:rPr>
              <a:t>: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1"/>
              </a:rPr>
              <a:t>http://dle.rae.es/?w=diccionario</a:t>
            </a:r>
            <a:endParaRPr sz="1000">
              <a:latin typeface="Calibri"/>
              <a:cs typeface="Calibri"/>
            </a:endParaRPr>
          </a:p>
          <a:p>
            <a:pPr marL="78740" indent="-66040">
              <a:lnSpc>
                <a:spcPct val="100000"/>
              </a:lnSpc>
              <a:spcBef>
                <a:spcPts val="819"/>
              </a:spcBef>
              <a:buFont typeface="Calibri"/>
              <a:buChar char="-"/>
              <a:tabLst>
                <a:tab pos="78740" algn="l"/>
              </a:tabLst>
            </a:pPr>
            <a:r>
              <a:rPr sz="1000" b="1" dirty="0">
                <a:latin typeface="Calibri"/>
                <a:cs typeface="Calibri"/>
              </a:rPr>
              <a:t>Diccionario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prehispánico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de</a:t>
            </a:r>
            <a:r>
              <a:rPr sz="1000" b="1" spc="-2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dudas</a:t>
            </a:r>
            <a:r>
              <a:rPr sz="1000" dirty="0">
                <a:latin typeface="Calibri"/>
                <a:cs typeface="Calibri"/>
              </a:rPr>
              <a:t>: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72"/>
              </a:rPr>
              <a:t>http://www.rae.es/recursos/diccionarios/dpd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2621</Words>
  <Application>Microsoft Office PowerPoint</Application>
  <PresentationFormat>Personalizado</PresentationFormat>
  <Paragraphs>338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Comic Sans MS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Laptop HP15</cp:lastModifiedBy>
  <cp:revision>1</cp:revision>
  <dcterms:created xsi:type="dcterms:W3CDTF">2026-07-21T12:44:17Z</dcterms:created>
  <dcterms:modified xsi:type="dcterms:W3CDTF">2026-07-21T12:45:41Z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2017-06-09T00:00:00Z</vt:filetime>
  </property>
  <property fmtid="{D5CDD505-2E9C-101B-9397-08002B2CF9AE}" pid="4" name="Creator">
    <vt:lpwstr>Microsoft® Word 2013</vt:lpwstr>
  </property>
  <property fmtid="{D5CDD505-2E9C-101B-9397-08002B2CF9AE}" pid="5" name="LastSaved">
    <vt:filetime>2026-07-21T00:00:00Z</vt:filetime>
  </property>
  <property fmtid="{D5CDD505-2E9C-101B-9397-08002B2CF9AE}" pid="6" name="Producer">
    <vt:lpwstr>Microsoft® Word 2013</vt:lpwstr>
  </property>
</Properties>
</file>